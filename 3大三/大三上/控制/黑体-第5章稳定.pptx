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665" r:id="rId2"/>
  </p:sldMasterIdLst>
  <p:notesMasterIdLst>
    <p:notesMasterId r:id="rId67"/>
  </p:notesMasterIdLst>
  <p:handoutMasterIdLst>
    <p:handoutMasterId r:id="rId68"/>
  </p:handoutMasterIdLst>
  <p:sldIdLst>
    <p:sldId id="306" r:id="rId3"/>
    <p:sldId id="307" r:id="rId4"/>
    <p:sldId id="308" r:id="rId5"/>
    <p:sldId id="305" r:id="rId6"/>
    <p:sldId id="356" r:id="rId7"/>
    <p:sldId id="310" r:id="rId8"/>
    <p:sldId id="311" r:id="rId9"/>
    <p:sldId id="312" r:id="rId10"/>
    <p:sldId id="313" r:id="rId11"/>
    <p:sldId id="365" r:id="rId12"/>
    <p:sldId id="315" r:id="rId13"/>
    <p:sldId id="317" r:id="rId14"/>
    <p:sldId id="373" r:id="rId15"/>
    <p:sldId id="318" r:id="rId16"/>
    <p:sldId id="379" r:id="rId17"/>
    <p:sldId id="320" r:id="rId18"/>
    <p:sldId id="388" r:id="rId19"/>
    <p:sldId id="321" r:id="rId20"/>
    <p:sldId id="394" r:id="rId21"/>
    <p:sldId id="392" r:id="rId22"/>
    <p:sldId id="322" r:id="rId23"/>
    <p:sldId id="396" r:id="rId24"/>
    <p:sldId id="400" r:id="rId25"/>
    <p:sldId id="418" r:id="rId26"/>
    <p:sldId id="323" r:id="rId27"/>
    <p:sldId id="405" r:id="rId28"/>
    <p:sldId id="408" r:id="rId29"/>
    <p:sldId id="412" r:id="rId30"/>
    <p:sldId id="325" r:id="rId31"/>
    <p:sldId id="419" r:id="rId32"/>
    <p:sldId id="424" r:id="rId33"/>
    <p:sldId id="423" r:id="rId34"/>
    <p:sldId id="426" r:id="rId35"/>
    <p:sldId id="328" r:id="rId36"/>
    <p:sldId id="432" r:id="rId37"/>
    <p:sldId id="437" r:id="rId38"/>
    <p:sldId id="435" r:id="rId39"/>
    <p:sldId id="330" r:id="rId40"/>
    <p:sldId id="443" r:id="rId41"/>
    <p:sldId id="439" r:id="rId42"/>
    <p:sldId id="331" r:id="rId43"/>
    <p:sldId id="444" r:id="rId44"/>
    <p:sldId id="332" r:id="rId45"/>
    <p:sldId id="449" r:id="rId46"/>
    <p:sldId id="585" r:id="rId47"/>
    <p:sldId id="586" r:id="rId48"/>
    <p:sldId id="587" r:id="rId49"/>
    <p:sldId id="451" r:id="rId50"/>
    <p:sldId id="334" r:id="rId51"/>
    <p:sldId id="453" r:id="rId52"/>
    <p:sldId id="461" r:id="rId53"/>
    <p:sldId id="335" r:id="rId54"/>
    <p:sldId id="336" r:id="rId55"/>
    <p:sldId id="466" r:id="rId56"/>
    <p:sldId id="465" r:id="rId57"/>
    <p:sldId id="338" r:id="rId58"/>
    <p:sldId id="339" r:id="rId59"/>
    <p:sldId id="340" r:id="rId60"/>
    <p:sldId id="471" r:id="rId61"/>
    <p:sldId id="472" r:id="rId62"/>
    <p:sldId id="343" r:id="rId63"/>
    <p:sldId id="344" r:id="rId64"/>
    <p:sldId id="483" r:id="rId65"/>
    <p:sldId id="309" r:id="rId66"/>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9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3333CC"/>
    <a:srgbClr val="A50021"/>
    <a:srgbClr val="FF0000"/>
    <a:srgbClr val="FFCC00"/>
    <a:srgbClr val="A9CFD7"/>
    <a:srgbClr val="6699FF"/>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85"/>
    <p:restoredTop sz="96054"/>
  </p:normalViewPr>
  <p:slideViewPr>
    <p:cSldViewPr showGuides="1">
      <p:cViewPr varScale="1">
        <p:scale>
          <a:sx n="112" d="100"/>
          <a:sy n="112" d="100"/>
        </p:scale>
        <p:origin x="1530" y="84"/>
      </p:cViewPr>
      <p:guideLst>
        <p:guide orient="horz" pos="2160"/>
        <p:guide pos="2896"/>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handoutMaster" Target="handoutMasters/handoutMaster1.xml"/><Relationship Id="rId7" Type="http://schemas.openxmlformats.org/officeDocument/2006/relationships/slide" Target="slides/slide5.xml"/><Relationship Id="rId71"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077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60771"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60772"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60773"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8CF5E285-AF33-45D4-ACF5-3464198B30A3}" type="slidenum">
              <a:rPr kumimoji="0" lang="en-US" alt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443"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00"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61445"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p>
          <a:p>
            <a:pPr marL="457200" marR="0" lvl="1"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p>
          <a:p>
            <a:pPr marL="914400" marR="0" lvl="2"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p>
          <a:p>
            <a:pPr marL="1371600" marR="0" lvl="3"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p>
          <a:p>
            <a:pPr marL="1828800" marR="0" lvl="4"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p>
        </p:txBody>
      </p:sp>
      <p:sp>
        <p:nvSpPr>
          <p:cNvPr id="61446"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447"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9781C6ED-354E-4F9C-B81D-89FECF459827}" type="slidenum">
              <a:rPr kumimoji="0" lang="en-US" alt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1429438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248060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8097345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111953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3576498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5465483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5607502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010211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430761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8093265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048075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5490075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3249952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331747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8504424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330450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9639835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5299425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13126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519902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5565147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91634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7246607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890732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8648246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3301668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2891750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07494702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524361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0035203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5132459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4985989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2366134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038929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07619436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513758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98596449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55812677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6051701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017326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13331165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2321855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5288179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5654545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34197680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8500641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6973137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70328952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7100186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53562456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93876942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15628474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0767038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44355113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85256757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306749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9746059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274840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5564132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669767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70783881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5902150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78727941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8402451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C96E3513-DB8C-47D0-8CAB-B6464CA6A18C}" type="datetime2">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2026年7月17日</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现代控制理论</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06E4E0C-485F-437F-8546-CA6991DB2D0D}"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C96E3513-DB8C-47D0-8CAB-B6464CA6A18C}" type="datetime2">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2026年7月17日</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现代控制理论</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06E4E0C-485F-437F-8546-CA6991DB2D0D}"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C96E3513-DB8C-47D0-8CAB-B6464CA6A18C}" type="datetime2">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2026年7月17日</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现代控制理论</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06E4E0C-485F-437F-8546-CA6991DB2D0D}"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C96E3513-DB8C-47D0-8CAB-B6464CA6A18C}" type="datetime2">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2026年7月17日</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现代控制理论</a:t>
            </a: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06E4E0C-485F-437F-8546-CA6991DB2D0D}"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C96E3513-DB8C-47D0-8CAB-B6464CA6A18C}" type="datetime2">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2026年7月17日</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现代控制理论</a:t>
            </a: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06E4E0C-485F-437F-8546-CA6991DB2D0D}"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C96E3513-DB8C-47D0-8CAB-B6464CA6A18C}" type="datetime2">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2026年7月17日</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现代控制理论</a:t>
            </a: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06E4E0C-485F-437F-8546-CA6991DB2D0D}"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C96E3513-DB8C-47D0-8CAB-B6464CA6A18C}" type="datetime2">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2026年7月17日</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现代控制理论</a:t>
            </a: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06E4E0C-485F-437F-8546-CA6991DB2D0D}"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C96E3513-DB8C-47D0-8CAB-B6464CA6A18C}" type="datetime2">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2026年7月17日</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现代控制理论</a:t>
            </a: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06E4E0C-485F-437F-8546-CA6991DB2D0D}"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C96E3513-DB8C-47D0-8CAB-B6464CA6A18C}" type="datetime2">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2026年7月17日</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现代控制理论</a:t>
            </a: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06E4E0C-485F-437F-8546-CA6991DB2D0D}"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C96E3513-DB8C-47D0-8CAB-B6464CA6A18C}" type="datetime2">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2026年7月17日</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现代控制理论</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06E4E0C-485F-437F-8546-CA6991DB2D0D}"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C96E3513-DB8C-47D0-8CAB-B6464CA6A18C}" type="datetime2">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2026年7月17日</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现代控制理论</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06E4E0C-485F-437F-8546-CA6991DB2D0D}"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C96E3513-DB8C-47D0-8CAB-B6464CA6A18C}" type="datetime2">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2026年7月17日</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现代控制理论</a:t>
            </a: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06E4E0C-485F-437F-8546-CA6991DB2D0D}"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648200" y="1600200"/>
            <a:ext cx="4038600" cy="218598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648200" y="3938588"/>
            <a:ext cx="4038600" cy="21875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日期占位符 5"/>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C96E3513-DB8C-47D0-8CAB-B6464CA6A18C}" type="datetime2">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2026年7月17日</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页脚占位符 6"/>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现代控制理论</a:t>
            </a:r>
          </a:p>
        </p:txBody>
      </p:sp>
      <p:sp>
        <p:nvSpPr>
          <p:cNvPr id="8" name="灯片编号占位符 7"/>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06E4E0C-485F-437F-8546-CA6991DB2D0D}"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4572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C96E3513-DB8C-47D0-8CAB-B6464CA6A18C}" type="datetime2">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2026年7月17日</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现代控制理论</a:t>
            </a: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06E4E0C-485F-437F-8546-CA6991DB2D0D}"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4572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648200" y="1600200"/>
            <a:ext cx="4038600" cy="218598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648200" y="3938588"/>
            <a:ext cx="4038600" cy="21875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日期占位符 5"/>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C96E3513-DB8C-47D0-8CAB-B6464CA6A18C}" type="datetime2">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2026年7月17日</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页脚占位符 6"/>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现代控制理论</a:t>
            </a:r>
          </a:p>
        </p:txBody>
      </p:sp>
      <p:sp>
        <p:nvSpPr>
          <p:cNvPr id="8" name="灯片编号占位符 7"/>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06E4E0C-485F-437F-8546-CA6991DB2D0D}"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274638"/>
            <a:ext cx="8229600" cy="1143000"/>
          </a:xfrm>
        </p:spPr>
        <p:txBody>
          <a:bodyPr/>
          <a:lstStyle/>
          <a:p>
            <a:pPr fontAlgn="base"/>
            <a:r>
              <a:rPr lang="zh-CN" altLang="en-US" strike="noStrike" noProof="1"/>
              <a:t>单击此处编辑母版标题样式</a:t>
            </a:r>
          </a:p>
        </p:txBody>
      </p:sp>
      <p:sp>
        <p:nvSpPr>
          <p:cNvPr id="3" name="内容占位符 2"/>
          <p:cNvSpPr>
            <a:spLocks noGrp="1"/>
          </p:cNvSpPr>
          <p:nvPr>
            <p:ph sz="quarter" idx="1"/>
          </p:nvPr>
        </p:nvSpPr>
        <p:spPr>
          <a:xfrm>
            <a:off x="457200" y="1600200"/>
            <a:ext cx="4038600" cy="218598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648200" y="1600200"/>
            <a:ext cx="4038600" cy="218598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57200" y="3938588"/>
            <a:ext cx="4038600" cy="21875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内容占位符 5"/>
          <p:cNvSpPr>
            <a:spLocks noGrp="1"/>
          </p:cNvSpPr>
          <p:nvPr>
            <p:ph sz="quarter" idx="4"/>
          </p:nvPr>
        </p:nvSpPr>
        <p:spPr>
          <a:xfrm>
            <a:off x="4648200" y="3938588"/>
            <a:ext cx="4038600" cy="21875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C96E3513-DB8C-47D0-8CAB-B6464CA6A18C}" type="datetime2">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2026年7月17日</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现代控制理论</a:t>
            </a: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06E4E0C-485F-437F-8546-CA6991DB2D0D}"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C96E3513-DB8C-47D0-8CAB-B6464CA6A18C}" type="datetime2">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2026年7月17日</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现代控制理论</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06E4E0C-485F-437F-8546-CA6991DB2D0D}"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C96E3513-DB8C-47D0-8CAB-B6464CA6A18C}" type="datetime2">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2026年7月17日</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现代控制理论</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06E4E0C-485F-437F-8546-CA6991DB2D0D}"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C96E3513-DB8C-47D0-8CAB-B6464CA6A18C}" type="datetime2">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2026年7月17日</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现代控制理论</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06E4E0C-485F-437F-8546-CA6991DB2D0D}"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C96E3513-DB8C-47D0-8CAB-B6464CA6A18C}" type="datetime2">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2026年7月17日</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现代控制理论</a:t>
            </a: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06E4E0C-485F-437F-8546-CA6991DB2D0D}"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C96E3513-DB8C-47D0-8CAB-B6464CA6A18C}" type="datetime2">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2026年7月17日</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现代控制理论</a:t>
            </a: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06E4E0C-485F-437F-8546-CA6991DB2D0D}"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C96E3513-DB8C-47D0-8CAB-B6464CA6A18C}" type="datetime2">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2026年7月17日</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现代控制理论</a:t>
            </a: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06E4E0C-485F-437F-8546-CA6991DB2D0D}"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C96E3513-DB8C-47D0-8CAB-B6464CA6A18C}" type="datetime2">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2026年7月17日</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现代控制理论</a:t>
            </a: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06E4E0C-485F-437F-8546-CA6991DB2D0D}"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C96E3513-DB8C-47D0-8CAB-B6464CA6A18C}" type="datetime2">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2026年7月17日</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现代控制理论</a:t>
            </a: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06E4E0C-485F-437F-8546-CA6991DB2D0D}"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C96E3513-DB8C-47D0-8CAB-B6464CA6A18C}" type="datetime2">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2026年7月17日</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现代控制理论</a:t>
            </a: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06E4E0C-485F-437F-8546-CA6991DB2D0D}"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C96E3513-DB8C-47D0-8CAB-B6464CA6A18C}" type="datetime2">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2026年7月17日</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现代控制理论</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06E4E0C-485F-437F-8546-CA6991DB2D0D}"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C96E3513-DB8C-47D0-8CAB-B6464CA6A18C}" type="datetime2">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2026年7月17日</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现代控制理论</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06E4E0C-485F-437F-8546-CA6991DB2D0D}"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C96E3513-DB8C-47D0-8CAB-B6464CA6A18C}" type="datetime2">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2026年7月17日</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现代控制理论</a:t>
            </a: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06E4E0C-485F-437F-8546-CA6991DB2D0D}"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648200" y="1600200"/>
            <a:ext cx="4038600" cy="218598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648200" y="3938588"/>
            <a:ext cx="4038600" cy="21875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日期占位符 5"/>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C96E3513-DB8C-47D0-8CAB-B6464CA6A18C}" type="datetime2">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2026年7月17日</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页脚占位符 6"/>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现代控制理论</a:t>
            </a:r>
          </a:p>
        </p:txBody>
      </p:sp>
      <p:sp>
        <p:nvSpPr>
          <p:cNvPr id="8" name="灯片编号占位符 7"/>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06E4E0C-485F-437F-8546-CA6991DB2D0D}"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4572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C96E3513-DB8C-47D0-8CAB-B6464CA6A18C}" type="datetime2">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2026年7月17日</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现代控制理论</a:t>
            </a: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06E4E0C-485F-437F-8546-CA6991DB2D0D}"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4572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648200" y="1600200"/>
            <a:ext cx="4038600" cy="218598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648200" y="3938588"/>
            <a:ext cx="4038600" cy="21875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日期占位符 5"/>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C96E3513-DB8C-47D0-8CAB-B6464CA6A18C}" type="datetime2">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2026年7月17日</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页脚占位符 6"/>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现代控制理论</a:t>
            </a:r>
          </a:p>
        </p:txBody>
      </p:sp>
      <p:sp>
        <p:nvSpPr>
          <p:cNvPr id="8" name="灯片编号占位符 7"/>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06E4E0C-485F-437F-8546-CA6991DB2D0D}"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274638"/>
            <a:ext cx="8229600" cy="1143000"/>
          </a:xfrm>
        </p:spPr>
        <p:txBody>
          <a:bodyPr/>
          <a:lstStyle/>
          <a:p>
            <a:pPr fontAlgn="base"/>
            <a:r>
              <a:rPr lang="zh-CN" altLang="en-US" strike="noStrike" noProof="1"/>
              <a:t>单击此处编辑母版标题样式</a:t>
            </a:r>
          </a:p>
        </p:txBody>
      </p:sp>
      <p:sp>
        <p:nvSpPr>
          <p:cNvPr id="3" name="内容占位符 2"/>
          <p:cNvSpPr>
            <a:spLocks noGrp="1"/>
          </p:cNvSpPr>
          <p:nvPr>
            <p:ph sz="quarter" idx="1"/>
          </p:nvPr>
        </p:nvSpPr>
        <p:spPr>
          <a:xfrm>
            <a:off x="457200" y="1600200"/>
            <a:ext cx="4038600" cy="218598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648200" y="1600200"/>
            <a:ext cx="4038600" cy="218598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57200" y="3938588"/>
            <a:ext cx="4038600" cy="21875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内容占位符 5"/>
          <p:cNvSpPr>
            <a:spLocks noGrp="1"/>
          </p:cNvSpPr>
          <p:nvPr>
            <p:ph sz="quarter" idx="4"/>
          </p:nvPr>
        </p:nvSpPr>
        <p:spPr>
          <a:xfrm>
            <a:off x="4648200" y="3938588"/>
            <a:ext cx="4038600" cy="21875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C96E3513-DB8C-47D0-8CAB-B6464CA6A18C}" type="datetime2">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2026年7月17日</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现代控制理论</a:t>
            </a: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06E4E0C-485F-437F-8546-CA6991DB2D0D}"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theme" Target="../theme/theme2.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457200" y="274638"/>
            <a:ext cx="8229600" cy="1143000"/>
          </a:xfrm>
          <a:prstGeom prst="rect">
            <a:avLst/>
          </a:prstGeom>
          <a:noFill/>
          <a:ln w="9525">
            <a:noFill/>
          </a:ln>
        </p:spPr>
        <p:txBody>
          <a:bodyPr anchor="ctr" anchorCtr="0"/>
          <a:lstStyle/>
          <a:p>
            <a:pPr lvl="0"/>
            <a:r>
              <a:rPr lang="zh-CN" altLang="en-US" dirty="0"/>
              <a:t>单击此处编辑母版标题样式</a:t>
            </a:r>
          </a:p>
        </p:txBody>
      </p:sp>
      <p:sp>
        <p:nvSpPr>
          <p:cNvPr id="1027" name="Rectangle 3"/>
          <p:cNvSpPr>
            <a:spLocks noGrp="1"/>
          </p:cNvSpPr>
          <p:nvPr>
            <p:ph type="body"/>
          </p:nvPr>
        </p:nvSpPr>
        <p:spPr>
          <a:xfrm>
            <a:off x="457200" y="1600200"/>
            <a:ext cx="8229600" cy="4525963"/>
          </a:xfrm>
          <a:prstGeom prst="rect">
            <a:avLst/>
          </a:prstGeom>
          <a:noFill/>
          <a:ln w="9525">
            <a:noFill/>
          </a:ln>
        </p:spPr>
        <p:txBody>
          <a:bodyPr anchor="t" anchorCtr="0"/>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183300"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fld id="{C96E3513-DB8C-47D0-8CAB-B6464CA6A18C}" type="datetime2">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2026年7月17日</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83301"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400"/>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现代控制理论</a:t>
            </a:r>
          </a:p>
        </p:txBody>
      </p:sp>
      <p:sp>
        <p:nvSpPr>
          <p:cNvPr id="183302"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400"/>
            </a:lvl1pPr>
          </a:lstStyle>
          <a:p>
            <a:pPr marL="0" marR="0" lvl="0" indent="0" algn="r" defTabSz="914400" rtl="0" eaLnBrk="1" fontAlgn="base" latinLnBrk="0" hangingPunct="1">
              <a:lnSpc>
                <a:spcPct val="100000"/>
              </a:lnSpc>
              <a:spcBef>
                <a:spcPct val="0"/>
              </a:spcBef>
              <a:spcAft>
                <a:spcPct val="0"/>
              </a:spcAft>
              <a:buClrTx/>
              <a:buSzTx/>
              <a:buFontTx/>
              <a:buNone/>
              <a:defRPr/>
            </a:pPr>
            <a:fld id="{D06E4E0C-485F-437F-8546-CA6991DB2D0D}"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p:cNvSpPr>
          <p:nvPr>
            <p:ph type="title"/>
          </p:nvPr>
        </p:nvSpPr>
        <p:spPr>
          <a:xfrm>
            <a:off x="457200" y="274638"/>
            <a:ext cx="8229600" cy="1143000"/>
          </a:xfrm>
          <a:prstGeom prst="rect">
            <a:avLst/>
          </a:prstGeom>
          <a:noFill/>
          <a:ln w="9525">
            <a:noFill/>
          </a:ln>
        </p:spPr>
        <p:txBody>
          <a:bodyPr anchor="ctr" anchorCtr="0"/>
          <a:lstStyle/>
          <a:p>
            <a:pPr lvl="0"/>
            <a:r>
              <a:rPr lang="zh-CN" altLang="en-US" dirty="0"/>
              <a:t>单击此处编辑母版标题样式</a:t>
            </a:r>
          </a:p>
        </p:txBody>
      </p:sp>
      <p:sp>
        <p:nvSpPr>
          <p:cNvPr id="2051" name="Rectangle 3"/>
          <p:cNvSpPr>
            <a:spLocks noGrp="1"/>
          </p:cNvSpPr>
          <p:nvPr>
            <p:ph type="body"/>
          </p:nvPr>
        </p:nvSpPr>
        <p:spPr>
          <a:xfrm>
            <a:off x="457200" y="1600200"/>
            <a:ext cx="8229600" cy="4525963"/>
          </a:xfrm>
          <a:prstGeom prst="rect">
            <a:avLst/>
          </a:prstGeom>
          <a:noFill/>
          <a:ln w="9525">
            <a:noFill/>
          </a:ln>
        </p:spPr>
        <p:txBody>
          <a:bodyPr anchor="t" anchorCtr="0"/>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183300"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fld id="{C96E3513-DB8C-47D0-8CAB-B6464CA6A18C}" type="datetime2">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2026年7月17日</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83301"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400"/>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现代控制理论</a:t>
            </a:r>
          </a:p>
        </p:txBody>
      </p:sp>
      <p:sp>
        <p:nvSpPr>
          <p:cNvPr id="183302"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400"/>
            </a:lvl1pPr>
          </a:lstStyle>
          <a:p>
            <a:pPr marL="0" marR="0" lvl="0" indent="0" algn="r" defTabSz="914400" rtl="0" eaLnBrk="1" fontAlgn="base" latinLnBrk="0" hangingPunct="1">
              <a:lnSpc>
                <a:spcPct val="100000"/>
              </a:lnSpc>
              <a:spcBef>
                <a:spcPct val="0"/>
              </a:spcBef>
              <a:spcAft>
                <a:spcPct val="0"/>
              </a:spcAft>
              <a:buClrTx/>
              <a:buSzTx/>
              <a:buFontTx/>
              <a:buNone/>
              <a:defRPr/>
            </a:pPr>
            <a:fld id="{D06E4E0C-485F-437F-8546-CA6991DB2D0D}"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 id="2147483681" r:id="rId16"/>
  </p:sldLayoutIdLst>
  <p:hf sldNum="0" hdr="0" ftr="0"/>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3.jpeg"/><Relationship Id="rId7" Type="http://schemas.openxmlformats.org/officeDocument/2006/relationships/image" Target="../media/image7.wmf"/><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6.wmf"/><Relationship Id="rId4" Type="http://schemas.openxmlformats.org/officeDocument/2006/relationships/oleObject" Target="../embeddings/oleObject2.bin"/><Relationship Id="rId9" Type="http://schemas.openxmlformats.org/officeDocument/2006/relationships/image" Target="../media/image8.wmf"/></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image" Target="../media/image3.jpeg"/><Relationship Id="rId7" Type="http://schemas.openxmlformats.org/officeDocument/2006/relationships/image" Target="../media/image10.emf"/><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oleObject" Target="../embeddings/oleObject6.bin"/><Relationship Id="rId5" Type="http://schemas.openxmlformats.org/officeDocument/2006/relationships/image" Target="../media/image9.emf"/><Relationship Id="rId4" Type="http://schemas.openxmlformats.org/officeDocument/2006/relationships/oleObject" Target="../embeddings/oleObject5.bin"/><Relationship Id="rId9" Type="http://schemas.openxmlformats.org/officeDocument/2006/relationships/image" Target="../media/image11.wmf"/></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10.bin"/><Relationship Id="rId13" Type="http://schemas.openxmlformats.org/officeDocument/2006/relationships/image" Target="../media/image16.wmf"/><Relationship Id="rId3" Type="http://schemas.openxmlformats.org/officeDocument/2006/relationships/image" Target="../media/image3.jpeg"/><Relationship Id="rId7" Type="http://schemas.openxmlformats.org/officeDocument/2006/relationships/image" Target="../media/image13.wmf"/><Relationship Id="rId12" Type="http://schemas.openxmlformats.org/officeDocument/2006/relationships/oleObject" Target="../embeddings/oleObject12.bin"/><Relationship Id="rId17" Type="http://schemas.openxmlformats.org/officeDocument/2006/relationships/image" Target="../media/image18.wmf"/><Relationship Id="rId2" Type="http://schemas.openxmlformats.org/officeDocument/2006/relationships/notesSlide" Target="../notesSlides/notesSlide10.xml"/><Relationship Id="rId16" Type="http://schemas.openxmlformats.org/officeDocument/2006/relationships/oleObject" Target="../embeddings/oleObject14.bin"/><Relationship Id="rId1" Type="http://schemas.openxmlformats.org/officeDocument/2006/relationships/slideLayout" Target="../slideLayouts/slideLayout2.xml"/><Relationship Id="rId6" Type="http://schemas.openxmlformats.org/officeDocument/2006/relationships/oleObject" Target="../embeddings/oleObject9.bin"/><Relationship Id="rId11" Type="http://schemas.openxmlformats.org/officeDocument/2006/relationships/image" Target="../media/image15.wmf"/><Relationship Id="rId5" Type="http://schemas.openxmlformats.org/officeDocument/2006/relationships/image" Target="../media/image12.wmf"/><Relationship Id="rId15" Type="http://schemas.openxmlformats.org/officeDocument/2006/relationships/image" Target="../media/image17.wmf"/><Relationship Id="rId10" Type="http://schemas.openxmlformats.org/officeDocument/2006/relationships/oleObject" Target="../embeddings/oleObject11.bin"/><Relationship Id="rId4" Type="http://schemas.openxmlformats.org/officeDocument/2006/relationships/oleObject" Target="../embeddings/oleObject8.bin"/><Relationship Id="rId9" Type="http://schemas.openxmlformats.org/officeDocument/2006/relationships/image" Target="../media/image14.wmf"/><Relationship Id="rId14" Type="http://schemas.openxmlformats.org/officeDocument/2006/relationships/oleObject" Target="../embeddings/oleObject13.bin"/></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17.bin"/><Relationship Id="rId13" Type="http://schemas.openxmlformats.org/officeDocument/2006/relationships/image" Target="../media/image23.emf"/><Relationship Id="rId18" Type="http://schemas.openxmlformats.org/officeDocument/2006/relationships/oleObject" Target="../embeddings/oleObject22.bin"/><Relationship Id="rId3" Type="http://schemas.openxmlformats.org/officeDocument/2006/relationships/image" Target="../media/image3.jpeg"/><Relationship Id="rId7" Type="http://schemas.openxmlformats.org/officeDocument/2006/relationships/image" Target="../media/image20.emf"/><Relationship Id="rId12" Type="http://schemas.openxmlformats.org/officeDocument/2006/relationships/oleObject" Target="../embeddings/oleObject19.bin"/><Relationship Id="rId17" Type="http://schemas.openxmlformats.org/officeDocument/2006/relationships/image" Target="../media/image25.emf"/><Relationship Id="rId2" Type="http://schemas.openxmlformats.org/officeDocument/2006/relationships/notesSlide" Target="../notesSlides/notesSlide11.xml"/><Relationship Id="rId16" Type="http://schemas.openxmlformats.org/officeDocument/2006/relationships/oleObject" Target="../embeddings/oleObject21.bin"/><Relationship Id="rId1" Type="http://schemas.openxmlformats.org/officeDocument/2006/relationships/slideLayout" Target="../slideLayouts/slideLayout2.xml"/><Relationship Id="rId6" Type="http://schemas.openxmlformats.org/officeDocument/2006/relationships/oleObject" Target="../embeddings/oleObject16.bin"/><Relationship Id="rId11" Type="http://schemas.openxmlformats.org/officeDocument/2006/relationships/image" Target="../media/image22.emf"/><Relationship Id="rId5" Type="http://schemas.openxmlformats.org/officeDocument/2006/relationships/image" Target="../media/image19.emf"/><Relationship Id="rId15" Type="http://schemas.openxmlformats.org/officeDocument/2006/relationships/image" Target="../media/image24.emf"/><Relationship Id="rId10" Type="http://schemas.openxmlformats.org/officeDocument/2006/relationships/oleObject" Target="../embeddings/oleObject18.bin"/><Relationship Id="rId19" Type="http://schemas.openxmlformats.org/officeDocument/2006/relationships/image" Target="../media/image26.emf"/><Relationship Id="rId4" Type="http://schemas.openxmlformats.org/officeDocument/2006/relationships/oleObject" Target="../embeddings/oleObject15.bin"/><Relationship Id="rId9" Type="http://schemas.openxmlformats.org/officeDocument/2006/relationships/image" Target="../media/image21.emf"/><Relationship Id="rId14" Type="http://schemas.openxmlformats.org/officeDocument/2006/relationships/oleObject" Target="../embeddings/oleObject20.bin"/></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25.bin"/><Relationship Id="rId13" Type="http://schemas.openxmlformats.org/officeDocument/2006/relationships/image" Target="../media/image31.emf"/><Relationship Id="rId3" Type="http://schemas.openxmlformats.org/officeDocument/2006/relationships/image" Target="../media/image3.jpeg"/><Relationship Id="rId7" Type="http://schemas.openxmlformats.org/officeDocument/2006/relationships/image" Target="../media/image28.emf"/><Relationship Id="rId12" Type="http://schemas.openxmlformats.org/officeDocument/2006/relationships/oleObject" Target="../embeddings/oleObject27.bin"/><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oleObject" Target="../embeddings/oleObject24.bin"/><Relationship Id="rId11" Type="http://schemas.openxmlformats.org/officeDocument/2006/relationships/image" Target="../media/image30.emf"/><Relationship Id="rId5" Type="http://schemas.openxmlformats.org/officeDocument/2006/relationships/image" Target="../media/image27.emf"/><Relationship Id="rId10" Type="http://schemas.openxmlformats.org/officeDocument/2006/relationships/oleObject" Target="../embeddings/oleObject26.bin"/><Relationship Id="rId4" Type="http://schemas.openxmlformats.org/officeDocument/2006/relationships/oleObject" Target="../embeddings/oleObject23.bin"/><Relationship Id="rId9" Type="http://schemas.openxmlformats.org/officeDocument/2006/relationships/image" Target="../media/image29.emf"/></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30.bin"/><Relationship Id="rId3" Type="http://schemas.openxmlformats.org/officeDocument/2006/relationships/image" Target="../media/image3.jpeg"/><Relationship Id="rId7" Type="http://schemas.openxmlformats.org/officeDocument/2006/relationships/image" Target="../media/image33.emf"/><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oleObject" Target="../embeddings/oleObject29.bin"/><Relationship Id="rId5" Type="http://schemas.openxmlformats.org/officeDocument/2006/relationships/image" Target="../media/image32.emf"/><Relationship Id="rId4" Type="http://schemas.openxmlformats.org/officeDocument/2006/relationships/oleObject" Target="../embeddings/oleObject28.bin"/><Relationship Id="rId9" Type="http://schemas.openxmlformats.org/officeDocument/2006/relationships/image" Target="../media/image34.emf"/></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33.bin"/><Relationship Id="rId13" Type="http://schemas.openxmlformats.org/officeDocument/2006/relationships/image" Target="../media/image39.wmf"/><Relationship Id="rId3" Type="http://schemas.openxmlformats.org/officeDocument/2006/relationships/image" Target="../media/image3.jpeg"/><Relationship Id="rId7" Type="http://schemas.openxmlformats.org/officeDocument/2006/relationships/image" Target="../media/image36.wmf"/><Relationship Id="rId12" Type="http://schemas.openxmlformats.org/officeDocument/2006/relationships/oleObject" Target="../embeddings/oleObject35.bin"/><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oleObject" Target="../embeddings/oleObject32.bin"/><Relationship Id="rId11" Type="http://schemas.openxmlformats.org/officeDocument/2006/relationships/image" Target="../media/image38.wmf"/><Relationship Id="rId5" Type="http://schemas.openxmlformats.org/officeDocument/2006/relationships/image" Target="../media/image35.wmf"/><Relationship Id="rId10" Type="http://schemas.openxmlformats.org/officeDocument/2006/relationships/oleObject" Target="../embeddings/oleObject34.bin"/><Relationship Id="rId4" Type="http://schemas.openxmlformats.org/officeDocument/2006/relationships/oleObject" Target="../embeddings/oleObject31.bin"/><Relationship Id="rId9" Type="http://schemas.openxmlformats.org/officeDocument/2006/relationships/image" Target="../media/image37.wmf"/></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38.bin"/><Relationship Id="rId13" Type="http://schemas.openxmlformats.org/officeDocument/2006/relationships/image" Target="../media/image44.emf"/><Relationship Id="rId3" Type="http://schemas.openxmlformats.org/officeDocument/2006/relationships/image" Target="../media/image3.jpeg"/><Relationship Id="rId7" Type="http://schemas.openxmlformats.org/officeDocument/2006/relationships/image" Target="../media/image41.emf"/><Relationship Id="rId12" Type="http://schemas.openxmlformats.org/officeDocument/2006/relationships/oleObject" Target="../embeddings/oleObject40.bin"/><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oleObject" Target="../embeddings/oleObject37.bin"/><Relationship Id="rId11" Type="http://schemas.openxmlformats.org/officeDocument/2006/relationships/image" Target="../media/image43.emf"/><Relationship Id="rId5" Type="http://schemas.openxmlformats.org/officeDocument/2006/relationships/image" Target="../media/image40.emf"/><Relationship Id="rId10" Type="http://schemas.openxmlformats.org/officeDocument/2006/relationships/oleObject" Target="../embeddings/oleObject39.bin"/><Relationship Id="rId4" Type="http://schemas.openxmlformats.org/officeDocument/2006/relationships/oleObject" Target="../embeddings/oleObject36.bin"/><Relationship Id="rId9" Type="http://schemas.openxmlformats.org/officeDocument/2006/relationships/image" Target="../media/image42.emf"/></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43.bin"/><Relationship Id="rId3" Type="http://schemas.openxmlformats.org/officeDocument/2006/relationships/image" Target="../media/image3.jpeg"/><Relationship Id="rId7" Type="http://schemas.openxmlformats.org/officeDocument/2006/relationships/image" Target="../media/image46.wmf"/><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oleObject" Target="../embeddings/oleObject42.bin"/><Relationship Id="rId5" Type="http://schemas.openxmlformats.org/officeDocument/2006/relationships/image" Target="../media/image45.wmf"/><Relationship Id="rId4" Type="http://schemas.openxmlformats.org/officeDocument/2006/relationships/oleObject" Target="../embeddings/oleObject41.bin"/><Relationship Id="rId9" Type="http://schemas.openxmlformats.org/officeDocument/2006/relationships/image" Target="../media/image47.wmf"/></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45.bin"/><Relationship Id="rId13" Type="http://schemas.openxmlformats.org/officeDocument/2006/relationships/image" Target="../media/image53.emf"/><Relationship Id="rId3" Type="http://schemas.openxmlformats.org/officeDocument/2006/relationships/image" Target="../media/image3.jpeg"/><Relationship Id="rId7" Type="http://schemas.openxmlformats.org/officeDocument/2006/relationships/image" Target="../media/image49.emf"/><Relationship Id="rId12" Type="http://schemas.openxmlformats.org/officeDocument/2006/relationships/image" Target="../media/image52.emf"/><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oleObject" Target="../embeddings/oleObject35.bin"/><Relationship Id="rId11" Type="http://schemas.openxmlformats.org/officeDocument/2006/relationships/oleObject" Target="../embeddings/oleObject46.bin"/><Relationship Id="rId5" Type="http://schemas.openxmlformats.org/officeDocument/2006/relationships/image" Target="../media/image48.emf"/><Relationship Id="rId10" Type="http://schemas.openxmlformats.org/officeDocument/2006/relationships/image" Target="../media/image51.emf"/><Relationship Id="rId4" Type="http://schemas.openxmlformats.org/officeDocument/2006/relationships/oleObject" Target="../embeddings/oleObject44.bin"/><Relationship Id="rId9" Type="http://schemas.openxmlformats.org/officeDocument/2006/relationships/image" Target="../media/image50.emf"/></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54.wmf"/><Relationship Id="rId4" Type="http://schemas.openxmlformats.org/officeDocument/2006/relationships/oleObject" Target="../embeddings/oleObject47.bin"/></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47.bin"/><Relationship Id="rId3" Type="http://schemas.openxmlformats.org/officeDocument/2006/relationships/image" Target="../media/image3.jpeg"/><Relationship Id="rId7" Type="http://schemas.openxmlformats.org/officeDocument/2006/relationships/image" Target="../media/image56.emf"/><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oleObject" Target="../embeddings/oleObject35.bin"/><Relationship Id="rId5" Type="http://schemas.openxmlformats.org/officeDocument/2006/relationships/image" Target="../media/image55.emf"/><Relationship Id="rId4" Type="http://schemas.openxmlformats.org/officeDocument/2006/relationships/oleObject" Target="../embeddings/oleObject48.bin"/><Relationship Id="rId9" Type="http://schemas.openxmlformats.org/officeDocument/2006/relationships/image" Target="../media/image54.wmf"/></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50.bin"/><Relationship Id="rId13" Type="http://schemas.openxmlformats.org/officeDocument/2006/relationships/image" Target="../media/image61.emf"/><Relationship Id="rId3" Type="http://schemas.openxmlformats.org/officeDocument/2006/relationships/image" Target="../media/image3.jpeg"/><Relationship Id="rId7" Type="http://schemas.openxmlformats.org/officeDocument/2006/relationships/image" Target="../media/image58.emf"/><Relationship Id="rId12" Type="http://schemas.openxmlformats.org/officeDocument/2006/relationships/oleObject" Target="../embeddings/oleObject52.bin"/><Relationship Id="rId17" Type="http://schemas.openxmlformats.org/officeDocument/2006/relationships/image" Target="../media/image54.wmf"/><Relationship Id="rId2" Type="http://schemas.openxmlformats.org/officeDocument/2006/relationships/notesSlide" Target="../notesSlides/notesSlide21.xml"/><Relationship Id="rId16" Type="http://schemas.openxmlformats.org/officeDocument/2006/relationships/oleObject" Target="../embeddings/oleObject47.bin"/><Relationship Id="rId1" Type="http://schemas.openxmlformats.org/officeDocument/2006/relationships/slideLayout" Target="../slideLayouts/slideLayout2.xml"/><Relationship Id="rId6" Type="http://schemas.openxmlformats.org/officeDocument/2006/relationships/oleObject" Target="../embeddings/oleObject49.bin"/><Relationship Id="rId11" Type="http://schemas.openxmlformats.org/officeDocument/2006/relationships/image" Target="../media/image60.emf"/><Relationship Id="rId5" Type="http://schemas.openxmlformats.org/officeDocument/2006/relationships/image" Target="../media/image57.emf"/><Relationship Id="rId15" Type="http://schemas.openxmlformats.org/officeDocument/2006/relationships/image" Target="../media/image62.emf"/><Relationship Id="rId10" Type="http://schemas.openxmlformats.org/officeDocument/2006/relationships/oleObject" Target="../embeddings/oleObject51.bin"/><Relationship Id="rId4" Type="http://schemas.openxmlformats.org/officeDocument/2006/relationships/oleObject" Target="../embeddings/oleObject48.bin"/><Relationship Id="rId9" Type="http://schemas.openxmlformats.org/officeDocument/2006/relationships/image" Target="../media/image59.emf"/><Relationship Id="rId14" Type="http://schemas.openxmlformats.org/officeDocument/2006/relationships/oleObject" Target="../embeddings/oleObject35.bin"/></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55.bin"/><Relationship Id="rId13" Type="http://schemas.openxmlformats.org/officeDocument/2006/relationships/image" Target="../media/image67.wmf"/><Relationship Id="rId18" Type="http://schemas.openxmlformats.org/officeDocument/2006/relationships/oleObject" Target="../embeddings/oleObject60.bin"/><Relationship Id="rId3" Type="http://schemas.openxmlformats.org/officeDocument/2006/relationships/image" Target="../media/image3.jpeg"/><Relationship Id="rId7" Type="http://schemas.openxmlformats.org/officeDocument/2006/relationships/image" Target="../media/image64.wmf"/><Relationship Id="rId12" Type="http://schemas.openxmlformats.org/officeDocument/2006/relationships/oleObject" Target="../embeddings/oleObject57.bin"/><Relationship Id="rId17" Type="http://schemas.openxmlformats.org/officeDocument/2006/relationships/image" Target="../media/image69.wmf"/><Relationship Id="rId2" Type="http://schemas.openxmlformats.org/officeDocument/2006/relationships/notesSlide" Target="../notesSlides/notesSlide23.xml"/><Relationship Id="rId16" Type="http://schemas.openxmlformats.org/officeDocument/2006/relationships/oleObject" Target="../embeddings/oleObject59.bin"/><Relationship Id="rId1" Type="http://schemas.openxmlformats.org/officeDocument/2006/relationships/slideLayout" Target="../slideLayouts/slideLayout2.xml"/><Relationship Id="rId6" Type="http://schemas.openxmlformats.org/officeDocument/2006/relationships/oleObject" Target="../embeddings/oleObject54.bin"/><Relationship Id="rId11" Type="http://schemas.openxmlformats.org/officeDocument/2006/relationships/image" Target="../media/image66.wmf"/><Relationship Id="rId5" Type="http://schemas.openxmlformats.org/officeDocument/2006/relationships/image" Target="../media/image63.wmf"/><Relationship Id="rId15" Type="http://schemas.openxmlformats.org/officeDocument/2006/relationships/image" Target="../media/image68.wmf"/><Relationship Id="rId10" Type="http://schemas.openxmlformats.org/officeDocument/2006/relationships/oleObject" Target="../embeddings/oleObject56.bin"/><Relationship Id="rId19" Type="http://schemas.openxmlformats.org/officeDocument/2006/relationships/image" Target="../media/image70.wmf"/><Relationship Id="rId4" Type="http://schemas.openxmlformats.org/officeDocument/2006/relationships/oleObject" Target="../embeddings/oleObject53.bin"/><Relationship Id="rId9" Type="http://schemas.openxmlformats.org/officeDocument/2006/relationships/image" Target="../media/image65.wmf"/><Relationship Id="rId14" Type="http://schemas.openxmlformats.org/officeDocument/2006/relationships/oleObject" Target="../embeddings/oleObject58.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55.bin"/><Relationship Id="rId13" Type="http://schemas.openxmlformats.org/officeDocument/2006/relationships/image" Target="../media/image67.wmf"/><Relationship Id="rId18" Type="http://schemas.openxmlformats.org/officeDocument/2006/relationships/oleObject" Target="../embeddings/oleObject62.bin"/><Relationship Id="rId3" Type="http://schemas.openxmlformats.org/officeDocument/2006/relationships/image" Target="../media/image3.jpeg"/><Relationship Id="rId7" Type="http://schemas.openxmlformats.org/officeDocument/2006/relationships/image" Target="../media/image64.wmf"/><Relationship Id="rId12" Type="http://schemas.openxmlformats.org/officeDocument/2006/relationships/oleObject" Target="../embeddings/oleObject57.bin"/><Relationship Id="rId17" Type="http://schemas.openxmlformats.org/officeDocument/2006/relationships/image" Target="../media/image71.wmf"/><Relationship Id="rId2" Type="http://schemas.openxmlformats.org/officeDocument/2006/relationships/notesSlide" Target="../notesSlides/notesSlide24.xml"/><Relationship Id="rId16" Type="http://schemas.openxmlformats.org/officeDocument/2006/relationships/oleObject" Target="../embeddings/oleObject61.bin"/><Relationship Id="rId1" Type="http://schemas.openxmlformats.org/officeDocument/2006/relationships/slideLayout" Target="../slideLayouts/slideLayout2.xml"/><Relationship Id="rId6" Type="http://schemas.openxmlformats.org/officeDocument/2006/relationships/oleObject" Target="../embeddings/oleObject54.bin"/><Relationship Id="rId11" Type="http://schemas.openxmlformats.org/officeDocument/2006/relationships/image" Target="../media/image66.wmf"/><Relationship Id="rId5" Type="http://schemas.openxmlformats.org/officeDocument/2006/relationships/image" Target="../media/image63.wmf"/><Relationship Id="rId15" Type="http://schemas.openxmlformats.org/officeDocument/2006/relationships/image" Target="../media/image68.wmf"/><Relationship Id="rId10" Type="http://schemas.openxmlformats.org/officeDocument/2006/relationships/oleObject" Target="../embeddings/oleObject56.bin"/><Relationship Id="rId19" Type="http://schemas.openxmlformats.org/officeDocument/2006/relationships/image" Target="../media/image72.wmf"/><Relationship Id="rId4" Type="http://schemas.openxmlformats.org/officeDocument/2006/relationships/oleObject" Target="../embeddings/oleObject53.bin"/><Relationship Id="rId9" Type="http://schemas.openxmlformats.org/officeDocument/2006/relationships/image" Target="../media/image65.wmf"/><Relationship Id="rId14" Type="http://schemas.openxmlformats.org/officeDocument/2006/relationships/oleObject" Target="../embeddings/oleObject58.bin"/></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55.bin"/><Relationship Id="rId13" Type="http://schemas.openxmlformats.org/officeDocument/2006/relationships/image" Target="../media/image67.wmf"/><Relationship Id="rId18" Type="http://schemas.openxmlformats.org/officeDocument/2006/relationships/oleObject" Target="../embeddings/oleObject63.bin"/><Relationship Id="rId3" Type="http://schemas.openxmlformats.org/officeDocument/2006/relationships/image" Target="../media/image3.jpeg"/><Relationship Id="rId21" Type="http://schemas.openxmlformats.org/officeDocument/2006/relationships/image" Target="../media/image74.wmf"/><Relationship Id="rId7" Type="http://schemas.openxmlformats.org/officeDocument/2006/relationships/image" Target="../media/image64.wmf"/><Relationship Id="rId12" Type="http://schemas.openxmlformats.org/officeDocument/2006/relationships/oleObject" Target="../embeddings/oleObject57.bin"/><Relationship Id="rId17" Type="http://schemas.openxmlformats.org/officeDocument/2006/relationships/image" Target="../media/image71.wmf"/><Relationship Id="rId2" Type="http://schemas.openxmlformats.org/officeDocument/2006/relationships/notesSlide" Target="../notesSlides/notesSlide25.xml"/><Relationship Id="rId16" Type="http://schemas.openxmlformats.org/officeDocument/2006/relationships/oleObject" Target="../embeddings/oleObject61.bin"/><Relationship Id="rId20" Type="http://schemas.openxmlformats.org/officeDocument/2006/relationships/oleObject" Target="../embeddings/oleObject64.bin"/><Relationship Id="rId1" Type="http://schemas.openxmlformats.org/officeDocument/2006/relationships/slideLayout" Target="../slideLayouts/slideLayout2.xml"/><Relationship Id="rId6" Type="http://schemas.openxmlformats.org/officeDocument/2006/relationships/oleObject" Target="../embeddings/oleObject54.bin"/><Relationship Id="rId11" Type="http://schemas.openxmlformats.org/officeDocument/2006/relationships/image" Target="../media/image66.wmf"/><Relationship Id="rId5" Type="http://schemas.openxmlformats.org/officeDocument/2006/relationships/image" Target="../media/image63.wmf"/><Relationship Id="rId15" Type="http://schemas.openxmlformats.org/officeDocument/2006/relationships/image" Target="../media/image68.wmf"/><Relationship Id="rId10" Type="http://schemas.openxmlformats.org/officeDocument/2006/relationships/oleObject" Target="../embeddings/oleObject56.bin"/><Relationship Id="rId19" Type="http://schemas.openxmlformats.org/officeDocument/2006/relationships/image" Target="../media/image73.wmf"/><Relationship Id="rId4" Type="http://schemas.openxmlformats.org/officeDocument/2006/relationships/oleObject" Target="../embeddings/oleObject53.bin"/><Relationship Id="rId9" Type="http://schemas.openxmlformats.org/officeDocument/2006/relationships/image" Target="../media/image65.wmf"/><Relationship Id="rId14" Type="http://schemas.openxmlformats.org/officeDocument/2006/relationships/oleObject" Target="../embeddings/oleObject58.bin"/></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67.bin"/><Relationship Id="rId13" Type="http://schemas.openxmlformats.org/officeDocument/2006/relationships/image" Target="../media/image79.wmf"/><Relationship Id="rId3" Type="http://schemas.openxmlformats.org/officeDocument/2006/relationships/image" Target="../media/image3.jpeg"/><Relationship Id="rId7" Type="http://schemas.openxmlformats.org/officeDocument/2006/relationships/image" Target="../media/image76.wmf"/><Relationship Id="rId12" Type="http://schemas.openxmlformats.org/officeDocument/2006/relationships/oleObject" Target="../embeddings/oleObject69.bin"/><Relationship Id="rId17" Type="http://schemas.openxmlformats.org/officeDocument/2006/relationships/image" Target="../media/image81.wmf"/><Relationship Id="rId2" Type="http://schemas.openxmlformats.org/officeDocument/2006/relationships/notesSlide" Target="../notesSlides/notesSlide26.xml"/><Relationship Id="rId16" Type="http://schemas.openxmlformats.org/officeDocument/2006/relationships/oleObject" Target="../embeddings/oleObject71.bin"/><Relationship Id="rId1" Type="http://schemas.openxmlformats.org/officeDocument/2006/relationships/slideLayout" Target="../slideLayouts/slideLayout2.xml"/><Relationship Id="rId6" Type="http://schemas.openxmlformats.org/officeDocument/2006/relationships/oleObject" Target="../embeddings/oleObject66.bin"/><Relationship Id="rId11" Type="http://schemas.openxmlformats.org/officeDocument/2006/relationships/image" Target="../media/image78.wmf"/><Relationship Id="rId5" Type="http://schemas.openxmlformats.org/officeDocument/2006/relationships/image" Target="../media/image75.wmf"/><Relationship Id="rId15" Type="http://schemas.openxmlformats.org/officeDocument/2006/relationships/image" Target="../media/image80.wmf"/><Relationship Id="rId10" Type="http://schemas.openxmlformats.org/officeDocument/2006/relationships/oleObject" Target="../embeddings/oleObject68.bin"/><Relationship Id="rId4" Type="http://schemas.openxmlformats.org/officeDocument/2006/relationships/oleObject" Target="../embeddings/oleObject65.bin"/><Relationship Id="rId9" Type="http://schemas.openxmlformats.org/officeDocument/2006/relationships/image" Target="../media/image77.wmf"/><Relationship Id="rId14" Type="http://schemas.openxmlformats.org/officeDocument/2006/relationships/oleObject" Target="../embeddings/oleObject70.bin"/></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74.bin"/><Relationship Id="rId3" Type="http://schemas.openxmlformats.org/officeDocument/2006/relationships/image" Target="../media/image3.jpeg"/><Relationship Id="rId7" Type="http://schemas.openxmlformats.org/officeDocument/2006/relationships/image" Target="../media/image83.wmf"/><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oleObject" Target="../embeddings/oleObject73.bin"/><Relationship Id="rId5" Type="http://schemas.openxmlformats.org/officeDocument/2006/relationships/image" Target="../media/image82.wmf"/><Relationship Id="rId4" Type="http://schemas.openxmlformats.org/officeDocument/2006/relationships/oleObject" Target="../embeddings/oleObject72.bin"/><Relationship Id="rId9" Type="http://schemas.openxmlformats.org/officeDocument/2006/relationships/image" Target="../media/image84.wmf"/></Relationships>
</file>

<file path=ppt/slides/_rels/slide2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77.bin"/><Relationship Id="rId3" Type="http://schemas.openxmlformats.org/officeDocument/2006/relationships/image" Target="../media/image3.jpeg"/><Relationship Id="rId7" Type="http://schemas.openxmlformats.org/officeDocument/2006/relationships/image" Target="../media/image86.wmf"/><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oleObject" Target="../embeddings/oleObject76.bin"/><Relationship Id="rId11" Type="http://schemas.openxmlformats.org/officeDocument/2006/relationships/image" Target="../media/image88.wmf"/><Relationship Id="rId5" Type="http://schemas.openxmlformats.org/officeDocument/2006/relationships/image" Target="../media/image85.wmf"/><Relationship Id="rId10" Type="http://schemas.openxmlformats.org/officeDocument/2006/relationships/oleObject" Target="../embeddings/oleObject78.bin"/><Relationship Id="rId4" Type="http://schemas.openxmlformats.org/officeDocument/2006/relationships/oleObject" Target="../embeddings/oleObject75.bin"/><Relationship Id="rId9" Type="http://schemas.openxmlformats.org/officeDocument/2006/relationships/image" Target="../media/image87.wmf"/></Relationships>
</file>

<file path=ppt/slides/_rels/slide3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89.wmf"/><Relationship Id="rId4" Type="http://schemas.openxmlformats.org/officeDocument/2006/relationships/oleObject" Target="../embeddings/oleObject79.bin"/></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82.bin"/><Relationship Id="rId13" Type="http://schemas.openxmlformats.org/officeDocument/2006/relationships/image" Target="../media/image94.wmf"/><Relationship Id="rId18" Type="http://schemas.openxmlformats.org/officeDocument/2006/relationships/oleObject" Target="../embeddings/oleObject87.bin"/><Relationship Id="rId3" Type="http://schemas.openxmlformats.org/officeDocument/2006/relationships/image" Target="../media/image3.jpeg"/><Relationship Id="rId7" Type="http://schemas.openxmlformats.org/officeDocument/2006/relationships/image" Target="../media/image91.wmf"/><Relationship Id="rId12" Type="http://schemas.openxmlformats.org/officeDocument/2006/relationships/oleObject" Target="../embeddings/oleObject84.bin"/><Relationship Id="rId17" Type="http://schemas.openxmlformats.org/officeDocument/2006/relationships/image" Target="../media/image96.wmf"/><Relationship Id="rId2" Type="http://schemas.openxmlformats.org/officeDocument/2006/relationships/notesSlide" Target="../notesSlides/notesSlide31.xml"/><Relationship Id="rId16" Type="http://schemas.openxmlformats.org/officeDocument/2006/relationships/oleObject" Target="../embeddings/oleObject86.bin"/><Relationship Id="rId1" Type="http://schemas.openxmlformats.org/officeDocument/2006/relationships/slideLayout" Target="../slideLayouts/slideLayout2.xml"/><Relationship Id="rId6" Type="http://schemas.openxmlformats.org/officeDocument/2006/relationships/oleObject" Target="../embeddings/oleObject81.bin"/><Relationship Id="rId11" Type="http://schemas.openxmlformats.org/officeDocument/2006/relationships/image" Target="../media/image93.wmf"/><Relationship Id="rId5" Type="http://schemas.openxmlformats.org/officeDocument/2006/relationships/image" Target="../media/image90.wmf"/><Relationship Id="rId15" Type="http://schemas.openxmlformats.org/officeDocument/2006/relationships/image" Target="../media/image95.wmf"/><Relationship Id="rId10" Type="http://schemas.openxmlformats.org/officeDocument/2006/relationships/oleObject" Target="../embeddings/oleObject83.bin"/><Relationship Id="rId19" Type="http://schemas.openxmlformats.org/officeDocument/2006/relationships/image" Target="../media/image89.wmf"/><Relationship Id="rId4" Type="http://schemas.openxmlformats.org/officeDocument/2006/relationships/oleObject" Target="../embeddings/oleObject80.bin"/><Relationship Id="rId9" Type="http://schemas.openxmlformats.org/officeDocument/2006/relationships/image" Target="../media/image92.wmf"/><Relationship Id="rId14" Type="http://schemas.openxmlformats.org/officeDocument/2006/relationships/oleObject" Target="../embeddings/oleObject85.bin"/></Relationships>
</file>

<file path=ppt/slides/_rels/slide3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97.png"/><Relationship Id="rId5" Type="http://schemas.openxmlformats.org/officeDocument/2006/relationships/image" Target="../media/image89.wmf"/><Relationship Id="rId4" Type="http://schemas.openxmlformats.org/officeDocument/2006/relationships/oleObject" Target="../embeddings/oleObject87.bin"/></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90.bin"/><Relationship Id="rId13" Type="http://schemas.openxmlformats.org/officeDocument/2006/relationships/image" Target="../media/image102.wmf"/><Relationship Id="rId3" Type="http://schemas.openxmlformats.org/officeDocument/2006/relationships/image" Target="../media/image3.jpeg"/><Relationship Id="rId7" Type="http://schemas.openxmlformats.org/officeDocument/2006/relationships/image" Target="../media/image99.wmf"/><Relationship Id="rId12" Type="http://schemas.openxmlformats.org/officeDocument/2006/relationships/oleObject" Target="../embeddings/oleObject92.bin"/><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oleObject" Target="../embeddings/oleObject89.bin"/><Relationship Id="rId11" Type="http://schemas.openxmlformats.org/officeDocument/2006/relationships/image" Target="../media/image101.wmf"/><Relationship Id="rId5" Type="http://schemas.openxmlformats.org/officeDocument/2006/relationships/image" Target="../media/image98.wmf"/><Relationship Id="rId10" Type="http://schemas.openxmlformats.org/officeDocument/2006/relationships/oleObject" Target="../embeddings/oleObject91.bin"/><Relationship Id="rId4" Type="http://schemas.openxmlformats.org/officeDocument/2006/relationships/oleObject" Target="../embeddings/oleObject88.bin"/><Relationship Id="rId9" Type="http://schemas.openxmlformats.org/officeDocument/2006/relationships/image" Target="../media/image100.wmf"/></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95.bin"/><Relationship Id="rId13" Type="http://schemas.openxmlformats.org/officeDocument/2006/relationships/image" Target="../media/image107.wmf"/><Relationship Id="rId3" Type="http://schemas.openxmlformats.org/officeDocument/2006/relationships/image" Target="../media/image3.jpeg"/><Relationship Id="rId7" Type="http://schemas.openxmlformats.org/officeDocument/2006/relationships/image" Target="../media/image104.wmf"/><Relationship Id="rId12" Type="http://schemas.openxmlformats.org/officeDocument/2006/relationships/oleObject" Target="../embeddings/oleObject90.bin"/><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oleObject" Target="../embeddings/oleObject94.bin"/><Relationship Id="rId11" Type="http://schemas.openxmlformats.org/officeDocument/2006/relationships/image" Target="../media/image106.wmf"/><Relationship Id="rId5" Type="http://schemas.openxmlformats.org/officeDocument/2006/relationships/image" Target="../media/image103.wmf"/><Relationship Id="rId15" Type="http://schemas.openxmlformats.org/officeDocument/2006/relationships/image" Target="../media/image108.wmf"/><Relationship Id="rId10" Type="http://schemas.openxmlformats.org/officeDocument/2006/relationships/oleObject" Target="../embeddings/oleObject96.bin"/><Relationship Id="rId4" Type="http://schemas.openxmlformats.org/officeDocument/2006/relationships/oleObject" Target="../embeddings/oleObject93.bin"/><Relationship Id="rId9" Type="http://schemas.openxmlformats.org/officeDocument/2006/relationships/image" Target="../media/image105.wmf"/><Relationship Id="rId14" Type="http://schemas.openxmlformats.org/officeDocument/2006/relationships/oleObject" Target="../embeddings/oleObject97.bin"/></Relationships>
</file>

<file path=ppt/slides/_rels/slide3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5.xml"/><Relationship Id="rId1" Type="http://schemas.openxmlformats.org/officeDocument/2006/relationships/slideLayout" Target="../slideLayouts/slideLayout14.xml"/><Relationship Id="rId5" Type="http://schemas.openxmlformats.org/officeDocument/2006/relationships/image" Target="../media/image109.wmf"/><Relationship Id="rId4" Type="http://schemas.openxmlformats.org/officeDocument/2006/relationships/oleObject" Target="../embeddings/oleObject98.bin"/></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101.bin"/><Relationship Id="rId3" Type="http://schemas.openxmlformats.org/officeDocument/2006/relationships/image" Target="../media/image3.jpeg"/><Relationship Id="rId7" Type="http://schemas.openxmlformats.org/officeDocument/2006/relationships/image" Target="../media/image111.wmf"/><Relationship Id="rId2" Type="http://schemas.openxmlformats.org/officeDocument/2006/relationships/notesSlide" Target="../notesSlides/notesSlide36.xml"/><Relationship Id="rId1" Type="http://schemas.openxmlformats.org/officeDocument/2006/relationships/slideLayout" Target="../slideLayouts/slideLayout14.xml"/><Relationship Id="rId6" Type="http://schemas.openxmlformats.org/officeDocument/2006/relationships/oleObject" Target="../embeddings/oleObject100.bin"/><Relationship Id="rId11" Type="http://schemas.openxmlformats.org/officeDocument/2006/relationships/image" Target="../media/image109.wmf"/><Relationship Id="rId5" Type="http://schemas.openxmlformats.org/officeDocument/2006/relationships/image" Target="../media/image110.wmf"/><Relationship Id="rId10" Type="http://schemas.openxmlformats.org/officeDocument/2006/relationships/oleObject" Target="../embeddings/oleObject98.bin"/><Relationship Id="rId4" Type="http://schemas.openxmlformats.org/officeDocument/2006/relationships/oleObject" Target="../embeddings/oleObject99.bin"/><Relationship Id="rId9" Type="http://schemas.openxmlformats.org/officeDocument/2006/relationships/image" Target="../media/image112.wmf"/></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102.bin"/><Relationship Id="rId13" Type="http://schemas.openxmlformats.org/officeDocument/2006/relationships/image" Target="../media/image115.wmf"/><Relationship Id="rId3" Type="http://schemas.openxmlformats.org/officeDocument/2006/relationships/image" Target="../media/image3.jpeg"/><Relationship Id="rId7" Type="http://schemas.openxmlformats.org/officeDocument/2006/relationships/image" Target="../media/image111.wmf"/><Relationship Id="rId12" Type="http://schemas.openxmlformats.org/officeDocument/2006/relationships/oleObject" Target="../embeddings/oleObject104.bin"/><Relationship Id="rId2" Type="http://schemas.openxmlformats.org/officeDocument/2006/relationships/notesSlide" Target="../notesSlides/notesSlide37.xml"/><Relationship Id="rId1" Type="http://schemas.openxmlformats.org/officeDocument/2006/relationships/slideLayout" Target="../slideLayouts/slideLayout14.xml"/><Relationship Id="rId6" Type="http://schemas.openxmlformats.org/officeDocument/2006/relationships/oleObject" Target="../embeddings/oleObject100.bin"/><Relationship Id="rId11" Type="http://schemas.openxmlformats.org/officeDocument/2006/relationships/image" Target="../media/image114.wmf"/><Relationship Id="rId5" Type="http://schemas.openxmlformats.org/officeDocument/2006/relationships/image" Target="../media/image110.wmf"/><Relationship Id="rId15" Type="http://schemas.openxmlformats.org/officeDocument/2006/relationships/image" Target="../media/image109.wmf"/><Relationship Id="rId10" Type="http://schemas.openxmlformats.org/officeDocument/2006/relationships/oleObject" Target="../embeddings/oleObject103.bin"/><Relationship Id="rId4" Type="http://schemas.openxmlformats.org/officeDocument/2006/relationships/oleObject" Target="../embeddings/oleObject99.bin"/><Relationship Id="rId9" Type="http://schemas.openxmlformats.org/officeDocument/2006/relationships/image" Target="../media/image113.wmf"/><Relationship Id="rId14" Type="http://schemas.openxmlformats.org/officeDocument/2006/relationships/oleObject" Target="../embeddings/oleObject98.bin"/></Relationships>
</file>

<file path=ppt/slides/_rels/slide3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8.xml"/><Relationship Id="rId1" Type="http://schemas.openxmlformats.org/officeDocument/2006/relationships/slideLayout" Target="../slideLayouts/slideLayout14.xml"/><Relationship Id="rId5" Type="http://schemas.openxmlformats.org/officeDocument/2006/relationships/image" Target="../media/image116.wmf"/><Relationship Id="rId4" Type="http://schemas.openxmlformats.org/officeDocument/2006/relationships/oleObject" Target="../embeddings/oleObject105.bin"/></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108.bin"/><Relationship Id="rId3" Type="http://schemas.openxmlformats.org/officeDocument/2006/relationships/image" Target="../media/image3.jpeg"/><Relationship Id="rId7" Type="http://schemas.openxmlformats.org/officeDocument/2006/relationships/image" Target="../media/image118.wmf"/><Relationship Id="rId2" Type="http://schemas.openxmlformats.org/officeDocument/2006/relationships/notesSlide" Target="../notesSlides/notesSlide39.xml"/><Relationship Id="rId1" Type="http://schemas.openxmlformats.org/officeDocument/2006/relationships/slideLayout" Target="../slideLayouts/slideLayout14.xml"/><Relationship Id="rId6" Type="http://schemas.openxmlformats.org/officeDocument/2006/relationships/oleObject" Target="../embeddings/oleObject107.bin"/><Relationship Id="rId11" Type="http://schemas.openxmlformats.org/officeDocument/2006/relationships/image" Target="../media/image116.wmf"/><Relationship Id="rId5" Type="http://schemas.openxmlformats.org/officeDocument/2006/relationships/image" Target="../media/image117.wmf"/><Relationship Id="rId10" Type="http://schemas.openxmlformats.org/officeDocument/2006/relationships/oleObject" Target="../embeddings/oleObject105.bin"/><Relationship Id="rId4" Type="http://schemas.openxmlformats.org/officeDocument/2006/relationships/oleObject" Target="../embeddings/oleObject106.bin"/><Relationship Id="rId9" Type="http://schemas.openxmlformats.org/officeDocument/2006/relationships/image" Target="../media/image119.wmf"/></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109.bin"/><Relationship Id="rId13" Type="http://schemas.openxmlformats.org/officeDocument/2006/relationships/image" Target="../media/image113.wmf"/><Relationship Id="rId3" Type="http://schemas.openxmlformats.org/officeDocument/2006/relationships/image" Target="../media/image3.jpeg"/><Relationship Id="rId7" Type="http://schemas.openxmlformats.org/officeDocument/2006/relationships/image" Target="../media/image118.wmf"/><Relationship Id="rId12" Type="http://schemas.openxmlformats.org/officeDocument/2006/relationships/oleObject" Target="../embeddings/oleObject102.bin"/><Relationship Id="rId17" Type="http://schemas.openxmlformats.org/officeDocument/2006/relationships/image" Target="../media/image116.wmf"/><Relationship Id="rId2" Type="http://schemas.openxmlformats.org/officeDocument/2006/relationships/notesSlide" Target="../notesSlides/notesSlide40.xml"/><Relationship Id="rId16" Type="http://schemas.openxmlformats.org/officeDocument/2006/relationships/oleObject" Target="../embeddings/oleObject105.bin"/><Relationship Id="rId1" Type="http://schemas.openxmlformats.org/officeDocument/2006/relationships/slideLayout" Target="../slideLayouts/slideLayout14.xml"/><Relationship Id="rId6" Type="http://schemas.openxmlformats.org/officeDocument/2006/relationships/oleObject" Target="../embeddings/oleObject107.bin"/><Relationship Id="rId11" Type="http://schemas.openxmlformats.org/officeDocument/2006/relationships/image" Target="../media/image121.wmf"/><Relationship Id="rId5" Type="http://schemas.openxmlformats.org/officeDocument/2006/relationships/image" Target="../media/image117.wmf"/><Relationship Id="rId15" Type="http://schemas.openxmlformats.org/officeDocument/2006/relationships/image" Target="../media/image114.wmf"/><Relationship Id="rId10" Type="http://schemas.openxmlformats.org/officeDocument/2006/relationships/oleObject" Target="../embeddings/oleObject110.bin"/><Relationship Id="rId4" Type="http://schemas.openxmlformats.org/officeDocument/2006/relationships/oleObject" Target="../embeddings/oleObject106.bin"/><Relationship Id="rId9" Type="http://schemas.openxmlformats.org/officeDocument/2006/relationships/image" Target="../media/image120.wmf"/><Relationship Id="rId14" Type="http://schemas.openxmlformats.org/officeDocument/2006/relationships/oleObject" Target="../embeddings/oleObject103.bin"/></Relationships>
</file>

<file path=ppt/slides/_rels/slide4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1.xml"/><Relationship Id="rId1" Type="http://schemas.openxmlformats.org/officeDocument/2006/relationships/slideLayout" Target="../slideLayouts/slideLayout14.xml"/><Relationship Id="rId5" Type="http://schemas.openxmlformats.org/officeDocument/2006/relationships/image" Target="../media/image122.wmf"/><Relationship Id="rId4" Type="http://schemas.openxmlformats.org/officeDocument/2006/relationships/oleObject" Target="../embeddings/oleObject111.bin"/></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114.bin"/><Relationship Id="rId3" Type="http://schemas.openxmlformats.org/officeDocument/2006/relationships/image" Target="../media/image3.jpeg"/><Relationship Id="rId7" Type="http://schemas.openxmlformats.org/officeDocument/2006/relationships/image" Target="../media/image124.wmf"/><Relationship Id="rId2" Type="http://schemas.openxmlformats.org/officeDocument/2006/relationships/notesSlide" Target="../notesSlides/notesSlide42.xml"/><Relationship Id="rId1" Type="http://schemas.openxmlformats.org/officeDocument/2006/relationships/slideLayout" Target="../slideLayouts/slideLayout14.xml"/><Relationship Id="rId6" Type="http://schemas.openxmlformats.org/officeDocument/2006/relationships/oleObject" Target="../embeddings/oleObject113.bin"/><Relationship Id="rId11" Type="http://schemas.openxmlformats.org/officeDocument/2006/relationships/image" Target="../media/image122.wmf"/><Relationship Id="rId5" Type="http://schemas.openxmlformats.org/officeDocument/2006/relationships/image" Target="../media/image123.wmf"/><Relationship Id="rId10" Type="http://schemas.openxmlformats.org/officeDocument/2006/relationships/oleObject" Target="../embeddings/oleObject111.bin"/><Relationship Id="rId4" Type="http://schemas.openxmlformats.org/officeDocument/2006/relationships/oleObject" Target="../embeddings/oleObject112.bin"/><Relationship Id="rId9" Type="http://schemas.openxmlformats.org/officeDocument/2006/relationships/image" Target="../media/image125.wmf"/></Relationships>
</file>

<file path=ppt/slides/_rels/slide4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4.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5.xml"/><Relationship Id="rId1" Type="http://schemas.openxmlformats.org/officeDocument/2006/relationships/slideLayout" Target="../slideLayouts/slideLayout30.xml"/></Relationships>
</file>

<file path=ppt/slides/_rels/slide4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6.xml"/><Relationship Id="rId1" Type="http://schemas.openxmlformats.org/officeDocument/2006/relationships/slideLayout" Target="../slideLayouts/slideLayout30.xml"/><Relationship Id="rId4" Type="http://schemas.openxmlformats.org/officeDocument/2006/relationships/image" Target="../media/image126.png"/></Relationships>
</file>

<file path=ppt/slides/_rels/slide4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7.xml"/><Relationship Id="rId1" Type="http://schemas.openxmlformats.org/officeDocument/2006/relationships/slideLayout" Target="../slideLayouts/slideLayout30.xml"/><Relationship Id="rId4" Type="http://schemas.openxmlformats.org/officeDocument/2006/relationships/image" Target="../media/image127.png"/></Relationships>
</file>

<file path=ppt/slides/_rels/slide4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8.xml"/><Relationship Id="rId1" Type="http://schemas.openxmlformats.org/officeDocument/2006/relationships/slideLayout" Target="../slideLayouts/slideLayout14.xml"/><Relationship Id="rId5" Type="http://schemas.openxmlformats.org/officeDocument/2006/relationships/image" Target="../media/image128.wmf"/><Relationship Id="rId4" Type="http://schemas.openxmlformats.org/officeDocument/2006/relationships/oleObject" Target="../embeddings/oleObject115.bin"/></Relationships>
</file>

<file path=ppt/slides/_rels/slide49.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130.wmf"/><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oleObject" Target="../embeddings/oleObject117.bin"/><Relationship Id="rId5" Type="http://schemas.openxmlformats.org/officeDocument/2006/relationships/image" Target="../media/image129.wmf"/><Relationship Id="rId4" Type="http://schemas.openxmlformats.org/officeDocument/2006/relationships/oleObject" Target="../embeddings/oleObject116.bin"/></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119.bin"/><Relationship Id="rId13" Type="http://schemas.openxmlformats.org/officeDocument/2006/relationships/image" Target="../media/image134.wmf"/><Relationship Id="rId18" Type="http://schemas.openxmlformats.org/officeDocument/2006/relationships/oleObject" Target="../embeddings/oleObject124.bin"/><Relationship Id="rId3" Type="http://schemas.openxmlformats.org/officeDocument/2006/relationships/image" Target="../media/image3.jpeg"/><Relationship Id="rId21" Type="http://schemas.openxmlformats.org/officeDocument/2006/relationships/image" Target="../media/image138.wmf"/><Relationship Id="rId7" Type="http://schemas.openxmlformats.org/officeDocument/2006/relationships/image" Target="../media/image131.wmf"/><Relationship Id="rId12" Type="http://schemas.openxmlformats.org/officeDocument/2006/relationships/oleObject" Target="../embeddings/oleObject121.bin"/><Relationship Id="rId17" Type="http://schemas.openxmlformats.org/officeDocument/2006/relationships/image" Target="../media/image136.wmf"/><Relationship Id="rId25" Type="http://schemas.openxmlformats.org/officeDocument/2006/relationships/image" Target="../media/image130.wmf"/><Relationship Id="rId2" Type="http://schemas.openxmlformats.org/officeDocument/2006/relationships/notesSlide" Target="../notesSlides/notesSlide50.xml"/><Relationship Id="rId16" Type="http://schemas.openxmlformats.org/officeDocument/2006/relationships/oleObject" Target="../embeddings/oleObject123.bin"/><Relationship Id="rId20" Type="http://schemas.openxmlformats.org/officeDocument/2006/relationships/oleObject" Target="../embeddings/oleObject125.bin"/><Relationship Id="rId1" Type="http://schemas.openxmlformats.org/officeDocument/2006/relationships/slideLayout" Target="../slideLayouts/slideLayout2.xml"/><Relationship Id="rId6" Type="http://schemas.openxmlformats.org/officeDocument/2006/relationships/oleObject" Target="../embeddings/oleObject118.bin"/><Relationship Id="rId11" Type="http://schemas.openxmlformats.org/officeDocument/2006/relationships/image" Target="../media/image133.wmf"/><Relationship Id="rId24" Type="http://schemas.openxmlformats.org/officeDocument/2006/relationships/oleObject" Target="../embeddings/oleObject117.bin"/><Relationship Id="rId5" Type="http://schemas.openxmlformats.org/officeDocument/2006/relationships/image" Target="../media/image129.wmf"/><Relationship Id="rId15" Type="http://schemas.openxmlformats.org/officeDocument/2006/relationships/image" Target="../media/image135.wmf"/><Relationship Id="rId23" Type="http://schemas.openxmlformats.org/officeDocument/2006/relationships/image" Target="../media/image139.wmf"/><Relationship Id="rId10" Type="http://schemas.openxmlformats.org/officeDocument/2006/relationships/oleObject" Target="../embeddings/oleObject120.bin"/><Relationship Id="rId19" Type="http://schemas.openxmlformats.org/officeDocument/2006/relationships/image" Target="../media/image137.wmf"/><Relationship Id="rId4" Type="http://schemas.openxmlformats.org/officeDocument/2006/relationships/oleObject" Target="../embeddings/oleObject116.bin"/><Relationship Id="rId9" Type="http://schemas.openxmlformats.org/officeDocument/2006/relationships/image" Target="../media/image132.wmf"/><Relationship Id="rId14" Type="http://schemas.openxmlformats.org/officeDocument/2006/relationships/oleObject" Target="../embeddings/oleObject122.bin"/><Relationship Id="rId22" Type="http://schemas.openxmlformats.org/officeDocument/2006/relationships/oleObject" Target="../embeddings/oleObject126.bin"/></Relationships>
</file>

<file path=ppt/slides/_rels/slide5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image" Target="../media/image140.wmf"/><Relationship Id="rId4" Type="http://schemas.openxmlformats.org/officeDocument/2006/relationships/oleObject" Target="../embeddings/oleObject127.bin"/></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129.bin"/><Relationship Id="rId3" Type="http://schemas.openxmlformats.org/officeDocument/2006/relationships/image" Target="../media/image3.jpeg"/><Relationship Id="rId7" Type="http://schemas.openxmlformats.org/officeDocument/2006/relationships/image" Target="../media/image141.wmf"/><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oleObject" Target="../embeddings/oleObject128.bin"/><Relationship Id="rId11" Type="http://schemas.openxmlformats.org/officeDocument/2006/relationships/image" Target="../media/image143.wmf"/><Relationship Id="rId5" Type="http://schemas.openxmlformats.org/officeDocument/2006/relationships/image" Target="../media/image140.wmf"/><Relationship Id="rId10" Type="http://schemas.openxmlformats.org/officeDocument/2006/relationships/oleObject" Target="../embeddings/oleObject130.bin"/><Relationship Id="rId4" Type="http://schemas.openxmlformats.org/officeDocument/2006/relationships/oleObject" Target="../embeddings/oleObject127.bin"/><Relationship Id="rId9" Type="http://schemas.openxmlformats.org/officeDocument/2006/relationships/image" Target="../media/image142.wmf"/></Relationships>
</file>

<file path=ppt/slides/_rels/slide53.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145.wmf"/><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oleObject" Target="../embeddings/oleObject132.bin"/><Relationship Id="rId5" Type="http://schemas.openxmlformats.org/officeDocument/2006/relationships/image" Target="../media/image144.wmf"/><Relationship Id="rId4" Type="http://schemas.openxmlformats.org/officeDocument/2006/relationships/oleObject" Target="../embeddings/oleObject131.bin"/></Relationships>
</file>

<file path=ppt/slides/_rels/slide5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4.xml"/><Relationship Id="rId1" Type="http://schemas.openxmlformats.org/officeDocument/2006/relationships/slideLayout" Target="../slideLayouts/slideLayout2.xml"/><Relationship Id="rId5" Type="http://schemas.openxmlformats.org/officeDocument/2006/relationships/image" Target="../media/image146.wmf"/><Relationship Id="rId4" Type="http://schemas.openxmlformats.org/officeDocument/2006/relationships/oleObject" Target="../embeddings/oleObject133.bin"/></Relationships>
</file>

<file path=ppt/slides/_rels/slide5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5.xml"/><Relationship Id="rId1" Type="http://schemas.openxmlformats.org/officeDocument/2006/relationships/slideLayout" Target="../slideLayouts/slideLayout2.xml"/><Relationship Id="rId5" Type="http://schemas.openxmlformats.org/officeDocument/2006/relationships/image" Target="../media/image146.wmf"/><Relationship Id="rId4" Type="http://schemas.openxmlformats.org/officeDocument/2006/relationships/oleObject" Target="../embeddings/oleObject133.bin"/></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136.bin"/><Relationship Id="rId13" Type="http://schemas.openxmlformats.org/officeDocument/2006/relationships/image" Target="../media/image151.wmf"/><Relationship Id="rId3" Type="http://schemas.openxmlformats.org/officeDocument/2006/relationships/image" Target="../media/image3.jpeg"/><Relationship Id="rId7" Type="http://schemas.openxmlformats.org/officeDocument/2006/relationships/image" Target="../media/image148.wmf"/><Relationship Id="rId12" Type="http://schemas.openxmlformats.org/officeDocument/2006/relationships/oleObject" Target="../embeddings/oleObject138.bin"/><Relationship Id="rId17" Type="http://schemas.openxmlformats.org/officeDocument/2006/relationships/image" Target="../media/image153.wmf"/><Relationship Id="rId2" Type="http://schemas.openxmlformats.org/officeDocument/2006/relationships/notesSlide" Target="../notesSlides/notesSlide56.xml"/><Relationship Id="rId16" Type="http://schemas.openxmlformats.org/officeDocument/2006/relationships/oleObject" Target="../embeddings/oleObject140.bin"/><Relationship Id="rId1" Type="http://schemas.openxmlformats.org/officeDocument/2006/relationships/slideLayout" Target="../slideLayouts/slideLayout2.xml"/><Relationship Id="rId6" Type="http://schemas.openxmlformats.org/officeDocument/2006/relationships/oleObject" Target="../embeddings/oleObject135.bin"/><Relationship Id="rId11" Type="http://schemas.openxmlformats.org/officeDocument/2006/relationships/image" Target="../media/image150.wmf"/><Relationship Id="rId5" Type="http://schemas.openxmlformats.org/officeDocument/2006/relationships/image" Target="../media/image147.wmf"/><Relationship Id="rId15" Type="http://schemas.openxmlformats.org/officeDocument/2006/relationships/image" Target="../media/image152.wmf"/><Relationship Id="rId10" Type="http://schemas.openxmlformats.org/officeDocument/2006/relationships/oleObject" Target="../embeddings/oleObject137.bin"/><Relationship Id="rId4" Type="http://schemas.openxmlformats.org/officeDocument/2006/relationships/oleObject" Target="../embeddings/oleObject134.bin"/><Relationship Id="rId9" Type="http://schemas.openxmlformats.org/officeDocument/2006/relationships/image" Target="../media/image149.wmf"/><Relationship Id="rId14" Type="http://schemas.openxmlformats.org/officeDocument/2006/relationships/oleObject" Target="../embeddings/oleObject139.bin"/></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143.bin"/><Relationship Id="rId3" Type="http://schemas.openxmlformats.org/officeDocument/2006/relationships/image" Target="../media/image3.jpeg"/><Relationship Id="rId7" Type="http://schemas.openxmlformats.org/officeDocument/2006/relationships/image" Target="../media/image155.wmf"/><Relationship Id="rId2" Type="http://schemas.openxmlformats.org/officeDocument/2006/relationships/notesSlide" Target="../notesSlides/notesSlide57.xml"/><Relationship Id="rId1" Type="http://schemas.openxmlformats.org/officeDocument/2006/relationships/slideLayout" Target="../slideLayouts/slideLayout14.xml"/><Relationship Id="rId6" Type="http://schemas.openxmlformats.org/officeDocument/2006/relationships/oleObject" Target="../embeddings/oleObject142.bin"/><Relationship Id="rId5" Type="http://schemas.openxmlformats.org/officeDocument/2006/relationships/image" Target="../media/image154.wmf"/><Relationship Id="rId4" Type="http://schemas.openxmlformats.org/officeDocument/2006/relationships/oleObject" Target="../embeddings/oleObject141.bin"/><Relationship Id="rId9" Type="http://schemas.openxmlformats.org/officeDocument/2006/relationships/image" Target="../media/image156.wmf"/></Relationships>
</file>

<file path=ppt/slides/_rels/slide5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8.xml"/><Relationship Id="rId1" Type="http://schemas.openxmlformats.org/officeDocument/2006/relationships/slideLayout" Target="../slideLayouts/slideLayout2.xml"/><Relationship Id="rId5" Type="http://schemas.openxmlformats.org/officeDocument/2006/relationships/image" Target="../media/image157.wmf"/><Relationship Id="rId4" Type="http://schemas.openxmlformats.org/officeDocument/2006/relationships/oleObject" Target="../embeddings/oleObject144.bin"/></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147.bin"/><Relationship Id="rId13" Type="http://schemas.openxmlformats.org/officeDocument/2006/relationships/image" Target="../media/image162.wmf"/><Relationship Id="rId3" Type="http://schemas.openxmlformats.org/officeDocument/2006/relationships/image" Target="../media/image3.jpeg"/><Relationship Id="rId7" Type="http://schemas.openxmlformats.org/officeDocument/2006/relationships/image" Target="../media/image159.wmf"/><Relationship Id="rId12" Type="http://schemas.openxmlformats.org/officeDocument/2006/relationships/oleObject" Target="../embeddings/oleObject149.bin"/><Relationship Id="rId17" Type="http://schemas.openxmlformats.org/officeDocument/2006/relationships/image" Target="../media/image164.wmf"/><Relationship Id="rId2" Type="http://schemas.openxmlformats.org/officeDocument/2006/relationships/notesSlide" Target="../notesSlides/notesSlide59.xml"/><Relationship Id="rId16" Type="http://schemas.openxmlformats.org/officeDocument/2006/relationships/oleObject" Target="../embeddings/oleObject151.bin"/><Relationship Id="rId1" Type="http://schemas.openxmlformats.org/officeDocument/2006/relationships/slideLayout" Target="../slideLayouts/slideLayout15.xml"/><Relationship Id="rId6" Type="http://schemas.openxmlformats.org/officeDocument/2006/relationships/oleObject" Target="../embeddings/oleObject146.bin"/><Relationship Id="rId11" Type="http://schemas.openxmlformats.org/officeDocument/2006/relationships/image" Target="../media/image161.wmf"/><Relationship Id="rId5" Type="http://schemas.openxmlformats.org/officeDocument/2006/relationships/image" Target="../media/image158.wmf"/><Relationship Id="rId15" Type="http://schemas.openxmlformats.org/officeDocument/2006/relationships/image" Target="../media/image163.wmf"/><Relationship Id="rId10" Type="http://schemas.openxmlformats.org/officeDocument/2006/relationships/oleObject" Target="../embeddings/oleObject148.bin"/><Relationship Id="rId4" Type="http://schemas.openxmlformats.org/officeDocument/2006/relationships/oleObject" Target="../embeddings/oleObject145.bin"/><Relationship Id="rId9" Type="http://schemas.openxmlformats.org/officeDocument/2006/relationships/image" Target="../media/image160.wmf"/><Relationship Id="rId14" Type="http://schemas.openxmlformats.org/officeDocument/2006/relationships/oleObject" Target="../embeddings/oleObject150.bin"/></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154.bin"/><Relationship Id="rId13" Type="http://schemas.openxmlformats.org/officeDocument/2006/relationships/image" Target="../media/image169.wmf"/><Relationship Id="rId18" Type="http://schemas.openxmlformats.org/officeDocument/2006/relationships/oleObject" Target="../embeddings/oleObject159.bin"/><Relationship Id="rId26" Type="http://schemas.openxmlformats.org/officeDocument/2006/relationships/oleObject" Target="../embeddings/oleObject163.bin"/><Relationship Id="rId3" Type="http://schemas.openxmlformats.org/officeDocument/2006/relationships/image" Target="../media/image3.jpeg"/><Relationship Id="rId21" Type="http://schemas.openxmlformats.org/officeDocument/2006/relationships/image" Target="../media/image173.wmf"/><Relationship Id="rId7" Type="http://schemas.openxmlformats.org/officeDocument/2006/relationships/image" Target="../media/image166.wmf"/><Relationship Id="rId12" Type="http://schemas.openxmlformats.org/officeDocument/2006/relationships/oleObject" Target="../embeddings/oleObject156.bin"/><Relationship Id="rId17" Type="http://schemas.openxmlformats.org/officeDocument/2006/relationships/image" Target="../media/image171.wmf"/><Relationship Id="rId25" Type="http://schemas.openxmlformats.org/officeDocument/2006/relationships/image" Target="../media/image175.wmf"/><Relationship Id="rId2" Type="http://schemas.openxmlformats.org/officeDocument/2006/relationships/notesSlide" Target="../notesSlides/notesSlide60.xml"/><Relationship Id="rId16" Type="http://schemas.openxmlformats.org/officeDocument/2006/relationships/oleObject" Target="../embeddings/oleObject158.bin"/><Relationship Id="rId20" Type="http://schemas.openxmlformats.org/officeDocument/2006/relationships/oleObject" Target="../embeddings/oleObject160.bin"/><Relationship Id="rId1" Type="http://schemas.openxmlformats.org/officeDocument/2006/relationships/slideLayout" Target="../slideLayouts/slideLayout16.xml"/><Relationship Id="rId6" Type="http://schemas.openxmlformats.org/officeDocument/2006/relationships/oleObject" Target="../embeddings/oleObject153.bin"/><Relationship Id="rId11" Type="http://schemas.openxmlformats.org/officeDocument/2006/relationships/image" Target="../media/image168.wmf"/><Relationship Id="rId24" Type="http://schemas.openxmlformats.org/officeDocument/2006/relationships/oleObject" Target="../embeddings/oleObject162.bin"/><Relationship Id="rId5" Type="http://schemas.openxmlformats.org/officeDocument/2006/relationships/image" Target="../media/image165.wmf"/><Relationship Id="rId15" Type="http://schemas.openxmlformats.org/officeDocument/2006/relationships/image" Target="../media/image170.wmf"/><Relationship Id="rId23" Type="http://schemas.openxmlformats.org/officeDocument/2006/relationships/image" Target="../media/image174.wmf"/><Relationship Id="rId10" Type="http://schemas.openxmlformats.org/officeDocument/2006/relationships/oleObject" Target="../embeddings/oleObject155.bin"/><Relationship Id="rId19" Type="http://schemas.openxmlformats.org/officeDocument/2006/relationships/image" Target="../media/image172.wmf"/><Relationship Id="rId4" Type="http://schemas.openxmlformats.org/officeDocument/2006/relationships/oleObject" Target="../embeddings/oleObject152.bin"/><Relationship Id="rId9" Type="http://schemas.openxmlformats.org/officeDocument/2006/relationships/image" Target="../media/image167.wmf"/><Relationship Id="rId14" Type="http://schemas.openxmlformats.org/officeDocument/2006/relationships/oleObject" Target="../embeddings/oleObject157.bin"/><Relationship Id="rId22" Type="http://schemas.openxmlformats.org/officeDocument/2006/relationships/oleObject" Target="../embeddings/oleObject161.bin"/><Relationship Id="rId27" Type="http://schemas.openxmlformats.org/officeDocument/2006/relationships/image" Target="../media/image176.wmf"/></Relationships>
</file>

<file path=ppt/slides/_rels/slide61.xml.rels><?xml version="1.0" encoding="UTF-8" standalone="yes"?>
<Relationships xmlns="http://schemas.openxmlformats.org/package/2006/relationships"><Relationship Id="rId8" Type="http://schemas.openxmlformats.org/officeDocument/2006/relationships/oleObject" Target="../embeddings/oleObject166.bin"/><Relationship Id="rId3" Type="http://schemas.openxmlformats.org/officeDocument/2006/relationships/image" Target="../media/image3.jpeg"/><Relationship Id="rId7" Type="http://schemas.openxmlformats.org/officeDocument/2006/relationships/image" Target="../media/image178.wmf"/><Relationship Id="rId2" Type="http://schemas.openxmlformats.org/officeDocument/2006/relationships/notesSlide" Target="../notesSlides/notesSlide61.xml"/><Relationship Id="rId1" Type="http://schemas.openxmlformats.org/officeDocument/2006/relationships/slideLayout" Target="../slideLayouts/slideLayout15.xml"/><Relationship Id="rId6" Type="http://schemas.openxmlformats.org/officeDocument/2006/relationships/oleObject" Target="../embeddings/oleObject165.bin"/><Relationship Id="rId11" Type="http://schemas.openxmlformats.org/officeDocument/2006/relationships/image" Target="../media/image180.wmf"/><Relationship Id="rId5" Type="http://schemas.openxmlformats.org/officeDocument/2006/relationships/image" Target="../media/image177.wmf"/><Relationship Id="rId10" Type="http://schemas.openxmlformats.org/officeDocument/2006/relationships/oleObject" Target="../embeddings/oleObject167.bin"/><Relationship Id="rId4" Type="http://schemas.openxmlformats.org/officeDocument/2006/relationships/oleObject" Target="../embeddings/oleObject164.bin"/><Relationship Id="rId9" Type="http://schemas.openxmlformats.org/officeDocument/2006/relationships/image" Target="../media/image179.wmf"/></Relationships>
</file>

<file path=ppt/slides/_rels/slide62.xml.rels><?xml version="1.0" encoding="UTF-8" standalone="yes"?>
<Relationships xmlns="http://schemas.openxmlformats.org/package/2006/relationships"><Relationship Id="rId8" Type="http://schemas.openxmlformats.org/officeDocument/2006/relationships/oleObject" Target="../embeddings/oleObject170.bin"/><Relationship Id="rId3" Type="http://schemas.openxmlformats.org/officeDocument/2006/relationships/image" Target="../media/image3.jpeg"/><Relationship Id="rId7" Type="http://schemas.openxmlformats.org/officeDocument/2006/relationships/image" Target="../media/image182.wmf"/><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oleObject" Target="../embeddings/oleObject169.bin"/><Relationship Id="rId5" Type="http://schemas.openxmlformats.org/officeDocument/2006/relationships/image" Target="../media/image181.wmf"/><Relationship Id="rId4" Type="http://schemas.openxmlformats.org/officeDocument/2006/relationships/oleObject" Target="../embeddings/oleObject168.bin"/><Relationship Id="rId9" Type="http://schemas.openxmlformats.org/officeDocument/2006/relationships/image" Target="../media/image183.wmf"/></Relationships>
</file>

<file path=ppt/slides/_rels/slide63.xml.rels><?xml version="1.0" encoding="UTF-8" standalone="yes"?>
<Relationships xmlns="http://schemas.openxmlformats.org/package/2006/relationships"><Relationship Id="rId8" Type="http://schemas.openxmlformats.org/officeDocument/2006/relationships/oleObject" Target="../embeddings/oleObject173.bin"/><Relationship Id="rId13" Type="http://schemas.openxmlformats.org/officeDocument/2006/relationships/image" Target="../media/image188.wmf"/><Relationship Id="rId3" Type="http://schemas.openxmlformats.org/officeDocument/2006/relationships/image" Target="../media/image3.jpeg"/><Relationship Id="rId7" Type="http://schemas.openxmlformats.org/officeDocument/2006/relationships/image" Target="../media/image185.wmf"/><Relationship Id="rId12" Type="http://schemas.openxmlformats.org/officeDocument/2006/relationships/oleObject" Target="../embeddings/oleObject175.bin"/><Relationship Id="rId2" Type="http://schemas.openxmlformats.org/officeDocument/2006/relationships/notesSlide" Target="../notesSlides/notesSlide63.xml"/><Relationship Id="rId1" Type="http://schemas.openxmlformats.org/officeDocument/2006/relationships/slideLayout" Target="../slideLayouts/slideLayout12.xml"/><Relationship Id="rId6" Type="http://schemas.openxmlformats.org/officeDocument/2006/relationships/oleObject" Target="../embeddings/oleObject172.bin"/><Relationship Id="rId11" Type="http://schemas.openxmlformats.org/officeDocument/2006/relationships/image" Target="../media/image187.wmf"/><Relationship Id="rId5" Type="http://schemas.openxmlformats.org/officeDocument/2006/relationships/image" Target="../media/image184.wmf"/><Relationship Id="rId15" Type="http://schemas.openxmlformats.org/officeDocument/2006/relationships/image" Target="../media/image189.wmf"/><Relationship Id="rId10" Type="http://schemas.openxmlformats.org/officeDocument/2006/relationships/oleObject" Target="../embeddings/oleObject174.bin"/><Relationship Id="rId4" Type="http://schemas.openxmlformats.org/officeDocument/2006/relationships/oleObject" Target="../embeddings/oleObject171.bin"/><Relationship Id="rId9" Type="http://schemas.openxmlformats.org/officeDocument/2006/relationships/image" Target="../media/image186.wmf"/><Relationship Id="rId14" Type="http://schemas.openxmlformats.org/officeDocument/2006/relationships/oleObject" Target="../embeddings/oleObject176.bin"/></Relationships>
</file>

<file path=ppt/slides/_rels/slide6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5122"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1</a:t>
            </a:fld>
            <a:endParaRPr lang="en-US" altLang="zh-CN" sz="1400" dirty="0"/>
          </a:p>
        </p:txBody>
      </p:sp>
      <p:sp>
        <p:nvSpPr>
          <p:cNvPr id="5123" name="Rectangle 2"/>
          <p:cNvSpPr>
            <a:spLocks noGrp="1"/>
          </p:cNvSpPr>
          <p:nvPr>
            <p:ph type="title"/>
          </p:nvPr>
        </p:nvSpPr>
        <p:spPr>
          <a:ln/>
        </p:spPr>
        <p:txBody>
          <a:bodyPr vert="horz" wrap="square" lIns="91440" tIns="45720" rIns="91440" bIns="45720" anchor="ctr" anchorCtr="0"/>
          <a:lstStyle/>
          <a:p>
            <a:pPr eaLnBrk="1" hangingPunct="1"/>
            <a:endParaRPr lang="zh-CN" altLang="zh-CN" dirty="0"/>
          </a:p>
        </p:txBody>
      </p:sp>
      <p:sp>
        <p:nvSpPr>
          <p:cNvPr id="5124" name="Rectangle 3"/>
          <p:cNvSpPr>
            <a:spLocks noGrp="1"/>
          </p:cNvSpPr>
          <p:nvPr>
            <p:ph idx="1"/>
          </p:nvPr>
        </p:nvSpPr>
        <p:spPr>
          <a:ln/>
        </p:spPr>
        <p:txBody>
          <a:bodyPr vert="horz" wrap="square" lIns="91440" tIns="45720" rIns="91440" bIns="45720" anchor="t" anchorCtr="0"/>
          <a:lstStyle/>
          <a:p>
            <a:pPr eaLnBrk="1" hangingPunct="1"/>
            <a:endParaRPr lang="zh-CN" altLang="zh-CN" dirty="0"/>
          </a:p>
        </p:txBody>
      </p:sp>
      <p:pic>
        <p:nvPicPr>
          <p:cNvPr id="5125" name="Picture 4" descr="底图4"/>
          <p:cNvPicPr>
            <a:picLocks noChangeAspect="1"/>
          </p:cNvPicPr>
          <p:nvPr/>
        </p:nvPicPr>
        <p:blipFill>
          <a:blip r:embed="rId3"/>
          <a:stretch>
            <a:fillRect/>
          </a:stretch>
        </p:blipFill>
        <p:spPr>
          <a:xfrm>
            <a:off x="0" y="0"/>
            <a:ext cx="9144000" cy="6858000"/>
          </a:xfrm>
          <a:prstGeom prst="rect">
            <a:avLst/>
          </a:prstGeom>
          <a:noFill/>
          <a:ln w="9525">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0">
          <a:blip r:embed="rId3"/>
          <a:stretch>
            <a:fillRect/>
          </a:stretch>
        </a:blipFill>
        <a:effectLst/>
      </p:bgPr>
    </p:bg>
    <p:spTree>
      <p:nvGrpSpPr>
        <p:cNvPr id="1" name=""/>
        <p:cNvGrpSpPr/>
        <p:nvPr/>
      </p:nvGrpSpPr>
      <p:grpSpPr>
        <a:xfrm>
          <a:off x="0" y="0"/>
          <a:ext cx="0" cy="0"/>
          <a:chOff x="0" y="0"/>
          <a:chExt cx="0" cy="0"/>
        </a:xfrm>
      </p:grpSpPr>
      <p:sp>
        <p:nvSpPr>
          <p:cNvPr id="6146" name="日期占位符 2"/>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6147" name="灯片编号占位符 4"/>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2</a:t>
            </a:fld>
            <a:endParaRPr lang="en-US" altLang="zh-CN" sz="1400" dirty="0"/>
          </a:p>
        </p:txBody>
      </p:sp>
      <p:sp>
        <p:nvSpPr>
          <p:cNvPr id="6148" name="Text Box 2"/>
          <p:cNvSpPr txBox="1"/>
          <p:nvPr/>
        </p:nvSpPr>
        <p:spPr>
          <a:xfrm>
            <a:off x="1268413" y="1538288"/>
            <a:ext cx="6791325" cy="930275"/>
          </a:xfrm>
          <a:prstGeom prst="rect">
            <a:avLst/>
          </a:prstGeom>
          <a:noFill/>
          <a:ln w="9525">
            <a:noFill/>
          </a:ln>
        </p:spPr>
        <p:txBody>
          <a:bodyPr anchor="t" anchorCtr="0">
            <a:spAutoFit/>
          </a:bodyPr>
          <a:lstStyle/>
          <a:p>
            <a:pPr algn="ctr"/>
            <a:r>
              <a:rPr lang="zh-CN" altLang="en-US" sz="5500" dirty="0">
                <a:solidFill>
                  <a:schemeClr val="bg1"/>
                </a:solidFill>
                <a:latin typeface="Arial" panose="020B0604020202020204" pitchFamily="34" charset="0"/>
                <a:ea typeface="黑体" panose="02010609060101010101" pitchFamily="49" charset="-122"/>
              </a:rPr>
              <a:t>现代控制理论</a:t>
            </a:r>
          </a:p>
        </p:txBody>
      </p:sp>
      <p:sp>
        <p:nvSpPr>
          <p:cNvPr id="6149" name="Text Box 3"/>
          <p:cNvSpPr txBox="1"/>
          <p:nvPr/>
        </p:nvSpPr>
        <p:spPr>
          <a:xfrm>
            <a:off x="1466850" y="3781425"/>
            <a:ext cx="6337300" cy="1311275"/>
          </a:xfrm>
          <a:prstGeom prst="rect">
            <a:avLst/>
          </a:prstGeom>
          <a:noFill/>
          <a:ln w="9525">
            <a:noFill/>
          </a:ln>
        </p:spPr>
        <p:txBody>
          <a:bodyPr anchor="t" anchorCtr="0">
            <a:spAutoFit/>
          </a:bodyPr>
          <a:lstStyle/>
          <a:p>
            <a:pPr algn="ctr">
              <a:lnSpc>
                <a:spcPct val="125000"/>
              </a:lnSpc>
            </a:pPr>
            <a:r>
              <a:rPr lang="zh-CN" altLang="en-US" sz="3200" dirty="0">
                <a:solidFill>
                  <a:schemeClr val="bg1"/>
                </a:solidFill>
                <a:latin typeface="Arial" panose="020B0604020202020204" pitchFamily="34" charset="0"/>
                <a:ea typeface="黑体" panose="02010609060101010101" pitchFamily="49" charset="-122"/>
              </a:rPr>
              <a:t>东北大学信息科学与工程学院</a:t>
            </a:r>
          </a:p>
          <a:p>
            <a:pPr algn="ctr">
              <a:lnSpc>
                <a:spcPct val="125000"/>
              </a:lnSpc>
            </a:pPr>
            <a:r>
              <a:rPr lang="zh-CN" altLang="en-US" sz="3200" dirty="0">
                <a:solidFill>
                  <a:schemeClr val="bg1"/>
                </a:solidFill>
                <a:latin typeface="Arial" panose="020B0604020202020204" pitchFamily="34" charset="0"/>
                <a:ea typeface="黑体" panose="02010609060101010101" pitchFamily="49" charset="-122"/>
              </a:rPr>
              <a:t>井元伟教授</a:t>
            </a:r>
          </a:p>
        </p:txBody>
      </p:sp>
      <p:sp>
        <p:nvSpPr>
          <p:cNvPr id="6150" name="Text Box 4"/>
          <p:cNvSpPr txBox="1"/>
          <p:nvPr/>
        </p:nvSpPr>
        <p:spPr>
          <a:xfrm>
            <a:off x="2284413" y="5284788"/>
            <a:ext cx="4729162" cy="427037"/>
          </a:xfrm>
          <a:prstGeom prst="rect">
            <a:avLst/>
          </a:prstGeom>
          <a:noFill/>
          <a:ln w="9525">
            <a:noFill/>
          </a:ln>
        </p:spPr>
        <p:txBody>
          <a:bodyPr anchor="t" anchorCtr="0">
            <a:spAutoFit/>
          </a:bodyPr>
          <a:lstStyle/>
          <a:p>
            <a:pPr algn="ctr"/>
            <a:r>
              <a:rPr lang="ja-JP" altLang="en-US" sz="2200" dirty="0">
                <a:solidFill>
                  <a:schemeClr val="bg1"/>
                </a:solidFill>
                <a:latin typeface="Arial" panose="020B0604020202020204" pitchFamily="34" charset="0"/>
                <a:ea typeface="黑体" panose="02010609060101010101" pitchFamily="49" charset="-122"/>
              </a:rPr>
              <a:t>二</a:t>
            </a:r>
            <a:r>
              <a:rPr lang="zh-CN" altLang="en-US" sz="2200" dirty="0">
                <a:solidFill>
                  <a:schemeClr val="bg1"/>
                </a:solidFill>
                <a:latin typeface="Arial" panose="020B0604020202020204" pitchFamily="34" charset="0"/>
                <a:ea typeface="黑体" panose="02010609060101010101" pitchFamily="49" charset="-122"/>
              </a:rPr>
              <a:t>○一四年四月</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0">
          <a:blip r:embed="rId3"/>
          <a:stretch>
            <a:fillRect/>
          </a:stretch>
        </a:blipFill>
        <a:effectLst/>
      </p:bgPr>
    </p:bg>
    <p:spTree>
      <p:nvGrpSpPr>
        <p:cNvPr id="1" name=""/>
        <p:cNvGrpSpPr/>
        <p:nvPr/>
      </p:nvGrpSpPr>
      <p:grpSpPr>
        <a:xfrm>
          <a:off x="0" y="0"/>
          <a:ext cx="0" cy="0"/>
          <a:chOff x="0" y="0"/>
          <a:chExt cx="0" cy="0"/>
        </a:xfrm>
      </p:grpSpPr>
      <p:sp>
        <p:nvSpPr>
          <p:cNvPr id="7170"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7171"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3</a:t>
            </a:fld>
            <a:endParaRPr lang="en-US" altLang="zh-CN" sz="1400" dirty="0"/>
          </a:p>
        </p:txBody>
      </p:sp>
      <p:sp>
        <p:nvSpPr>
          <p:cNvPr id="7172" name="AutoShape 20"/>
          <p:cNvSpPr/>
          <p:nvPr/>
        </p:nvSpPr>
        <p:spPr>
          <a:xfrm>
            <a:off x="1692275" y="1743075"/>
            <a:ext cx="5170488" cy="576263"/>
          </a:xfrm>
          <a:prstGeom prst="roundRect">
            <a:avLst>
              <a:gd name="adj" fmla="val 16667"/>
            </a:avLst>
          </a:prstGeom>
          <a:solidFill>
            <a:srgbClr val="135472"/>
          </a:solidFill>
          <a:ln w="9525" cap="flat" cmpd="sng">
            <a:solidFill>
              <a:schemeClr val="tx1"/>
            </a:solidFill>
            <a:prstDash val="solid"/>
            <a:round/>
            <a:headEnd type="none" w="med" len="med"/>
            <a:tailEnd type="none" w="med" len="med"/>
          </a:ln>
        </p:spPr>
        <p:txBody>
          <a:bodyPr wrap="none" anchor="ctr" anchorCtr="0"/>
          <a:lstStyle/>
          <a:p>
            <a:pPr algn="ctr"/>
            <a:endParaRPr lang="zh-CN" altLang="zh-CN" dirty="0">
              <a:latin typeface="Arial" panose="020B0604020202020204" pitchFamily="34" charset="0"/>
              <a:ea typeface="黑体" panose="02010609060101010101" pitchFamily="49" charset="-122"/>
            </a:endParaRPr>
          </a:p>
        </p:txBody>
      </p:sp>
      <p:sp>
        <p:nvSpPr>
          <p:cNvPr id="7173" name="AutoShape 21"/>
          <p:cNvSpPr/>
          <p:nvPr/>
        </p:nvSpPr>
        <p:spPr>
          <a:xfrm>
            <a:off x="1619250" y="1714500"/>
            <a:ext cx="5141913" cy="576263"/>
          </a:xfrm>
          <a:prstGeom prst="roundRect">
            <a:avLst>
              <a:gd name="adj" fmla="val 16667"/>
            </a:avLst>
          </a:prstGeom>
          <a:solidFill>
            <a:srgbClr val="135472"/>
          </a:solidFill>
          <a:ln w="9525" cap="flat" cmpd="sng">
            <a:solidFill>
              <a:schemeClr val="bg1"/>
            </a:solidFill>
            <a:prstDash val="solid"/>
            <a:round/>
            <a:headEnd type="none" w="med" len="med"/>
            <a:tailEnd type="none" w="med" len="med"/>
          </a:ln>
        </p:spPr>
        <p:txBody>
          <a:bodyPr wrap="none" anchor="ctr" anchorCtr="0"/>
          <a:lstStyle/>
          <a:p>
            <a:pPr algn="ctr"/>
            <a:endParaRPr lang="zh-CN" altLang="zh-CN" dirty="0">
              <a:latin typeface="Arial" panose="020B0604020202020204" pitchFamily="34" charset="0"/>
              <a:ea typeface="黑体" panose="02010609060101010101" pitchFamily="49" charset="-122"/>
            </a:endParaRPr>
          </a:p>
        </p:txBody>
      </p:sp>
      <p:sp>
        <p:nvSpPr>
          <p:cNvPr id="7174" name="Text Box 22"/>
          <p:cNvSpPr txBox="1"/>
          <p:nvPr/>
        </p:nvSpPr>
        <p:spPr>
          <a:xfrm>
            <a:off x="1620838" y="1757363"/>
            <a:ext cx="5327650" cy="519112"/>
          </a:xfrm>
          <a:prstGeom prst="rect">
            <a:avLst/>
          </a:prstGeom>
          <a:noFill/>
          <a:ln w="9525">
            <a:noFill/>
          </a:ln>
        </p:spPr>
        <p:txBody>
          <a:bodyPr anchor="t" anchorCtr="0">
            <a:spAutoFit/>
          </a:bodyPr>
          <a:lstStyle/>
          <a:p>
            <a:r>
              <a:rPr lang="en-US" altLang="zh-CN" sz="2800" dirty="0">
                <a:solidFill>
                  <a:schemeClr val="bg1"/>
                </a:solidFill>
                <a:latin typeface="Arial" panose="020B0604020202020204" pitchFamily="34" charset="0"/>
                <a:ea typeface="黑体" panose="02010609060101010101" pitchFamily="49" charset="-122"/>
              </a:rPr>
              <a:t> </a:t>
            </a:r>
            <a:r>
              <a:rPr lang="zh-CN" altLang="en-US" sz="2800" dirty="0">
                <a:solidFill>
                  <a:schemeClr val="bg1"/>
                </a:solidFill>
                <a:latin typeface="Arial" panose="020B0604020202020204" pitchFamily="34" charset="0"/>
                <a:ea typeface="黑体" panose="02010609060101010101" pitchFamily="49" charset="-122"/>
              </a:rPr>
              <a:t>第</a:t>
            </a:r>
            <a:r>
              <a:rPr lang="en-US" altLang="zh-CN" sz="2800" dirty="0">
                <a:solidFill>
                  <a:schemeClr val="bg1"/>
                </a:solidFill>
                <a:latin typeface="Arial" panose="020B0604020202020204" pitchFamily="34" charset="0"/>
                <a:ea typeface="黑体" panose="02010609060101010101" pitchFamily="49" charset="-122"/>
              </a:rPr>
              <a:t>2</a:t>
            </a:r>
            <a:r>
              <a:rPr lang="zh-CN" altLang="en-US" sz="2800" dirty="0">
                <a:solidFill>
                  <a:schemeClr val="bg1"/>
                </a:solidFill>
                <a:latin typeface="Arial" panose="020B0604020202020204" pitchFamily="34" charset="0"/>
                <a:ea typeface="黑体" panose="02010609060101010101" pitchFamily="49" charset="-122"/>
              </a:rPr>
              <a:t>章   控制系统状态空间描述</a:t>
            </a:r>
          </a:p>
        </p:txBody>
      </p:sp>
      <p:sp>
        <p:nvSpPr>
          <p:cNvPr id="7175" name="AutoShape 23"/>
          <p:cNvSpPr/>
          <p:nvPr/>
        </p:nvSpPr>
        <p:spPr>
          <a:xfrm>
            <a:off x="1676400" y="2392363"/>
            <a:ext cx="3816350" cy="576262"/>
          </a:xfrm>
          <a:prstGeom prst="roundRect">
            <a:avLst>
              <a:gd name="adj" fmla="val 16667"/>
            </a:avLst>
          </a:prstGeom>
          <a:solidFill>
            <a:srgbClr val="135472"/>
          </a:solidFill>
          <a:ln w="9525" cap="flat" cmpd="sng">
            <a:solidFill>
              <a:schemeClr val="tx1"/>
            </a:solidFill>
            <a:prstDash val="solid"/>
            <a:round/>
            <a:headEnd type="none" w="med" len="med"/>
            <a:tailEnd type="none" w="med" len="med"/>
          </a:ln>
        </p:spPr>
        <p:txBody>
          <a:bodyPr wrap="none" anchor="ctr" anchorCtr="0"/>
          <a:lstStyle/>
          <a:p>
            <a:pPr algn="ctr"/>
            <a:endParaRPr lang="zh-CN" altLang="zh-CN" dirty="0">
              <a:latin typeface="Arial" panose="020B0604020202020204" pitchFamily="34" charset="0"/>
              <a:ea typeface="黑体" panose="02010609060101010101" pitchFamily="49" charset="-122"/>
            </a:endParaRPr>
          </a:p>
        </p:txBody>
      </p:sp>
      <p:sp>
        <p:nvSpPr>
          <p:cNvPr id="7176" name="AutoShape 24"/>
          <p:cNvSpPr/>
          <p:nvPr/>
        </p:nvSpPr>
        <p:spPr>
          <a:xfrm>
            <a:off x="1604963" y="2362200"/>
            <a:ext cx="3816350" cy="576263"/>
          </a:xfrm>
          <a:prstGeom prst="roundRect">
            <a:avLst>
              <a:gd name="adj" fmla="val 16667"/>
            </a:avLst>
          </a:prstGeom>
          <a:solidFill>
            <a:srgbClr val="135472"/>
          </a:solidFill>
          <a:ln w="9525" cap="flat" cmpd="sng">
            <a:solidFill>
              <a:schemeClr val="bg1"/>
            </a:solidFill>
            <a:prstDash val="solid"/>
            <a:round/>
            <a:headEnd type="none" w="med" len="med"/>
            <a:tailEnd type="none" w="med" len="med"/>
          </a:ln>
        </p:spPr>
        <p:txBody>
          <a:bodyPr wrap="none" anchor="ctr" anchorCtr="0"/>
          <a:lstStyle/>
          <a:p>
            <a:pPr algn="ctr"/>
            <a:endParaRPr lang="zh-CN" altLang="zh-CN" dirty="0">
              <a:latin typeface="Arial" panose="020B0604020202020204" pitchFamily="34" charset="0"/>
              <a:ea typeface="黑体" panose="02010609060101010101" pitchFamily="49" charset="-122"/>
            </a:endParaRPr>
          </a:p>
        </p:txBody>
      </p:sp>
      <p:sp>
        <p:nvSpPr>
          <p:cNvPr id="7177" name="Text Box 25"/>
          <p:cNvSpPr txBox="1"/>
          <p:nvPr/>
        </p:nvSpPr>
        <p:spPr>
          <a:xfrm>
            <a:off x="1720850" y="2420938"/>
            <a:ext cx="3656013" cy="519112"/>
          </a:xfrm>
          <a:prstGeom prst="rect">
            <a:avLst/>
          </a:prstGeom>
          <a:noFill/>
          <a:ln w="9525">
            <a:noFill/>
          </a:ln>
        </p:spPr>
        <p:txBody>
          <a:bodyPr anchor="t" anchorCtr="0">
            <a:spAutoFit/>
          </a:bodyPr>
          <a:lstStyle/>
          <a:p>
            <a:r>
              <a:rPr lang="zh-CN" altLang="en-US" sz="2800" dirty="0">
                <a:solidFill>
                  <a:schemeClr val="bg1"/>
                </a:solidFill>
                <a:latin typeface="Arial" panose="020B0604020202020204" pitchFamily="34" charset="0"/>
                <a:ea typeface="黑体" panose="02010609060101010101" pitchFamily="49" charset="-122"/>
              </a:rPr>
              <a:t>第</a:t>
            </a:r>
            <a:r>
              <a:rPr lang="en-US" altLang="zh-CN" sz="2800" dirty="0">
                <a:solidFill>
                  <a:schemeClr val="bg1"/>
                </a:solidFill>
                <a:latin typeface="Arial" panose="020B0604020202020204" pitchFamily="34" charset="0"/>
                <a:ea typeface="黑体" panose="02010609060101010101" pitchFamily="49" charset="-122"/>
              </a:rPr>
              <a:t>3</a:t>
            </a:r>
            <a:r>
              <a:rPr lang="zh-CN" altLang="en-US" sz="2800" dirty="0">
                <a:solidFill>
                  <a:schemeClr val="bg1"/>
                </a:solidFill>
                <a:latin typeface="Arial" panose="020B0604020202020204" pitchFamily="34" charset="0"/>
                <a:ea typeface="黑体" panose="02010609060101010101" pitchFamily="49" charset="-122"/>
              </a:rPr>
              <a:t>章   状态方程的解</a:t>
            </a:r>
          </a:p>
        </p:txBody>
      </p:sp>
      <p:sp>
        <p:nvSpPr>
          <p:cNvPr id="7178" name="AutoShape 26"/>
          <p:cNvSpPr/>
          <p:nvPr/>
        </p:nvSpPr>
        <p:spPr>
          <a:xfrm>
            <a:off x="1739900" y="3060700"/>
            <a:ext cx="6145213" cy="576263"/>
          </a:xfrm>
          <a:prstGeom prst="roundRect">
            <a:avLst>
              <a:gd name="adj" fmla="val 16667"/>
            </a:avLst>
          </a:prstGeom>
          <a:solidFill>
            <a:srgbClr val="135472"/>
          </a:solidFill>
          <a:ln w="9525" cap="flat" cmpd="sng">
            <a:solidFill>
              <a:schemeClr val="tx1"/>
            </a:solidFill>
            <a:prstDash val="solid"/>
            <a:round/>
            <a:headEnd type="none" w="med" len="med"/>
            <a:tailEnd type="none" w="med" len="med"/>
          </a:ln>
        </p:spPr>
        <p:txBody>
          <a:bodyPr wrap="none" anchor="ctr" anchorCtr="0"/>
          <a:lstStyle/>
          <a:p>
            <a:pPr algn="ctr"/>
            <a:endParaRPr lang="zh-CN" altLang="zh-CN" dirty="0">
              <a:latin typeface="Arial" panose="020B0604020202020204" pitchFamily="34" charset="0"/>
              <a:ea typeface="黑体" panose="02010609060101010101" pitchFamily="49" charset="-122"/>
            </a:endParaRPr>
          </a:p>
        </p:txBody>
      </p:sp>
      <p:sp>
        <p:nvSpPr>
          <p:cNvPr id="7179" name="AutoShape 27"/>
          <p:cNvSpPr/>
          <p:nvPr/>
        </p:nvSpPr>
        <p:spPr>
          <a:xfrm>
            <a:off x="1619250" y="3025775"/>
            <a:ext cx="6192838" cy="576263"/>
          </a:xfrm>
          <a:prstGeom prst="roundRect">
            <a:avLst>
              <a:gd name="adj" fmla="val 16528"/>
            </a:avLst>
          </a:prstGeom>
          <a:solidFill>
            <a:srgbClr val="135472"/>
          </a:solidFill>
          <a:ln w="9525" cap="flat" cmpd="sng">
            <a:solidFill>
              <a:schemeClr val="bg1"/>
            </a:solidFill>
            <a:prstDash val="solid"/>
            <a:round/>
            <a:headEnd type="none" w="med" len="med"/>
            <a:tailEnd type="none" w="med" len="med"/>
          </a:ln>
        </p:spPr>
        <p:txBody>
          <a:bodyPr wrap="none" anchor="ctr" anchorCtr="0"/>
          <a:lstStyle/>
          <a:p>
            <a:pPr algn="ctr"/>
            <a:endParaRPr lang="zh-CN" altLang="zh-CN" dirty="0">
              <a:latin typeface="Arial" panose="020B0604020202020204" pitchFamily="34" charset="0"/>
              <a:ea typeface="黑体" panose="02010609060101010101" pitchFamily="49" charset="-122"/>
            </a:endParaRPr>
          </a:p>
        </p:txBody>
      </p:sp>
      <p:sp>
        <p:nvSpPr>
          <p:cNvPr id="7180" name="Text Box 28"/>
          <p:cNvSpPr txBox="1"/>
          <p:nvPr/>
        </p:nvSpPr>
        <p:spPr>
          <a:xfrm>
            <a:off x="1706563" y="3068638"/>
            <a:ext cx="6175375" cy="519112"/>
          </a:xfrm>
          <a:prstGeom prst="rect">
            <a:avLst/>
          </a:prstGeom>
          <a:noFill/>
          <a:ln w="9525">
            <a:noFill/>
          </a:ln>
        </p:spPr>
        <p:txBody>
          <a:bodyPr anchor="t" anchorCtr="0">
            <a:spAutoFit/>
          </a:bodyPr>
          <a:lstStyle/>
          <a:p>
            <a:r>
              <a:rPr lang="zh-CN" altLang="en-US" sz="2800" dirty="0">
                <a:solidFill>
                  <a:schemeClr val="bg1"/>
                </a:solidFill>
                <a:latin typeface="Arial" panose="020B0604020202020204" pitchFamily="34" charset="0"/>
                <a:ea typeface="黑体" panose="02010609060101010101" pitchFamily="49" charset="-122"/>
              </a:rPr>
              <a:t>第</a:t>
            </a:r>
            <a:r>
              <a:rPr lang="en-US" altLang="zh-CN" sz="2800" dirty="0">
                <a:solidFill>
                  <a:schemeClr val="bg1"/>
                </a:solidFill>
                <a:latin typeface="Arial" panose="020B0604020202020204" pitchFamily="34" charset="0"/>
                <a:ea typeface="黑体" panose="02010609060101010101" pitchFamily="49" charset="-122"/>
              </a:rPr>
              <a:t>4</a:t>
            </a:r>
            <a:r>
              <a:rPr lang="zh-CN" altLang="en-US" sz="2800" dirty="0">
                <a:solidFill>
                  <a:schemeClr val="bg1"/>
                </a:solidFill>
                <a:latin typeface="Arial" panose="020B0604020202020204" pitchFamily="34" charset="0"/>
                <a:ea typeface="黑体" panose="02010609060101010101" pitchFamily="49" charset="-122"/>
              </a:rPr>
              <a:t>章   线性系统的能控性和能观测性</a:t>
            </a:r>
          </a:p>
        </p:txBody>
      </p:sp>
      <p:sp>
        <p:nvSpPr>
          <p:cNvPr id="7181" name="AutoShape 32"/>
          <p:cNvSpPr/>
          <p:nvPr/>
        </p:nvSpPr>
        <p:spPr>
          <a:xfrm>
            <a:off x="1692275" y="4394200"/>
            <a:ext cx="5111750" cy="576263"/>
          </a:xfrm>
          <a:prstGeom prst="roundRect">
            <a:avLst>
              <a:gd name="adj" fmla="val 16667"/>
            </a:avLst>
          </a:prstGeom>
          <a:solidFill>
            <a:srgbClr val="135472"/>
          </a:solidFill>
          <a:ln w="9525" cap="flat" cmpd="sng">
            <a:solidFill>
              <a:schemeClr val="tx1"/>
            </a:solidFill>
            <a:prstDash val="solid"/>
            <a:round/>
            <a:headEnd type="none" w="med" len="med"/>
            <a:tailEnd type="none" w="med" len="med"/>
          </a:ln>
        </p:spPr>
        <p:txBody>
          <a:bodyPr wrap="none" anchor="ctr" anchorCtr="0"/>
          <a:lstStyle/>
          <a:p>
            <a:pPr algn="ctr"/>
            <a:endParaRPr lang="zh-CN" altLang="zh-CN" dirty="0">
              <a:latin typeface="Arial" panose="020B0604020202020204" pitchFamily="34" charset="0"/>
              <a:ea typeface="黑体" panose="02010609060101010101" pitchFamily="49" charset="-122"/>
            </a:endParaRPr>
          </a:p>
        </p:txBody>
      </p:sp>
      <p:sp>
        <p:nvSpPr>
          <p:cNvPr id="7182" name="AutoShape 33"/>
          <p:cNvSpPr/>
          <p:nvPr/>
        </p:nvSpPr>
        <p:spPr>
          <a:xfrm>
            <a:off x="1619250" y="4351338"/>
            <a:ext cx="5111750" cy="576262"/>
          </a:xfrm>
          <a:prstGeom prst="roundRect">
            <a:avLst>
              <a:gd name="adj" fmla="val 16667"/>
            </a:avLst>
          </a:prstGeom>
          <a:solidFill>
            <a:srgbClr val="135472"/>
          </a:solidFill>
          <a:ln w="9525" cap="flat" cmpd="sng">
            <a:solidFill>
              <a:schemeClr val="bg1"/>
            </a:solidFill>
            <a:prstDash val="solid"/>
            <a:round/>
            <a:headEnd type="none" w="med" len="med"/>
            <a:tailEnd type="none" w="med" len="med"/>
          </a:ln>
        </p:spPr>
        <p:txBody>
          <a:bodyPr wrap="none" anchor="ctr" anchorCtr="0"/>
          <a:lstStyle/>
          <a:p>
            <a:pPr algn="ctr"/>
            <a:endParaRPr lang="zh-CN" altLang="zh-CN" dirty="0">
              <a:latin typeface="Arial" panose="020B0604020202020204" pitchFamily="34" charset="0"/>
              <a:ea typeface="黑体" panose="02010609060101010101" pitchFamily="49" charset="-122"/>
            </a:endParaRPr>
          </a:p>
        </p:txBody>
      </p:sp>
      <p:sp>
        <p:nvSpPr>
          <p:cNvPr id="7183" name="Text Box 34"/>
          <p:cNvSpPr txBox="1"/>
          <p:nvPr/>
        </p:nvSpPr>
        <p:spPr>
          <a:xfrm>
            <a:off x="1735138" y="4408488"/>
            <a:ext cx="5040312" cy="519112"/>
          </a:xfrm>
          <a:prstGeom prst="rect">
            <a:avLst/>
          </a:prstGeom>
          <a:noFill/>
          <a:ln w="9525">
            <a:noFill/>
          </a:ln>
        </p:spPr>
        <p:txBody>
          <a:bodyPr anchor="t" anchorCtr="0">
            <a:spAutoFit/>
          </a:bodyPr>
          <a:lstStyle/>
          <a:p>
            <a:r>
              <a:rPr lang="zh-CN" altLang="en-US" sz="2800" dirty="0">
                <a:solidFill>
                  <a:schemeClr val="bg1"/>
                </a:solidFill>
                <a:latin typeface="Arial" panose="020B0604020202020204" pitchFamily="34" charset="0"/>
                <a:ea typeface="黑体" panose="02010609060101010101" pitchFamily="49" charset="-122"/>
              </a:rPr>
              <a:t>第</a:t>
            </a:r>
            <a:r>
              <a:rPr lang="en-US" altLang="zh-CN" sz="2800" dirty="0">
                <a:solidFill>
                  <a:schemeClr val="bg1"/>
                </a:solidFill>
                <a:latin typeface="Arial" panose="020B0604020202020204" pitchFamily="34" charset="0"/>
                <a:ea typeface="黑体" panose="02010609060101010101" pitchFamily="49" charset="-122"/>
              </a:rPr>
              <a:t>6</a:t>
            </a:r>
            <a:r>
              <a:rPr lang="zh-CN" altLang="en-US" sz="2800" dirty="0">
                <a:solidFill>
                  <a:schemeClr val="bg1"/>
                </a:solidFill>
                <a:latin typeface="Arial" panose="020B0604020202020204" pitchFamily="34" charset="0"/>
                <a:ea typeface="黑体" panose="02010609060101010101" pitchFamily="49" charset="-122"/>
              </a:rPr>
              <a:t>章   状态反馈和状态观测器</a:t>
            </a:r>
          </a:p>
        </p:txBody>
      </p:sp>
      <p:sp>
        <p:nvSpPr>
          <p:cNvPr id="7184" name="AutoShape 35"/>
          <p:cNvSpPr/>
          <p:nvPr/>
        </p:nvSpPr>
        <p:spPr>
          <a:xfrm>
            <a:off x="1692275" y="5041900"/>
            <a:ext cx="3008313" cy="576263"/>
          </a:xfrm>
          <a:prstGeom prst="roundRect">
            <a:avLst>
              <a:gd name="adj" fmla="val 16667"/>
            </a:avLst>
          </a:prstGeom>
          <a:solidFill>
            <a:srgbClr val="135472"/>
          </a:solidFill>
          <a:ln w="9525" cap="flat" cmpd="sng">
            <a:solidFill>
              <a:schemeClr val="tx1"/>
            </a:solidFill>
            <a:prstDash val="solid"/>
            <a:round/>
            <a:headEnd type="none" w="med" len="med"/>
            <a:tailEnd type="none" w="med" len="med"/>
          </a:ln>
        </p:spPr>
        <p:txBody>
          <a:bodyPr wrap="none" anchor="ctr" anchorCtr="0"/>
          <a:lstStyle/>
          <a:p>
            <a:pPr algn="ctr"/>
            <a:endParaRPr lang="zh-CN" altLang="zh-CN" dirty="0">
              <a:latin typeface="Arial" panose="020B0604020202020204" pitchFamily="34" charset="0"/>
              <a:ea typeface="黑体" panose="02010609060101010101" pitchFamily="49" charset="-122"/>
            </a:endParaRPr>
          </a:p>
        </p:txBody>
      </p:sp>
      <p:sp>
        <p:nvSpPr>
          <p:cNvPr id="7185" name="AutoShape 36"/>
          <p:cNvSpPr/>
          <p:nvPr/>
        </p:nvSpPr>
        <p:spPr>
          <a:xfrm>
            <a:off x="1619250" y="5013325"/>
            <a:ext cx="3024188" cy="576263"/>
          </a:xfrm>
          <a:prstGeom prst="roundRect">
            <a:avLst>
              <a:gd name="adj" fmla="val 16667"/>
            </a:avLst>
          </a:prstGeom>
          <a:solidFill>
            <a:srgbClr val="135472"/>
          </a:solidFill>
          <a:ln w="9525" cap="flat" cmpd="sng">
            <a:solidFill>
              <a:schemeClr val="bg1"/>
            </a:solidFill>
            <a:prstDash val="solid"/>
            <a:round/>
            <a:headEnd type="none" w="med" len="med"/>
            <a:tailEnd type="none" w="med" len="med"/>
          </a:ln>
        </p:spPr>
        <p:txBody>
          <a:bodyPr wrap="none" anchor="ctr" anchorCtr="0"/>
          <a:lstStyle/>
          <a:p>
            <a:pPr algn="ctr"/>
            <a:endParaRPr lang="zh-CN" altLang="zh-CN" dirty="0">
              <a:latin typeface="Arial" panose="020B0604020202020204" pitchFamily="34" charset="0"/>
              <a:ea typeface="黑体" panose="02010609060101010101" pitchFamily="49" charset="-122"/>
            </a:endParaRPr>
          </a:p>
        </p:txBody>
      </p:sp>
      <p:sp>
        <p:nvSpPr>
          <p:cNvPr id="7186" name="Text Box 37"/>
          <p:cNvSpPr txBox="1"/>
          <p:nvPr/>
        </p:nvSpPr>
        <p:spPr>
          <a:xfrm>
            <a:off x="1735138" y="5056188"/>
            <a:ext cx="2863850" cy="519112"/>
          </a:xfrm>
          <a:prstGeom prst="rect">
            <a:avLst/>
          </a:prstGeom>
          <a:noFill/>
          <a:ln w="9525">
            <a:noFill/>
          </a:ln>
        </p:spPr>
        <p:txBody>
          <a:bodyPr anchor="t" anchorCtr="0">
            <a:spAutoFit/>
          </a:bodyPr>
          <a:lstStyle/>
          <a:p>
            <a:r>
              <a:rPr lang="zh-CN" altLang="en-US" sz="2800" dirty="0">
                <a:solidFill>
                  <a:schemeClr val="bg1"/>
                </a:solidFill>
                <a:latin typeface="Arial" panose="020B0604020202020204" pitchFamily="34" charset="0"/>
                <a:ea typeface="黑体" panose="02010609060101010101" pitchFamily="49" charset="-122"/>
              </a:rPr>
              <a:t>第</a:t>
            </a:r>
            <a:r>
              <a:rPr lang="en-US" altLang="zh-CN" sz="2800" dirty="0">
                <a:solidFill>
                  <a:schemeClr val="bg1"/>
                </a:solidFill>
                <a:latin typeface="Arial" panose="020B0604020202020204" pitchFamily="34" charset="0"/>
                <a:ea typeface="黑体" panose="02010609060101010101" pitchFamily="49" charset="-122"/>
              </a:rPr>
              <a:t>7</a:t>
            </a:r>
            <a:r>
              <a:rPr lang="zh-CN" altLang="en-US" sz="2800" dirty="0">
                <a:solidFill>
                  <a:schemeClr val="bg1"/>
                </a:solidFill>
                <a:latin typeface="Arial" panose="020B0604020202020204" pitchFamily="34" charset="0"/>
                <a:ea typeface="黑体" panose="02010609060101010101" pitchFamily="49" charset="-122"/>
              </a:rPr>
              <a:t>章   最优控制</a:t>
            </a:r>
          </a:p>
        </p:txBody>
      </p:sp>
      <p:sp>
        <p:nvSpPr>
          <p:cNvPr id="7187" name="AutoShape 38"/>
          <p:cNvSpPr/>
          <p:nvPr/>
        </p:nvSpPr>
        <p:spPr>
          <a:xfrm>
            <a:off x="1692275" y="5703888"/>
            <a:ext cx="3024188" cy="576262"/>
          </a:xfrm>
          <a:prstGeom prst="roundRect">
            <a:avLst>
              <a:gd name="adj" fmla="val 16667"/>
            </a:avLst>
          </a:prstGeom>
          <a:solidFill>
            <a:srgbClr val="135472"/>
          </a:solidFill>
          <a:ln w="9525" cap="flat" cmpd="sng">
            <a:solidFill>
              <a:schemeClr val="tx1"/>
            </a:solidFill>
            <a:prstDash val="solid"/>
            <a:round/>
            <a:headEnd type="none" w="med" len="med"/>
            <a:tailEnd type="none" w="med" len="med"/>
          </a:ln>
        </p:spPr>
        <p:txBody>
          <a:bodyPr wrap="none" anchor="ctr" anchorCtr="0"/>
          <a:lstStyle/>
          <a:p>
            <a:pPr algn="ctr"/>
            <a:endParaRPr lang="zh-CN" altLang="zh-CN" dirty="0">
              <a:latin typeface="Arial" panose="020B0604020202020204" pitchFamily="34" charset="0"/>
              <a:ea typeface="黑体" panose="02010609060101010101" pitchFamily="49" charset="-122"/>
            </a:endParaRPr>
          </a:p>
        </p:txBody>
      </p:sp>
      <p:sp>
        <p:nvSpPr>
          <p:cNvPr id="7188" name="AutoShape 39"/>
          <p:cNvSpPr/>
          <p:nvPr/>
        </p:nvSpPr>
        <p:spPr>
          <a:xfrm>
            <a:off x="1619250" y="5662613"/>
            <a:ext cx="3024188" cy="576262"/>
          </a:xfrm>
          <a:prstGeom prst="roundRect">
            <a:avLst>
              <a:gd name="adj" fmla="val 16667"/>
            </a:avLst>
          </a:prstGeom>
          <a:solidFill>
            <a:srgbClr val="135472"/>
          </a:solidFill>
          <a:ln w="9525" cap="flat" cmpd="sng">
            <a:solidFill>
              <a:schemeClr val="bg1"/>
            </a:solidFill>
            <a:prstDash val="solid"/>
            <a:round/>
            <a:headEnd type="none" w="med" len="med"/>
            <a:tailEnd type="none" w="med" len="med"/>
          </a:ln>
        </p:spPr>
        <p:txBody>
          <a:bodyPr wrap="none" anchor="ctr" anchorCtr="0"/>
          <a:lstStyle/>
          <a:p>
            <a:pPr algn="ctr"/>
            <a:endParaRPr lang="zh-CN" altLang="zh-CN" dirty="0">
              <a:latin typeface="Arial" panose="020B0604020202020204" pitchFamily="34" charset="0"/>
              <a:ea typeface="黑体" panose="02010609060101010101" pitchFamily="49" charset="-122"/>
            </a:endParaRPr>
          </a:p>
        </p:txBody>
      </p:sp>
      <p:sp>
        <p:nvSpPr>
          <p:cNvPr id="7189" name="Text Box 40"/>
          <p:cNvSpPr txBox="1"/>
          <p:nvPr/>
        </p:nvSpPr>
        <p:spPr>
          <a:xfrm>
            <a:off x="1749425" y="5705475"/>
            <a:ext cx="2833688" cy="519113"/>
          </a:xfrm>
          <a:prstGeom prst="rect">
            <a:avLst/>
          </a:prstGeom>
          <a:noFill/>
          <a:ln w="9525">
            <a:noFill/>
          </a:ln>
        </p:spPr>
        <p:txBody>
          <a:bodyPr anchor="t" anchorCtr="0">
            <a:spAutoFit/>
          </a:bodyPr>
          <a:lstStyle/>
          <a:p>
            <a:r>
              <a:rPr lang="zh-CN" altLang="en-US" sz="2800" dirty="0">
                <a:solidFill>
                  <a:schemeClr val="bg1"/>
                </a:solidFill>
                <a:latin typeface="Arial" panose="020B0604020202020204" pitchFamily="34" charset="0"/>
                <a:ea typeface="黑体" panose="02010609060101010101" pitchFamily="49" charset="-122"/>
              </a:rPr>
              <a:t>第</a:t>
            </a:r>
            <a:r>
              <a:rPr lang="en-US" altLang="zh-CN" sz="2800" dirty="0">
                <a:solidFill>
                  <a:schemeClr val="bg1"/>
                </a:solidFill>
                <a:latin typeface="Arial" panose="020B0604020202020204" pitchFamily="34" charset="0"/>
                <a:ea typeface="黑体" panose="02010609060101010101" pitchFamily="49" charset="-122"/>
              </a:rPr>
              <a:t>8</a:t>
            </a:r>
            <a:r>
              <a:rPr lang="zh-CN" altLang="en-US" sz="2800" dirty="0">
                <a:solidFill>
                  <a:schemeClr val="bg1"/>
                </a:solidFill>
                <a:latin typeface="Arial" panose="020B0604020202020204" pitchFamily="34" charset="0"/>
                <a:ea typeface="黑体" panose="02010609060101010101" pitchFamily="49" charset="-122"/>
              </a:rPr>
              <a:t>章   状态估计</a:t>
            </a:r>
          </a:p>
        </p:txBody>
      </p:sp>
      <p:sp>
        <p:nvSpPr>
          <p:cNvPr id="7190" name="AutoShape 41"/>
          <p:cNvSpPr/>
          <p:nvPr/>
        </p:nvSpPr>
        <p:spPr>
          <a:xfrm>
            <a:off x="1692275" y="1095375"/>
            <a:ext cx="2374900" cy="576263"/>
          </a:xfrm>
          <a:prstGeom prst="roundRect">
            <a:avLst>
              <a:gd name="adj" fmla="val 16667"/>
            </a:avLst>
          </a:prstGeom>
          <a:solidFill>
            <a:srgbClr val="135472"/>
          </a:solidFill>
          <a:ln w="9525" cap="flat" cmpd="sng">
            <a:solidFill>
              <a:schemeClr val="tx1"/>
            </a:solidFill>
            <a:prstDash val="solid"/>
            <a:round/>
            <a:headEnd type="none" w="med" len="med"/>
            <a:tailEnd type="none" w="med" len="med"/>
          </a:ln>
        </p:spPr>
        <p:txBody>
          <a:bodyPr wrap="none" anchor="ctr" anchorCtr="0"/>
          <a:lstStyle/>
          <a:p>
            <a:pPr algn="ctr"/>
            <a:endParaRPr lang="zh-CN" altLang="zh-CN" dirty="0">
              <a:latin typeface="Arial" panose="020B0604020202020204" pitchFamily="34" charset="0"/>
              <a:ea typeface="黑体" panose="02010609060101010101" pitchFamily="49" charset="-122"/>
            </a:endParaRPr>
          </a:p>
        </p:txBody>
      </p:sp>
      <p:sp>
        <p:nvSpPr>
          <p:cNvPr id="7191" name="AutoShape 42"/>
          <p:cNvSpPr/>
          <p:nvPr/>
        </p:nvSpPr>
        <p:spPr>
          <a:xfrm>
            <a:off x="1619250" y="1066800"/>
            <a:ext cx="2374900" cy="576263"/>
          </a:xfrm>
          <a:prstGeom prst="roundRect">
            <a:avLst>
              <a:gd name="adj" fmla="val 16667"/>
            </a:avLst>
          </a:prstGeom>
          <a:solidFill>
            <a:srgbClr val="135472"/>
          </a:solidFill>
          <a:ln w="9525" cap="flat" cmpd="sng">
            <a:solidFill>
              <a:schemeClr val="bg1"/>
            </a:solidFill>
            <a:prstDash val="solid"/>
            <a:round/>
            <a:headEnd type="none" w="med" len="med"/>
            <a:tailEnd type="none" w="med" len="med"/>
          </a:ln>
        </p:spPr>
        <p:txBody>
          <a:bodyPr wrap="none" anchor="ctr" anchorCtr="0"/>
          <a:lstStyle/>
          <a:p>
            <a:pPr algn="ctr"/>
            <a:endParaRPr lang="zh-CN" altLang="zh-CN" dirty="0">
              <a:latin typeface="Arial" panose="020B0604020202020204" pitchFamily="34" charset="0"/>
              <a:ea typeface="黑体" panose="02010609060101010101" pitchFamily="49" charset="-122"/>
            </a:endParaRPr>
          </a:p>
        </p:txBody>
      </p:sp>
      <p:sp>
        <p:nvSpPr>
          <p:cNvPr id="7192" name="Text Box 43"/>
          <p:cNvSpPr txBox="1"/>
          <p:nvPr/>
        </p:nvSpPr>
        <p:spPr>
          <a:xfrm>
            <a:off x="1704975" y="1109663"/>
            <a:ext cx="2303463" cy="519112"/>
          </a:xfrm>
          <a:prstGeom prst="rect">
            <a:avLst/>
          </a:prstGeom>
          <a:noFill/>
          <a:ln w="9525">
            <a:noFill/>
          </a:ln>
        </p:spPr>
        <p:txBody>
          <a:bodyPr anchor="t" anchorCtr="0">
            <a:spAutoFit/>
          </a:bodyPr>
          <a:lstStyle/>
          <a:p>
            <a:r>
              <a:rPr lang="zh-CN" altLang="en-US" sz="2800" dirty="0">
                <a:solidFill>
                  <a:schemeClr val="bg1"/>
                </a:solidFill>
                <a:latin typeface="Arial" panose="020B0604020202020204" pitchFamily="34" charset="0"/>
                <a:ea typeface="黑体" panose="02010609060101010101" pitchFamily="49" charset="-122"/>
              </a:rPr>
              <a:t>第</a:t>
            </a:r>
            <a:r>
              <a:rPr lang="en-US" altLang="zh-CN" sz="2800" dirty="0">
                <a:solidFill>
                  <a:schemeClr val="bg1"/>
                </a:solidFill>
                <a:latin typeface="Arial" panose="020B0604020202020204" pitchFamily="34" charset="0"/>
                <a:ea typeface="黑体" panose="02010609060101010101" pitchFamily="49" charset="-122"/>
              </a:rPr>
              <a:t>1</a:t>
            </a:r>
            <a:r>
              <a:rPr lang="zh-CN" altLang="en-US" sz="2800" dirty="0">
                <a:solidFill>
                  <a:schemeClr val="bg1"/>
                </a:solidFill>
                <a:latin typeface="Arial" panose="020B0604020202020204" pitchFamily="34" charset="0"/>
                <a:ea typeface="黑体" panose="02010609060101010101" pitchFamily="49" charset="-122"/>
              </a:rPr>
              <a:t>章   绪论</a:t>
            </a:r>
          </a:p>
        </p:txBody>
      </p:sp>
      <p:sp>
        <p:nvSpPr>
          <p:cNvPr id="7193" name="AutoShape 44"/>
          <p:cNvSpPr/>
          <p:nvPr/>
        </p:nvSpPr>
        <p:spPr>
          <a:xfrm>
            <a:off x="1692275" y="3730625"/>
            <a:ext cx="6767513" cy="576263"/>
          </a:xfrm>
          <a:prstGeom prst="roundRect">
            <a:avLst>
              <a:gd name="adj" fmla="val 16667"/>
            </a:avLst>
          </a:prstGeom>
          <a:solidFill>
            <a:srgbClr val="135472"/>
          </a:solidFill>
          <a:ln w="9525" cap="flat" cmpd="sng">
            <a:solidFill>
              <a:schemeClr val="tx1"/>
            </a:solidFill>
            <a:prstDash val="solid"/>
            <a:round/>
            <a:headEnd type="none" w="med" len="med"/>
            <a:tailEnd type="none" w="med" len="med"/>
          </a:ln>
        </p:spPr>
        <p:txBody>
          <a:bodyPr wrap="none" anchor="ctr" anchorCtr="0"/>
          <a:lstStyle/>
          <a:p>
            <a:pPr algn="ctr" eaLnBrk="0" hangingPunct="0"/>
            <a:endParaRPr lang="zh-CN" altLang="zh-CN" dirty="0">
              <a:latin typeface="Arial" panose="020B0604020202020204" pitchFamily="34" charset="0"/>
              <a:ea typeface="宋体" panose="02010600030101010101" pitchFamily="2" charset="-122"/>
            </a:endParaRPr>
          </a:p>
        </p:txBody>
      </p:sp>
      <p:sp>
        <p:nvSpPr>
          <p:cNvPr id="7194" name="AutoShape 45"/>
          <p:cNvSpPr/>
          <p:nvPr/>
        </p:nvSpPr>
        <p:spPr>
          <a:xfrm>
            <a:off x="1619250" y="3687763"/>
            <a:ext cx="6769100" cy="576262"/>
          </a:xfrm>
          <a:prstGeom prst="roundRect">
            <a:avLst>
              <a:gd name="adj" fmla="val 16667"/>
            </a:avLst>
          </a:prstGeom>
          <a:solidFill>
            <a:srgbClr val="135472"/>
          </a:solidFill>
          <a:ln w="9525" cap="flat" cmpd="sng">
            <a:solidFill>
              <a:schemeClr val="bg1"/>
            </a:solidFill>
            <a:prstDash val="solid"/>
            <a:round/>
            <a:headEnd type="none" w="med" len="med"/>
            <a:tailEnd type="none" w="med" len="med"/>
          </a:ln>
        </p:spPr>
        <p:txBody>
          <a:bodyPr wrap="none" anchor="ctr" anchorCtr="0"/>
          <a:lstStyle/>
          <a:p>
            <a:pPr algn="ctr" eaLnBrk="0" hangingPunct="0"/>
            <a:endParaRPr lang="zh-CN" altLang="zh-CN" dirty="0">
              <a:latin typeface="Arial" panose="020B0604020202020204" pitchFamily="34" charset="0"/>
              <a:ea typeface="宋体" panose="02010600030101010101" pitchFamily="2" charset="-122"/>
            </a:endParaRPr>
          </a:p>
        </p:txBody>
      </p:sp>
      <p:sp>
        <p:nvSpPr>
          <p:cNvPr id="7195" name="Text Box 46"/>
          <p:cNvSpPr txBox="1"/>
          <p:nvPr/>
        </p:nvSpPr>
        <p:spPr>
          <a:xfrm>
            <a:off x="1720850" y="3730625"/>
            <a:ext cx="6738938" cy="519113"/>
          </a:xfrm>
          <a:prstGeom prst="rect">
            <a:avLst/>
          </a:prstGeom>
          <a:noFill/>
          <a:ln w="9525">
            <a:noFill/>
          </a:ln>
        </p:spPr>
        <p:txBody>
          <a:bodyPr anchor="t" anchorCtr="0">
            <a:spAutoFit/>
          </a:bodyPr>
          <a:lstStyle/>
          <a:p>
            <a:pPr eaLnBrk="0" hangingPunct="0"/>
            <a:r>
              <a:rPr lang="zh-CN" altLang="en-US" sz="2800" dirty="0">
                <a:solidFill>
                  <a:srgbClr val="FFCC00"/>
                </a:solidFill>
                <a:latin typeface="Arial" panose="020B0604020202020204" pitchFamily="34" charset="0"/>
                <a:ea typeface="黑体" panose="02010609060101010101" pitchFamily="49" charset="-122"/>
              </a:rPr>
              <a:t>第</a:t>
            </a:r>
            <a:r>
              <a:rPr lang="en-US" altLang="zh-CN" sz="2800" dirty="0">
                <a:solidFill>
                  <a:srgbClr val="FFCC00"/>
                </a:solidFill>
                <a:latin typeface="Arial" panose="020B0604020202020204" pitchFamily="34" charset="0"/>
                <a:ea typeface="黑体" panose="02010609060101010101" pitchFamily="49" charset="-122"/>
              </a:rPr>
              <a:t>5</a:t>
            </a:r>
            <a:r>
              <a:rPr lang="zh-CN" altLang="en-US" sz="2800" dirty="0">
                <a:solidFill>
                  <a:srgbClr val="FFCC00"/>
                </a:solidFill>
                <a:latin typeface="Arial" panose="020B0604020202020204" pitchFamily="34" charset="0"/>
                <a:ea typeface="黑体" panose="02010609060101010101" pitchFamily="49" charset="-122"/>
              </a:rPr>
              <a:t>章   控制系统的李雅普诺夫稳定性分析</a:t>
            </a:r>
          </a:p>
        </p:txBody>
      </p:sp>
      <p:sp>
        <p:nvSpPr>
          <p:cNvPr id="7196" name="Text Box 47"/>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8194"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4</a:t>
            </a:fld>
            <a:endParaRPr lang="en-US" altLang="zh-CN" sz="1400" dirty="0"/>
          </a:p>
        </p:txBody>
      </p:sp>
      <p:sp>
        <p:nvSpPr>
          <p:cNvPr id="8195" name="Rectangle 2"/>
          <p:cNvSpPr>
            <a:spLocks noGrp="1"/>
          </p:cNvSpPr>
          <p:nvPr>
            <p:ph type="title"/>
          </p:nvPr>
        </p:nvSpPr>
        <p:spPr>
          <a:ln/>
        </p:spPr>
        <p:txBody>
          <a:bodyPr vert="horz" wrap="square" lIns="91440" tIns="45720" rIns="91440" bIns="45720" anchor="ctr" anchorCtr="0"/>
          <a:lstStyle/>
          <a:p>
            <a:pPr eaLnBrk="1" hangingPunct="1"/>
            <a:endParaRPr lang="zh-CN" altLang="zh-CN" dirty="0"/>
          </a:p>
        </p:txBody>
      </p:sp>
      <p:sp>
        <p:nvSpPr>
          <p:cNvPr id="8196" name="Rectangle 3"/>
          <p:cNvSpPr>
            <a:spLocks noGrp="1"/>
          </p:cNvSpPr>
          <p:nvPr>
            <p:ph idx="1"/>
          </p:nvPr>
        </p:nvSpPr>
        <p:spPr>
          <a:ln/>
        </p:spPr>
        <p:txBody>
          <a:bodyPr vert="horz" wrap="square" lIns="91440" tIns="45720" rIns="91440" bIns="45720" anchor="t" anchorCtr="0"/>
          <a:lstStyle/>
          <a:p>
            <a:pPr eaLnBrk="1" hangingPunct="1"/>
            <a:endParaRPr lang="zh-CN" altLang="zh-CN" dirty="0"/>
          </a:p>
        </p:txBody>
      </p:sp>
      <p:pic>
        <p:nvPicPr>
          <p:cNvPr id="8197" name="Picture 4" descr="底图1"/>
          <p:cNvPicPr>
            <a:picLocks noChangeAspect="1"/>
          </p:cNvPicPr>
          <p:nvPr/>
        </p:nvPicPr>
        <p:blipFill>
          <a:blip r:embed="rId3"/>
          <a:stretch>
            <a:fillRect/>
          </a:stretch>
        </p:blipFill>
        <p:spPr>
          <a:xfrm>
            <a:off x="0" y="0"/>
            <a:ext cx="9144000" cy="6858000"/>
          </a:xfrm>
          <a:prstGeom prst="rect">
            <a:avLst/>
          </a:prstGeom>
          <a:noFill/>
          <a:ln w="9525">
            <a:noFill/>
          </a:ln>
        </p:spPr>
      </p:pic>
      <p:sp>
        <p:nvSpPr>
          <p:cNvPr id="8198" name="AutoShape 11"/>
          <p:cNvSpPr/>
          <p:nvPr/>
        </p:nvSpPr>
        <p:spPr>
          <a:xfrm>
            <a:off x="1692275" y="3730625"/>
            <a:ext cx="6767513" cy="576263"/>
          </a:xfrm>
          <a:prstGeom prst="roundRect">
            <a:avLst>
              <a:gd name="adj" fmla="val 16667"/>
            </a:avLst>
          </a:prstGeom>
          <a:solidFill>
            <a:srgbClr val="135472"/>
          </a:solidFill>
          <a:ln w="9525" cap="flat" cmpd="sng">
            <a:solidFill>
              <a:schemeClr val="tx1"/>
            </a:solidFill>
            <a:prstDash val="solid"/>
            <a:round/>
            <a:headEnd type="none" w="med" len="med"/>
            <a:tailEnd type="none" w="med" len="med"/>
          </a:ln>
        </p:spPr>
        <p:txBody>
          <a:bodyPr wrap="none" anchor="ctr" anchorCtr="0"/>
          <a:lstStyle/>
          <a:p>
            <a:pPr algn="ctr" eaLnBrk="0" hangingPunct="0"/>
            <a:endParaRPr lang="zh-CN" altLang="zh-CN" dirty="0">
              <a:latin typeface="Arial" panose="020B0604020202020204" pitchFamily="34" charset="0"/>
              <a:ea typeface="宋体" panose="02010600030101010101" pitchFamily="2" charset="-122"/>
            </a:endParaRPr>
          </a:p>
        </p:txBody>
      </p:sp>
      <p:sp>
        <p:nvSpPr>
          <p:cNvPr id="8199" name="AutoShape 12"/>
          <p:cNvSpPr/>
          <p:nvPr/>
        </p:nvSpPr>
        <p:spPr>
          <a:xfrm>
            <a:off x="1619250" y="3687763"/>
            <a:ext cx="6769100" cy="576262"/>
          </a:xfrm>
          <a:prstGeom prst="roundRect">
            <a:avLst>
              <a:gd name="adj" fmla="val 16667"/>
            </a:avLst>
          </a:prstGeom>
          <a:solidFill>
            <a:srgbClr val="135472"/>
          </a:solidFill>
          <a:ln w="9525" cap="flat" cmpd="sng">
            <a:solidFill>
              <a:schemeClr val="bg1"/>
            </a:solidFill>
            <a:prstDash val="solid"/>
            <a:round/>
            <a:headEnd type="none" w="med" len="med"/>
            <a:tailEnd type="none" w="med" len="med"/>
          </a:ln>
        </p:spPr>
        <p:txBody>
          <a:bodyPr wrap="none" anchor="ctr" anchorCtr="0"/>
          <a:lstStyle/>
          <a:p>
            <a:pPr algn="ctr" eaLnBrk="0" hangingPunct="0"/>
            <a:endParaRPr lang="zh-CN" altLang="zh-CN" dirty="0">
              <a:latin typeface="Arial" panose="020B0604020202020204" pitchFamily="34" charset="0"/>
              <a:ea typeface="宋体" panose="02010600030101010101" pitchFamily="2" charset="-122"/>
            </a:endParaRPr>
          </a:p>
        </p:txBody>
      </p:sp>
      <p:sp>
        <p:nvSpPr>
          <p:cNvPr id="8200" name="Text Box 13"/>
          <p:cNvSpPr txBox="1"/>
          <p:nvPr/>
        </p:nvSpPr>
        <p:spPr>
          <a:xfrm>
            <a:off x="1720850" y="3730625"/>
            <a:ext cx="6738938" cy="519113"/>
          </a:xfrm>
          <a:prstGeom prst="rect">
            <a:avLst/>
          </a:prstGeom>
          <a:noFill/>
          <a:ln w="9525">
            <a:noFill/>
          </a:ln>
        </p:spPr>
        <p:txBody>
          <a:bodyPr anchor="t" anchorCtr="0">
            <a:spAutoFit/>
          </a:bodyPr>
          <a:lstStyle/>
          <a:p>
            <a:pPr eaLnBrk="0" hangingPunct="0"/>
            <a:r>
              <a:rPr lang="zh-CN" altLang="en-US" sz="2800" dirty="0">
                <a:solidFill>
                  <a:srgbClr val="FFCC00"/>
                </a:solidFill>
                <a:latin typeface="Arial" panose="020B0604020202020204" pitchFamily="34" charset="0"/>
                <a:ea typeface="黑体" panose="02010609060101010101" pitchFamily="49" charset="-122"/>
              </a:rPr>
              <a:t>第</a:t>
            </a:r>
            <a:r>
              <a:rPr lang="en-US" altLang="zh-CN" sz="2800" dirty="0">
                <a:solidFill>
                  <a:srgbClr val="FFCC00"/>
                </a:solidFill>
                <a:latin typeface="Arial" panose="020B0604020202020204" pitchFamily="34" charset="0"/>
                <a:ea typeface="黑体" panose="02010609060101010101" pitchFamily="49" charset="-122"/>
              </a:rPr>
              <a:t>5</a:t>
            </a:r>
            <a:r>
              <a:rPr lang="zh-CN" altLang="en-US" sz="2800" dirty="0">
                <a:solidFill>
                  <a:srgbClr val="FFCC00"/>
                </a:solidFill>
                <a:latin typeface="Arial" panose="020B0604020202020204" pitchFamily="34" charset="0"/>
                <a:ea typeface="黑体" panose="02010609060101010101" pitchFamily="49" charset="-122"/>
              </a:rPr>
              <a:t>章   控制系统的李雅普诺夫稳定性分析</a:t>
            </a:r>
          </a:p>
        </p:txBody>
      </p:sp>
      <p:sp>
        <p:nvSpPr>
          <p:cNvPr id="8201" name="Text Box 14"/>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9218"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5</a:t>
            </a:fld>
            <a:endParaRPr lang="en-US" altLang="zh-CN" sz="1400" dirty="0"/>
          </a:p>
        </p:txBody>
      </p:sp>
      <p:grpSp>
        <p:nvGrpSpPr>
          <p:cNvPr id="9219" name="Group 2"/>
          <p:cNvGrpSpPr/>
          <p:nvPr/>
        </p:nvGrpSpPr>
        <p:grpSpPr>
          <a:xfrm>
            <a:off x="0" y="0"/>
            <a:ext cx="9144000" cy="6858000"/>
            <a:chOff x="0" y="0"/>
            <a:chExt cx="5760" cy="4320"/>
          </a:xfrm>
        </p:grpSpPr>
        <p:pic>
          <p:nvPicPr>
            <p:cNvPr id="9220"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9221"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265221" name="Rectangle 5"/>
          <p:cNvSpPr>
            <a:spLocks noGrp="1"/>
          </p:cNvSpPr>
          <p:nvPr>
            <p:ph idx="1"/>
          </p:nvPr>
        </p:nvSpPr>
        <p:spPr>
          <a:xfrm>
            <a:off x="468313" y="1125538"/>
            <a:ext cx="7019925" cy="647700"/>
          </a:xfrm>
          <a:ln/>
        </p:spPr>
        <p:txBody>
          <a:bodyPr vert="horz" wrap="square" lIns="91440" tIns="45720" rIns="91440" bIns="45720" anchor="t" anchorCtr="0"/>
          <a:lstStyle/>
          <a:p>
            <a:pPr eaLnBrk="1" hangingPunct="1">
              <a:buNone/>
            </a:pPr>
            <a:r>
              <a:rPr lang="en-US" altLang="zh-CN" sz="2800" dirty="0">
                <a:solidFill>
                  <a:srgbClr val="A50021"/>
                </a:solidFill>
                <a:ea typeface="黑体" panose="02010609060101010101" pitchFamily="49" charset="-122"/>
              </a:rPr>
              <a:t>  </a:t>
            </a:r>
            <a:r>
              <a:rPr lang="zh-CN" altLang="en-US" sz="2800" dirty="0">
                <a:solidFill>
                  <a:srgbClr val="A50021"/>
                </a:solidFill>
                <a:ea typeface="黑体" panose="02010609060101010101" pitchFamily="49" charset="-122"/>
              </a:rPr>
              <a:t>稳定性</a:t>
            </a:r>
            <a:r>
              <a:rPr lang="zh-CN" altLang="en-US" sz="3600" dirty="0">
                <a:ea typeface="黑体" panose="02010609060101010101" pitchFamily="49" charset="-122"/>
              </a:rPr>
              <a:t>    </a:t>
            </a:r>
            <a:r>
              <a:rPr lang="zh-CN" altLang="en-US" sz="2400" dirty="0">
                <a:ea typeface="黑体" panose="02010609060101010101" pitchFamily="49" charset="-122"/>
              </a:rPr>
              <a:t>系统的重要特性      动态属性</a:t>
            </a:r>
          </a:p>
        </p:txBody>
      </p:sp>
      <p:sp>
        <p:nvSpPr>
          <p:cNvPr id="265222" name="Rectangle 6"/>
          <p:cNvSpPr>
            <a:spLocks noRot="1"/>
          </p:cNvSpPr>
          <p:nvPr/>
        </p:nvSpPr>
        <p:spPr>
          <a:xfrm>
            <a:off x="755650" y="2060575"/>
            <a:ext cx="8208963" cy="2016125"/>
          </a:xfrm>
          <a:prstGeom prst="rect">
            <a:avLst/>
          </a:prstGeom>
          <a:noFill/>
          <a:ln w="9525">
            <a:noFill/>
          </a:ln>
        </p:spPr>
        <p:txBody>
          <a:bodyPr anchor="t" anchorCtr="0"/>
          <a:lstStyle/>
          <a:p>
            <a:pPr marL="342900" indent="-342900">
              <a:lnSpc>
                <a:spcPct val="135000"/>
              </a:lnSpc>
              <a:spcBef>
                <a:spcPct val="20000"/>
              </a:spcBef>
            </a:pPr>
            <a:r>
              <a:rPr lang="zh-CN" altLang="en-US" sz="2400" dirty="0">
                <a:latin typeface="Arial" panose="020B0604020202020204" pitchFamily="34" charset="0"/>
                <a:ea typeface="黑体" panose="02010609060101010101" pitchFamily="49" charset="-122"/>
              </a:rPr>
              <a:t>系统受到小的外界扰动，被调量与规定量之偏差值的收敛性        即</a:t>
            </a:r>
            <a:r>
              <a:rPr lang="zh-CN" altLang="en-US" sz="2400" dirty="0">
                <a:solidFill>
                  <a:srgbClr val="A50021"/>
                </a:solidFill>
                <a:latin typeface="Arial" panose="020B0604020202020204" pitchFamily="34" charset="0"/>
                <a:ea typeface="黑体" panose="02010609060101010101" pitchFamily="49" charset="-122"/>
              </a:rPr>
              <a:t>偏差值趋于零</a:t>
            </a:r>
          </a:p>
          <a:p>
            <a:pPr marL="342900" indent="-342900">
              <a:lnSpc>
                <a:spcPct val="135000"/>
              </a:lnSpc>
              <a:spcBef>
                <a:spcPct val="20000"/>
              </a:spcBef>
            </a:pPr>
            <a:r>
              <a:rPr lang="zh-CN" altLang="en-US" sz="2400" dirty="0">
                <a:solidFill>
                  <a:srgbClr val="3333CC"/>
                </a:solidFill>
                <a:latin typeface="Arial" panose="020B0604020202020204" pitchFamily="34" charset="0"/>
                <a:ea typeface="黑体" panose="02010609060101010101" pitchFamily="49" charset="-122"/>
              </a:rPr>
              <a:t>稳定性问题一直是一个最基本、最重要的问题。</a:t>
            </a:r>
          </a:p>
        </p:txBody>
      </p:sp>
      <p:pic>
        <p:nvPicPr>
          <p:cNvPr id="265223" name="Picture 7" descr="未命名"/>
          <p:cNvPicPr>
            <a:picLocks noChangeAspect="1"/>
          </p:cNvPicPr>
          <p:nvPr/>
        </p:nvPicPr>
        <p:blipFill>
          <a:blip r:embed="rId4">
            <a:clrChange>
              <a:clrFrom>
                <a:srgbClr val="FFFFFF"/>
              </a:clrFrom>
              <a:clrTo>
                <a:srgbClr val="FFFFFF">
                  <a:alpha val="0"/>
                </a:srgbClr>
              </a:clrTo>
            </a:clrChange>
          </a:blip>
          <a:stretch>
            <a:fillRect/>
          </a:stretch>
        </p:blipFill>
        <p:spPr>
          <a:xfrm>
            <a:off x="1258888" y="3860800"/>
            <a:ext cx="6553200" cy="2343150"/>
          </a:xfrm>
          <a:prstGeom prst="rect">
            <a:avLst/>
          </a:prstGeom>
          <a:noFill/>
          <a:ln w="9525">
            <a:noFill/>
          </a:ln>
        </p:spPr>
      </p:pic>
      <p:sp>
        <p:nvSpPr>
          <p:cNvPr id="9225" name="Rectangle 9"/>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9226" name="Text Box 10"/>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65221">
                                            <p:txEl>
                                              <p:pRg st="0" end="0"/>
                                            </p:txEl>
                                          </p:spTgt>
                                        </p:tgtEl>
                                        <p:attrNameLst>
                                          <p:attrName>style.visibility</p:attrName>
                                        </p:attrNameLst>
                                      </p:cBhvr>
                                      <p:to>
                                        <p:strVal val="visible"/>
                                      </p:to>
                                    </p:set>
                                    <p:anim calcmode="discrete" valueType="clr">
                                      <p:cBhvr override="childStyle">
                                        <p:cTn id="7" dur="500"/>
                                        <p:tgtEl>
                                          <p:spTgt spid="265221">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500"/>
                                        <p:tgtEl>
                                          <p:spTgt spid="265221">
                                            <p:txEl>
                                              <p:pRg st="0" end="0"/>
                                            </p:txEl>
                                          </p:spTgt>
                                        </p:tgtEl>
                                        <p:attrNameLst>
                                          <p:attrName>fillcolor</p:attrName>
                                        </p:attrNameLst>
                                      </p:cBhvr>
                                      <p:tavLst>
                                        <p:tav tm="0">
                                          <p:val>
                                            <p:clrVal>
                                              <a:schemeClr val="accent2"/>
                                            </p:clrVal>
                                          </p:val>
                                        </p:tav>
                                        <p:tav tm="50000">
                                          <p:val>
                                            <p:clrVal>
                                              <a:schemeClr val="hlink"/>
                                            </p:clrVal>
                                          </p:val>
                                        </p:tav>
                                      </p:tavLst>
                                    </p:anim>
                                    <p:set>
                                      <p:cBhvr>
                                        <p:cTn id="9" dur="500"/>
                                        <p:tgtEl>
                                          <p:spTgt spid="265221">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265222"/>
                                        </p:tgtEl>
                                        <p:attrNameLst>
                                          <p:attrName>style.visibility</p:attrName>
                                        </p:attrNameLst>
                                      </p:cBhvr>
                                      <p:to>
                                        <p:strVal val="visible"/>
                                      </p:to>
                                    </p:set>
                                    <p:anim calcmode="discrete" valueType="clr">
                                      <p:cBhvr override="childStyle">
                                        <p:cTn id="14" dur="500"/>
                                        <p:tgtEl>
                                          <p:spTgt spid="265222"/>
                                        </p:tgtEl>
                                        <p:attrNameLst>
                                          <p:attrName>style.color</p:attrName>
                                        </p:attrNameLst>
                                      </p:cBhvr>
                                      <p:tavLst>
                                        <p:tav tm="0">
                                          <p:val>
                                            <p:clrVal>
                                              <a:schemeClr val="accent2"/>
                                            </p:clrVal>
                                          </p:val>
                                        </p:tav>
                                        <p:tav tm="50000">
                                          <p:val>
                                            <p:clrVal>
                                              <a:schemeClr val="hlink"/>
                                            </p:clrVal>
                                          </p:val>
                                        </p:tav>
                                      </p:tavLst>
                                    </p:anim>
                                    <p:anim calcmode="discrete" valueType="clr">
                                      <p:cBhvr>
                                        <p:cTn id="15" dur="500"/>
                                        <p:tgtEl>
                                          <p:spTgt spid="265222"/>
                                        </p:tgtEl>
                                        <p:attrNameLst>
                                          <p:attrName>fillcolor</p:attrName>
                                        </p:attrNameLst>
                                      </p:cBhvr>
                                      <p:tavLst>
                                        <p:tav tm="0">
                                          <p:val>
                                            <p:clrVal>
                                              <a:schemeClr val="accent2"/>
                                            </p:clrVal>
                                          </p:val>
                                        </p:tav>
                                        <p:tav tm="50000">
                                          <p:val>
                                            <p:clrVal>
                                              <a:schemeClr val="hlink"/>
                                            </p:clrVal>
                                          </p:val>
                                        </p:tav>
                                      </p:tavLst>
                                    </p:anim>
                                    <p:set>
                                      <p:cBhvr>
                                        <p:cTn id="16" dur="500"/>
                                        <p:tgtEl>
                                          <p:spTgt spid="265222"/>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17" presetClass="entr" presetSubtype="4" fill="hold" nodeType="clickEffect">
                                  <p:stCondLst>
                                    <p:cond delay="0"/>
                                  </p:stCondLst>
                                  <p:childTnLst>
                                    <p:set>
                                      <p:cBhvr>
                                        <p:cTn id="20" dur="1" fill="hold">
                                          <p:stCondLst>
                                            <p:cond delay="0"/>
                                          </p:stCondLst>
                                        </p:cTn>
                                        <p:tgtEl>
                                          <p:spTgt spid="265223"/>
                                        </p:tgtEl>
                                        <p:attrNameLst>
                                          <p:attrName>style.visibility</p:attrName>
                                        </p:attrNameLst>
                                      </p:cBhvr>
                                      <p:to>
                                        <p:strVal val="visible"/>
                                      </p:to>
                                    </p:set>
                                    <p:anim calcmode="lin" valueType="num">
                                      <p:cBhvr>
                                        <p:cTn id="21" dur="1000" fill="hold"/>
                                        <p:tgtEl>
                                          <p:spTgt spid="265223"/>
                                        </p:tgtEl>
                                        <p:attrNameLst>
                                          <p:attrName>ppt_x</p:attrName>
                                        </p:attrNameLst>
                                      </p:cBhvr>
                                      <p:tavLst>
                                        <p:tav tm="0">
                                          <p:val>
                                            <p:strVal val="#ppt_x"/>
                                          </p:val>
                                        </p:tav>
                                        <p:tav tm="100000">
                                          <p:val>
                                            <p:strVal val="#ppt_x"/>
                                          </p:val>
                                        </p:tav>
                                      </p:tavLst>
                                    </p:anim>
                                    <p:anim calcmode="lin" valueType="num">
                                      <p:cBhvr>
                                        <p:cTn id="22" dur="1000" fill="hold"/>
                                        <p:tgtEl>
                                          <p:spTgt spid="265223"/>
                                        </p:tgtEl>
                                        <p:attrNameLst>
                                          <p:attrName>ppt_y</p:attrName>
                                        </p:attrNameLst>
                                      </p:cBhvr>
                                      <p:tavLst>
                                        <p:tav tm="0">
                                          <p:val>
                                            <p:strVal val="#ppt_y+#ppt_h/2"/>
                                          </p:val>
                                        </p:tav>
                                        <p:tav tm="100000">
                                          <p:val>
                                            <p:strVal val="#ppt_y"/>
                                          </p:val>
                                        </p:tav>
                                      </p:tavLst>
                                    </p:anim>
                                    <p:anim calcmode="lin" valueType="num">
                                      <p:cBhvr>
                                        <p:cTn id="23" dur="1000" fill="hold"/>
                                        <p:tgtEl>
                                          <p:spTgt spid="265223"/>
                                        </p:tgtEl>
                                        <p:attrNameLst>
                                          <p:attrName>ppt_w</p:attrName>
                                        </p:attrNameLst>
                                      </p:cBhvr>
                                      <p:tavLst>
                                        <p:tav tm="0">
                                          <p:val>
                                            <p:strVal val="#ppt_w"/>
                                          </p:val>
                                        </p:tav>
                                        <p:tav tm="100000">
                                          <p:val>
                                            <p:strVal val="#ppt_w"/>
                                          </p:val>
                                        </p:tav>
                                      </p:tavLst>
                                    </p:anim>
                                    <p:anim calcmode="lin" valueType="num">
                                      <p:cBhvr>
                                        <p:cTn id="24" dur="1000" fill="hold"/>
                                        <p:tgtEl>
                                          <p:spTgt spid="26522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5221" grpId="0" build="p"/>
      <p:bldP spid="2652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10242"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6</a:t>
            </a:fld>
            <a:endParaRPr lang="en-US" altLang="zh-CN" sz="1400" dirty="0"/>
          </a:p>
        </p:txBody>
      </p:sp>
      <p:grpSp>
        <p:nvGrpSpPr>
          <p:cNvPr id="10243" name="Group 2"/>
          <p:cNvGrpSpPr/>
          <p:nvPr/>
        </p:nvGrpSpPr>
        <p:grpSpPr>
          <a:xfrm>
            <a:off x="0" y="0"/>
            <a:ext cx="9144000" cy="6858000"/>
            <a:chOff x="0" y="0"/>
            <a:chExt cx="5760" cy="4320"/>
          </a:xfrm>
        </p:grpSpPr>
        <p:pic>
          <p:nvPicPr>
            <p:cNvPr id="10244"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10245"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203788" name="Rectangle 12"/>
          <p:cNvSpPr>
            <a:spLocks noGrp="1"/>
          </p:cNvSpPr>
          <p:nvPr>
            <p:ph idx="1"/>
          </p:nvPr>
        </p:nvSpPr>
        <p:spPr>
          <a:xfrm>
            <a:off x="1187450" y="1700213"/>
            <a:ext cx="6840538" cy="3455987"/>
          </a:xfrm>
          <a:ln/>
        </p:spPr>
        <p:txBody>
          <a:bodyPr vert="horz" wrap="square" lIns="91440" tIns="45720" rIns="91440" bIns="45720" anchor="t" anchorCtr="0"/>
          <a:lstStyle/>
          <a:p>
            <a:pPr eaLnBrk="1" hangingPunct="1">
              <a:spcBef>
                <a:spcPct val="55000"/>
              </a:spcBef>
              <a:buNone/>
            </a:pPr>
            <a:r>
              <a:rPr lang="en-US" altLang="zh-CN" sz="2800" dirty="0">
                <a:ea typeface="黑体" panose="02010609060101010101" pitchFamily="49" charset="-122"/>
              </a:rPr>
              <a:t>5.1 </a:t>
            </a:r>
            <a:r>
              <a:rPr lang="zh-CN" altLang="en-US" sz="2800" dirty="0">
                <a:ea typeface="黑体" panose="02010609060101010101" pitchFamily="49" charset="-122"/>
              </a:rPr>
              <a:t>稳定性的基本概念</a:t>
            </a:r>
          </a:p>
          <a:p>
            <a:pPr eaLnBrk="1" hangingPunct="1">
              <a:spcBef>
                <a:spcPct val="55000"/>
              </a:spcBef>
              <a:buNone/>
            </a:pPr>
            <a:r>
              <a:rPr lang="en-US" altLang="zh-CN" sz="2800" dirty="0">
                <a:ea typeface="黑体" panose="02010609060101010101" pitchFamily="49" charset="-122"/>
              </a:rPr>
              <a:t>5.2 </a:t>
            </a:r>
            <a:r>
              <a:rPr lang="zh-CN" altLang="en-US" sz="2800" dirty="0">
                <a:ea typeface="黑体" panose="02010609060101010101" pitchFamily="49" charset="-122"/>
              </a:rPr>
              <a:t>李雅普诺夫稳定性理论</a:t>
            </a:r>
          </a:p>
          <a:p>
            <a:pPr eaLnBrk="1" hangingPunct="1">
              <a:spcBef>
                <a:spcPct val="55000"/>
              </a:spcBef>
              <a:buNone/>
            </a:pPr>
            <a:r>
              <a:rPr lang="en-US" altLang="zh-CN" sz="2800" dirty="0">
                <a:ea typeface="黑体" panose="02010609060101010101" pitchFamily="49" charset="-122"/>
              </a:rPr>
              <a:t>5.3 </a:t>
            </a:r>
            <a:r>
              <a:rPr lang="zh-CN" altLang="en-US" sz="2800" dirty="0">
                <a:ea typeface="黑体" panose="02010609060101010101" pitchFamily="49" charset="-122"/>
              </a:rPr>
              <a:t>李雅普诺夫方法在线性系统中的应用</a:t>
            </a:r>
          </a:p>
          <a:p>
            <a:pPr eaLnBrk="1" hangingPunct="1">
              <a:spcBef>
                <a:spcPct val="55000"/>
              </a:spcBef>
              <a:buNone/>
            </a:pPr>
            <a:r>
              <a:rPr lang="en-US" altLang="zh-CN" sz="2800" dirty="0">
                <a:ea typeface="黑体" panose="02010609060101010101" pitchFamily="49" charset="-122"/>
              </a:rPr>
              <a:t>5.4 </a:t>
            </a:r>
            <a:r>
              <a:rPr lang="zh-CN" altLang="en-US" sz="2800" dirty="0">
                <a:ea typeface="黑体" panose="02010609060101010101" pitchFamily="49" charset="-122"/>
              </a:rPr>
              <a:t>李雅普诺夫方法在非线性系统中的应用</a:t>
            </a:r>
          </a:p>
        </p:txBody>
      </p:sp>
      <p:sp>
        <p:nvSpPr>
          <p:cNvPr id="10247" name="Rectangle 13"/>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10248" name="Text Box 14"/>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03788">
                                            <p:txEl>
                                              <p:pRg st="0" end="0"/>
                                            </p:txEl>
                                          </p:spTgt>
                                        </p:tgtEl>
                                        <p:attrNameLst>
                                          <p:attrName>style.visibility</p:attrName>
                                        </p:attrNameLst>
                                      </p:cBhvr>
                                      <p:to>
                                        <p:strVal val="visible"/>
                                      </p:to>
                                    </p:set>
                                    <p:animEffect transition="in" filter="wipe(left)">
                                      <p:cBhvr>
                                        <p:cTn id="7" dur="5000"/>
                                        <p:tgtEl>
                                          <p:spTgt spid="20378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3788">
                                            <p:txEl>
                                              <p:pRg st="1" end="1"/>
                                            </p:txEl>
                                          </p:spTgt>
                                        </p:tgtEl>
                                        <p:attrNameLst>
                                          <p:attrName>style.visibility</p:attrName>
                                        </p:attrNameLst>
                                      </p:cBhvr>
                                      <p:to>
                                        <p:strVal val="visible"/>
                                      </p:to>
                                    </p:set>
                                    <p:animEffect transition="in" filter="wipe(left)">
                                      <p:cBhvr>
                                        <p:cTn id="12" dur="5000"/>
                                        <p:tgtEl>
                                          <p:spTgt spid="20378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3788">
                                            <p:txEl>
                                              <p:pRg st="2" end="2"/>
                                            </p:txEl>
                                          </p:spTgt>
                                        </p:tgtEl>
                                        <p:attrNameLst>
                                          <p:attrName>style.visibility</p:attrName>
                                        </p:attrNameLst>
                                      </p:cBhvr>
                                      <p:to>
                                        <p:strVal val="visible"/>
                                      </p:to>
                                    </p:set>
                                    <p:animEffect transition="in" filter="wipe(left)">
                                      <p:cBhvr>
                                        <p:cTn id="17" dur="5000"/>
                                        <p:tgtEl>
                                          <p:spTgt spid="20378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3788">
                                            <p:txEl>
                                              <p:pRg st="3" end="3"/>
                                            </p:txEl>
                                          </p:spTgt>
                                        </p:tgtEl>
                                        <p:attrNameLst>
                                          <p:attrName>style.visibility</p:attrName>
                                        </p:attrNameLst>
                                      </p:cBhvr>
                                      <p:to>
                                        <p:strVal val="visible"/>
                                      </p:to>
                                    </p:set>
                                    <p:animEffect transition="in" filter="wipe(left)">
                                      <p:cBhvr>
                                        <p:cTn id="22" dur="5000"/>
                                        <p:tgtEl>
                                          <p:spTgt spid="20378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88"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13314"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7</a:t>
            </a:fld>
            <a:endParaRPr lang="en-US" altLang="zh-CN" sz="1400" dirty="0"/>
          </a:p>
        </p:txBody>
      </p:sp>
      <p:grpSp>
        <p:nvGrpSpPr>
          <p:cNvPr id="13315" name="Group 2"/>
          <p:cNvGrpSpPr/>
          <p:nvPr/>
        </p:nvGrpSpPr>
        <p:grpSpPr>
          <a:xfrm>
            <a:off x="0" y="0"/>
            <a:ext cx="9144000" cy="6858000"/>
            <a:chOff x="0" y="0"/>
            <a:chExt cx="5760" cy="4320"/>
          </a:xfrm>
        </p:grpSpPr>
        <p:pic>
          <p:nvPicPr>
            <p:cNvPr id="13316"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13317"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13318" name="Rectangle 5"/>
          <p:cNvSpPr/>
          <p:nvPr/>
        </p:nvSpPr>
        <p:spPr>
          <a:xfrm>
            <a:off x="228600" y="6426200"/>
            <a:ext cx="20129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稳定性的基本概念</a:t>
            </a:r>
          </a:p>
        </p:txBody>
      </p:sp>
      <p:sp>
        <p:nvSpPr>
          <p:cNvPr id="13319" name="Rectangle 6"/>
          <p:cNvSpPr>
            <a:spLocks noGrp="1"/>
          </p:cNvSpPr>
          <p:nvPr>
            <p:ph type="title"/>
          </p:nvPr>
        </p:nvSpPr>
        <p:spPr>
          <a:xfrm>
            <a:off x="755650" y="1951038"/>
            <a:ext cx="5322888" cy="757237"/>
          </a:xfrm>
          <a:ln/>
        </p:spPr>
        <p:txBody>
          <a:bodyPr vert="horz" wrap="square" lIns="91440" tIns="45720" rIns="91440" bIns="45720" anchor="ctr" anchorCtr="0"/>
          <a:lstStyle/>
          <a:p>
            <a:pPr algn="l" eaLnBrk="1" hangingPunct="1"/>
            <a:r>
              <a:rPr lang="zh-CN" altLang="en-US" sz="2400" dirty="0">
                <a:solidFill>
                  <a:schemeClr val="accent2"/>
                </a:solidFill>
                <a:ea typeface="黑体" panose="02010609060101010101" pitchFamily="49" charset="-122"/>
              </a:rPr>
              <a:t>定义</a:t>
            </a:r>
            <a:r>
              <a:rPr lang="en-US" altLang="zh-CN" sz="2400" dirty="0">
                <a:solidFill>
                  <a:schemeClr val="accent2"/>
                </a:solidFill>
                <a:ea typeface="黑体" panose="02010609060101010101" pitchFamily="49" charset="-122"/>
              </a:rPr>
              <a:t>5.1.1</a:t>
            </a:r>
            <a:r>
              <a:rPr lang="en-US" altLang="zh-CN" sz="2400" dirty="0">
                <a:ea typeface="黑体" panose="02010609060101010101" pitchFamily="49" charset="-122"/>
              </a:rPr>
              <a:t>         </a:t>
            </a:r>
            <a:r>
              <a:rPr lang="zh-CN" altLang="en-US" sz="2400" dirty="0">
                <a:solidFill>
                  <a:srgbClr val="FF0000"/>
                </a:solidFill>
                <a:ea typeface="黑体" panose="02010609060101010101" pitchFamily="49" charset="-122"/>
              </a:rPr>
              <a:t>自治系统</a:t>
            </a:r>
            <a:r>
              <a:rPr lang="en-US" altLang="zh-CN" sz="2400" dirty="0">
                <a:solidFill>
                  <a:srgbClr val="FF0000"/>
                </a:solidFill>
                <a:ea typeface="黑体" panose="02010609060101010101" pitchFamily="49" charset="-122"/>
              </a:rPr>
              <a:t>:</a:t>
            </a:r>
            <a:br>
              <a:rPr lang="en-US" altLang="zh-CN" sz="2400" dirty="0">
                <a:solidFill>
                  <a:srgbClr val="FF0000"/>
                </a:solidFill>
                <a:ea typeface="黑体" panose="02010609060101010101" pitchFamily="49" charset="-122"/>
              </a:rPr>
            </a:br>
            <a:r>
              <a:rPr lang="zh-CN" altLang="en-US" sz="2400" dirty="0">
                <a:ea typeface="黑体" panose="02010609060101010101" pitchFamily="49" charset="-122"/>
              </a:rPr>
              <a:t>即，零输入作用的系统</a:t>
            </a:r>
          </a:p>
        </p:txBody>
      </p:sp>
      <p:sp>
        <p:nvSpPr>
          <p:cNvPr id="13320" name="Rectangle 7"/>
          <p:cNvSpPr>
            <a:spLocks noGrp="1"/>
          </p:cNvSpPr>
          <p:nvPr>
            <p:ph idx="1"/>
          </p:nvPr>
        </p:nvSpPr>
        <p:spPr>
          <a:xfrm>
            <a:off x="827088" y="1125538"/>
            <a:ext cx="6591300" cy="647700"/>
          </a:xfrm>
          <a:ln/>
        </p:spPr>
        <p:txBody>
          <a:bodyPr vert="horz" wrap="square" lIns="91440" tIns="45720" rIns="91440" bIns="45720" anchor="t" anchorCtr="0"/>
          <a:lstStyle/>
          <a:p>
            <a:pPr eaLnBrk="1" hangingPunct="1">
              <a:buNone/>
            </a:pPr>
            <a:r>
              <a:rPr lang="en-US" altLang="zh-CN" dirty="0">
                <a:ea typeface="黑体" panose="02010609060101010101" pitchFamily="49" charset="-122"/>
              </a:rPr>
              <a:t> </a:t>
            </a:r>
            <a:r>
              <a:rPr lang="en-US" altLang="zh-CN" sz="2800" dirty="0">
                <a:solidFill>
                  <a:schemeClr val="accent2"/>
                </a:solidFill>
                <a:ea typeface="黑体" panose="02010609060101010101" pitchFamily="49" charset="-122"/>
              </a:rPr>
              <a:t>5.1 </a:t>
            </a:r>
            <a:r>
              <a:rPr lang="zh-CN" altLang="en-US" sz="2800" dirty="0">
                <a:solidFill>
                  <a:schemeClr val="accent2"/>
                </a:solidFill>
                <a:ea typeface="黑体" panose="02010609060101010101" pitchFamily="49" charset="-122"/>
              </a:rPr>
              <a:t>稳定性的基本概念</a:t>
            </a:r>
            <a:r>
              <a:rPr lang="zh-CN" altLang="en-US" sz="2800" dirty="0">
                <a:ea typeface="黑体" panose="02010609060101010101" pitchFamily="49" charset="-122"/>
              </a:rPr>
              <a:t>     </a:t>
            </a:r>
            <a:endParaRPr lang="zh-CN" altLang="en-US" sz="2400" dirty="0">
              <a:ea typeface="黑体" panose="02010609060101010101" pitchFamily="49" charset="-122"/>
            </a:endParaRPr>
          </a:p>
        </p:txBody>
      </p:sp>
      <p:graphicFrame>
        <p:nvGraphicFramePr>
          <p:cNvPr id="13321" name="Object 9"/>
          <p:cNvGraphicFramePr>
            <a:graphicFrameLocks noChangeAspect="1"/>
          </p:cNvGraphicFramePr>
          <p:nvPr/>
        </p:nvGraphicFramePr>
        <p:xfrm>
          <a:off x="1979613" y="2997200"/>
          <a:ext cx="5116512" cy="582613"/>
        </p:xfrm>
        <a:graphic>
          <a:graphicData uri="http://schemas.openxmlformats.org/presentationml/2006/ole">
            <mc:AlternateContent xmlns:mc="http://schemas.openxmlformats.org/markup-compatibility/2006">
              <mc:Choice xmlns:v="urn:schemas-microsoft-com:vml" Requires="v">
                <p:oleObj r:id="rId4" imgW="2654300" imgH="304800" progId="Equation.DSMT4">
                  <p:embed/>
                </p:oleObj>
              </mc:Choice>
              <mc:Fallback>
                <p:oleObj r:id="rId4" imgW="2654300" imgH="304800" progId="Equation.DSMT4">
                  <p:embed/>
                  <p:pic>
                    <p:nvPicPr>
                      <p:cNvPr id="0" name="图片 3076"/>
                      <p:cNvPicPr/>
                      <p:nvPr/>
                    </p:nvPicPr>
                    <p:blipFill>
                      <a:blip r:embed="rId5">
                        <a:clrChange>
                          <a:clrFrom>
                            <a:srgbClr val="000000"/>
                          </a:clrFrom>
                          <a:clrTo>
                            <a:srgbClr val="000000"/>
                          </a:clrTo>
                        </a:clrChange>
                        <a:clrChange>
                          <a:clrFrom>
                            <a:srgbClr val="FFFFFF"/>
                          </a:clrFrom>
                          <a:clrTo>
                            <a:srgbClr val="000000"/>
                          </a:clrTo>
                        </a:clrChange>
                      </a:blip>
                      <a:stretch>
                        <a:fillRect/>
                      </a:stretch>
                    </p:blipFill>
                    <p:spPr>
                      <a:xfrm>
                        <a:off x="1979613" y="2997200"/>
                        <a:ext cx="5116512" cy="582613"/>
                      </a:xfrm>
                      <a:prstGeom prst="rect">
                        <a:avLst/>
                      </a:prstGeom>
                      <a:noFill/>
                      <a:ln w="38100">
                        <a:noFill/>
                        <a:miter/>
                      </a:ln>
                    </p:spPr>
                  </p:pic>
                </p:oleObj>
              </mc:Fallback>
            </mc:AlternateContent>
          </a:graphicData>
        </a:graphic>
      </p:graphicFrame>
      <p:sp>
        <p:nvSpPr>
          <p:cNvPr id="204811" name="Rectangle 11"/>
          <p:cNvSpPr>
            <a:spLocks noRot="1"/>
          </p:cNvSpPr>
          <p:nvPr/>
        </p:nvSpPr>
        <p:spPr>
          <a:xfrm>
            <a:off x="322263" y="3789363"/>
            <a:ext cx="8642350" cy="2087562"/>
          </a:xfrm>
          <a:prstGeom prst="rect">
            <a:avLst/>
          </a:prstGeom>
          <a:noFill/>
          <a:ln w="9525">
            <a:noFill/>
          </a:ln>
        </p:spPr>
        <p:txBody>
          <a:bodyPr anchor="t" anchorCtr="0"/>
          <a:lstStyle/>
          <a:p>
            <a:pPr marL="742950" lvl="1" indent="-285750" algn="l" rtl="0" eaLnBrk="1" fontAlgn="base" hangingPunct="1">
              <a:spcBef>
                <a:spcPct val="55000"/>
              </a:spcBef>
              <a:spcAft>
                <a:spcPct val="0"/>
              </a:spcAft>
              <a:buNone/>
            </a:pPr>
            <a:r>
              <a:rPr lang="zh-CN" altLang="en-US" sz="2400" dirty="0">
                <a:solidFill>
                  <a:schemeClr val="tx1"/>
                </a:solidFill>
                <a:latin typeface="Arial" panose="020B0604020202020204" pitchFamily="34" charset="0"/>
                <a:ea typeface="黑体" panose="02010609060101010101" pitchFamily="49" charset="-122"/>
              </a:rPr>
              <a:t>其中，</a:t>
            </a:r>
            <a:r>
              <a:rPr lang="en-US" altLang="zh-CN" sz="2400" i="1" dirty="0">
                <a:solidFill>
                  <a:schemeClr val="tx1"/>
                </a:solidFill>
                <a:latin typeface="Times New Roman" panose="02020603050405020304" pitchFamily="18" charset="0"/>
                <a:ea typeface="黑体" panose="02010609060101010101" pitchFamily="49" charset="-122"/>
              </a:rPr>
              <a:t>x </a:t>
            </a:r>
            <a:r>
              <a:rPr lang="zh-CN" altLang="en-US" sz="2400" dirty="0">
                <a:solidFill>
                  <a:schemeClr val="tx1"/>
                </a:solidFill>
                <a:latin typeface="Arial" panose="020B0604020202020204" pitchFamily="34" charset="0"/>
                <a:ea typeface="黑体" panose="02010609060101010101" pitchFamily="49" charset="-122"/>
              </a:rPr>
              <a:t>为 </a:t>
            </a:r>
            <a:r>
              <a:rPr lang="en-US" altLang="zh-CN" sz="2400" i="1" dirty="0">
                <a:solidFill>
                  <a:schemeClr val="tx1"/>
                </a:solidFill>
                <a:latin typeface="Times New Roman" panose="02020603050405020304" pitchFamily="18" charset="0"/>
                <a:ea typeface="黑体" panose="02010609060101010101" pitchFamily="49" charset="-122"/>
              </a:rPr>
              <a:t>n </a:t>
            </a:r>
            <a:r>
              <a:rPr lang="zh-CN" altLang="en-US" sz="2400" dirty="0">
                <a:solidFill>
                  <a:schemeClr val="tx1"/>
                </a:solidFill>
                <a:latin typeface="Arial" panose="020B0604020202020204" pitchFamily="34" charset="0"/>
                <a:ea typeface="黑体" panose="02010609060101010101" pitchFamily="49" charset="-122"/>
              </a:rPr>
              <a:t>维状态向量，</a:t>
            </a:r>
            <a:r>
              <a:rPr lang="en-US" altLang="zh-CN" sz="2400" i="1" dirty="0">
                <a:solidFill>
                  <a:schemeClr val="tx1"/>
                </a:solidFill>
                <a:latin typeface="Times New Roman" panose="02020603050405020304" pitchFamily="18" charset="0"/>
                <a:ea typeface="黑体" panose="02010609060101010101" pitchFamily="49" charset="-122"/>
              </a:rPr>
              <a:t>f </a:t>
            </a:r>
            <a:r>
              <a:rPr lang="en-US" altLang="zh-CN" sz="2400" dirty="0">
                <a:solidFill>
                  <a:schemeClr val="tx1"/>
                </a:solidFill>
                <a:latin typeface="Times New Roman" panose="02020603050405020304" pitchFamily="18" charset="0"/>
                <a:ea typeface="黑体" panose="02010609060101010101" pitchFamily="49" charset="-122"/>
              </a:rPr>
              <a:t>(.,.)</a:t>
            </a:r>
            <a:r>
              <a:rPr lang="en-US" altLang="zh-CN" sz="2400" dirty="0">
                <a:solidFill>
                  <a:schemeClr val="tx1"/>
                </a:solidFill>
                <a:latin typeface="Arial" panose="020B0604020202020204" pitchFamily="34" charset="0"/>
                <a:ea typeface="黑体" panose="02010609060101010101" pitchFamily="49" charset="-122"/>
              </a:rPr>
              <a:t> </a:t>
            </a:r>
            <a:r>
              <a:rPr lang="zh-CN" altLang="en-US" sz="2400" dirty="0">
                <a:solidFill>
                  <a:schemeClr val="tx1"/>
                </a:solidFill>
                <a:latin typeface="Arial" panose="020B0604020202020204" pitchFamily="34" charset="0"/>
                <a:ea typeface="黑体" panose="02010609060101010101" pitchFamily="49" charset="-122"/>
              </a:rPr>
              <a:t>为</a:t>
            </a:r>
            <a:r>
              <a:rPr lang="en-US" altLang="zh-CN" sz="2400" i="1" dirty="0">
                <a:solidFill>
                  <a:schemeClr val="tx1"/>
                </a:solidFill>
                <a:latin typeface="Times New Roman" panose="02020603050405020304" pitchFamily="18" charset="0"/>
                <a:ea typeface="黑体" panose="02010609060101010101" pitchFamily="49" charset="-122"/>
              </a:rPr>
              <a:t>n</a:t>
            </a:r>
            <a:r>
              <a:rPr lang="zh-CN" altLang="en-US" sz="2400" dirty="0">
                <a:solidFill>
                  <a:schemeClr val="tx1"/>
                </a:solidFill>
                <a:latin typeface="Arial" panose="020B0604020202020204" pitchFamily="34" charset="0"/>
                <a:ea typeface="黑体" panose="02010609060101010101" pitchFamily="49" charset="-122"/>
              </a:rPr>
              <a:t>维向量函数。</a:t>
            </a:r>
          </a:p>
          <a:p>
            <a:pPr marL="742950" lvl="1" indent="-285750" algn="l" rtl="0" eaLnBrk="1" fontAlgn="base" hangingPunct="1">
              <a:spcBef>
                <a:spcPct val="100000"/>
              </a:spcBef>
              <a:spcAft>
                <a:spcPct val="0"/>
              </a:spcAft>
              <a:buNone/>
            </a:pPr>
            <a:r>
              <a:rPr lang="zh-CN" altLang="en-US" sz="2400" dirty="0">
                <a:solidFill>
                  <a:schemeClr val="tx1"/>
                </a:solidFill>
                <a:latin typeface="Arial" panose="020B0604020202020204" pitchFamily="34" charset="0"/>
                <a:ea typeface="黑体" panose="02010609060101010101" pitchFamily="49" charset="-122"/>
              </a:rPr>
              <a:t>如果系统是定常的，则不显含 </a:t>
            </a:r>
            <a:r>
              <a:rPr lang="en-US" altLang="zh-CN" sz="2400" i="1" dirty="0">
                <a:solidFill>
                  <a:schemeClr val="tx1"/>
                </a:solidFill>
                <a:latin typeface="Times New Roman" panose="02020603050405020304" pitchFamily="18" charset="0"/>
                <a:ea typeface="黑体" panose="02010609060101010101" pitchFamily="49" charset="-122"/>
              </a:rPr>
              <a:t>t</a:t>
            </a:r>
            <a:r>
              <a:rPr lang="zh-CN" altLang="en-US" sz="2400" dirty="0">
                <a:solidFill>
                  <a:schemeClr val="tx1"/>
                </a:solidFill>
                <a:latin typeface="Times New Roman" panose="02020603050405020304" pitchFamily="18" charset="0"/>
                <a:ea typeface="黑体" panose="02010609060101010101" pitchFamily="49" charset="-122"/>
              </a:rPr>
              <a:t>；</a:t>
            </a:r>
          </a:p>
          <a:p>
            <a:pPr marL="742950" lvl="1" indent="-285750" algn="l" rtl="0" eaLnBrk="1" fontAlgn="base" hangingPunct="1">
              <a:spcBef>
                <a:spcPct val="55000"/>
              </a:spcBef>
              <a:spcAft>
                <a:spcPct val="0"/>
              </a:spcAft>
              <a:buNone/>
            </a:pPr>
            <a:r>
              <a:rPr lang="zh-CN" altLang="en-US" sz="2400" dirty="0">
                <a:solidFill>
                  <a:schemeClr val="tx1"/>
                </a:solidFill>
                <a:latin typeface="Arial" panose="020B0604020202020204" pitchFamily="34" charset="0"/>
                <a:ea typeface="黑体" panose="02010609060101010101" pitchFamily="49" charset="-122"/>
              </a:rPr>
              <a:t>如果系统是线性的，则 </a:t>
            </a:r>
            <a:r>
              <a:rPr lang="en-US" altLang="zh-CN" sz="2400" i="1" dirty="0">
                <a:solidFill>
                  <a:schemeClr val="tx1"/>
                </a:solidFill>
                <a:latin typeface="Times New Roman" panose="02020603050405020304" pitchFamily="18" charset="0"/>
                <a:ea typeface="黑体" panose="02010609060101010101" pitchFamily="49" charset="-122"/>
              </a:rPr>
              <a:t>f </a:t>
            </a:r>
            <a:r>
              <a:rPr lang="zh-CN" altLang="en-US" sz="2400" dirty="0">
                <a:solidFill>
                  <a:schemeClr val="tx1"/>
                </a:solidFill>
                <a:latin typeface="Times New Roman" panose="02020603050405020304" pitchFamily="18" charset="0"/>
                <a:ea typeface="黑体" panose="02010609060101010101" pitchFamily="49" charset="-122"/>
              </a:rPr>
              <a:t>为 </a:t>
            </a:r>
            <a:r>
              <a:rPr lang="en-US" altLang="zh-CN" sz="2400" i="1" dirty="0">
                <a:solidFill>
                  <a:schemeClr val="tx1"/>
                </a:solidFill>
                <a:latin typeface="Times New Roman" panose="02020603050405020304" pitchFamily="18" charset="0"/>
                <a:ea typeface="黑体" panose="02010609060101010101" pitchFamily="49" charset="-122"/>
              </a:rPr>
              <a:t>Ax</a:t>
            </a:r>
            <a:r>
              <a:rPr lang="zh-CN" altLang="en-US" sz="2400" dirty="0">
                <a:solidFill>
                  <a:schemeClr val="tx1"/>
                </a:solidFill>
                <a:latin typeface="Times New Roman" panose="02020603050405020304" pitchFamily="18" charset="0"/>
                <a:ea typeface="黑体" panose="02010609060101010101" pitchFamily="49" charset="-122"/>
              </a:rPr>
              <a:t>。</a:t>
            </a:r>
          </a:p>
        </p:txBody>
      </p:sp>
      <p:sp>
        <p:nvSpPr>
          <p:cNvPr id="13323" name="Rectangle 13"/>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13324" name="Text Box 14"/>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7" presetClass="entr" presetSubtype="0" fill="hold" grpId="0" nodeType="afterEffect">
                                  <p:stCondLst>
                                    <p:cond delay="0"/>
                                  </p:stCondLst>
                                  <p:iterate type="lt">
                                    <p:tmPct val="50000"/>
                                  </p:iterate>
                                  <p:childTnLst>
                                    <p:set>
                                      <p:cBhvr>
                                        <p:cTn id="6" dur="1" fill="hold">
                                          <p:stCondLst>
                                            <p:cond delay="0"/>
                                          </p:stCondLst>
                                        </p:cTn>
                                        <p:tgtEl>
                                          <p:spTgt spid="204811"/>
                                        </p:tgtEl>
                                        <p:attrNameLst>
                                          <p:attrName>style.visibility</p:attrName>
                                        </p:attrNameLst>
                                      </p:cBhvr>
                                      <p:to>
                                        <p:strVal val="visible"/>
                                      </p:to>
                                    </p:set>
                                    <p:anim calcmode="discrete" valueType="clr">
                                      <p:cBhvr override="childStyle">
                                        <p:cTn id="7" dur="500"/>
                                        <p:tgtEl>
                                          <p:spTgt spid="204811"/>
                                        </p:tgtEl>
                                        <p:attrNameLst>
                                          <p:attrName>style.color</p:attrName>
                                        </p:attrNameLst>
                                      </p:cBhvr>
                                      <p:tavLst>
                                        <p:tav tm="0">
                                          <p:val>
                                            <p:clrVal>
                                              <a:schemeClr val="accent2"/>
                                            </p:clrVal>
                                          </p:val>
                                        </p:tav>
                                        <p:tav tm="50000">
                                          <p:val>
                                            <p:clrVal>
                                              <a:schemeClr val="hlink"/>
                                            </p:clrVal>
                                          </p:val>
                                        </p:tav>
                                      </p:tavLst>
                                    </p:anim>
                                    <p:anim calcmode="discrete" valueType="clr">
                                      <p:cBhvr>
                                        <p:cTn id="8" dur="500"/>
                                        <p:tgtEl>
                                          <p:spTgt spid="204811"/>
                                        </p:tgtEl>
                                        <p:attrNameLst>
                                          <p:attrName>fillcolor</p:attrName>
                                        </p:attrNameLst>
                                      </p:cBhvr>
                                      <p:tavLst>
                                        <p:tav tm="0">
                                          <p:val>
                                            <p:clrVal>
                                              <a:schemeClr val="accent2"/>
                                            </p:clrVal>
                                          </p:val>
                                        </p:tav>
                                        <p:tav tm="50000">
                                          <p:val>
                                            <p:clrVal>
                                              <a:schemeClr val="hlink"/>
                                            </p:clrVal>
                                          </p:val>
                                        </p:tav>
                                      </p:tavLst>
                                    </p:anim>
                                    <p:set>
                                      <p:cBhvr>
                                        <p:cTn id="9" dur="500"/>
                                        <p:tgtEl>
                                          <p:spTgt spid="204811"/>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16386"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8</a:t>
            </a:fld>
            <a:endParaRPr lang="en-US" altLang="zh-CN" sz="1400" dirty="0"/>
          </a:p>
        </p:txBody>
      </p:sp>
      <p:grpSp>
        <p:nvGrpSpPr>
          <p:cNvPr id="16387" name="Group 2"/>
          <p:cNvGrpSpPr/>
          <p:nvPr/>
        </p:nvGrpSpPr>
        <p:grpSpPr>
          <a:xfrm>
            <a:off x="0" y="0"/>
            <a:ext cx="9144000" cy="6858000"/>
            <a:chOff x="0" y="0"/>
            <a:chExt cx="5760" cy="4320"/>
          </a:xfrm>
        </p:grpSpPr>
        <p:pic>
          <p:nvPicPr>
            <p:cNvPr id="16388"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16389"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16390" name="Rectangle 5"/>
          <p:cNvSpPr>
            <a:spLocks noGrp="1"/>
          </p:cNvSpPr>
          <p:nvPr>
            <p:ph idx="1"/>
          </p:nvPr>
        </p:nvSpPr>
        <p:spPr>
          <a:xfrm>
            <a:off x="250825" y="1196975"/>
            <a:ext cx="8540750" cy="5184775"/>
          </a:xfrm>
          <a:ln/>
        </p:spPr>
        <p:txBody>
          <a:bodyPr vert="horz" wrap="square" lIns="91440" tIns="45720" rIns="91440" bIns="45720" anchor="t" anchorCtr="0"/>
          <a:lstStyle/>
          <a:p>
            <a:pPr eaLnBrk="1" hangingPunct="1">
              <a:buNone/>
            </a:pPr>
            <a:r>
              <a:rPr lang="en-US" altLang="zh-CN" sz="2400" dirty="0">
                <a:ea typeface="黑体" panose="02010609060101010101" pitchFamily="49" charset="-122"/>
              </a:rPr>
              <a:t>     </a:t>
            </a:r>
            <a:r>
              <a:rPr lang="zh-CN" altLang="en-US" sz="2400" dirty="0">
                <a:solidFill>
                  <a:schemeClr val="accent2"/>
                </a:solidFill>
                <a:ea typeface="黑体" panose="02010609060101010101" pitchFamily="49" charset="-122"/>
              </a:rPr>
              <a:t>定义</a:t>
            </a:r>
            <a:r>
              <a:rPr lang="en-US" altLang="zh-CN" sz="2400" dirty="0">
                <a:solidFill>
                  <a:schemeClr val="accent2"/>
                </a:solidFill>
                <a:ea typeface="黑体" panose="02010609060101010101" pitchFamily="49" charset="-122"/>
              </a:rPr>
              <a:t>5.1.2</a:t>
            </a:r>
            <a:r>
              <a:rPr lang="en-US" altLang="zh-CN" sz="2400" dirty="0">
                <a:ea typeface="黑体" panose="02010609060101010101" pitchFamily="49" charset="-122"/>
              </a:rPr>
              <a:t>   </a:t>
            </a:r>
            <a:r>
              <a:rPr lang="zh-CN" altLang="en-US" sz="2400" dirty="0">
                <a:solidFill>
                  <a:schemeClr val="hlink"/>
                </a:solidFill>
                <a:ea typeface="黑体" panose="02010609060101010101" pitchFamily="49" charset="-122"/>
              </a:rPr>
              <a:t>受扰运动：</a:t>
            </a:r>
            <a:r>
              <a:rPr lang="zh-CN" altLang="en-US" sz="2400" dirty="0">
                <a:ea typeface="黑体" panose="02010609060101010101" pitchFamily="49" charset="-122"/>
              </a:rPr>
              <a:t>系统状态的零输入响应。</a:t>
            </a:r>
          </a:p>
          <a:p>
            <a:pPr lvl="1" eaLnBrk="1" hangingPunct="1">
              <a:buNone/>
            </a:pPr>
            <a:endParaRPr lang="zh-CN" altLang="en-US" sz="2400" dirty="0">
              <a:solidFill>
                <a:schemeClr val="accent2"/>
              </a:solidFill>
              <a:ea typeface="黑体" panose="02010609060101010101" pitchFamily="49" charset="-122"/>
            </a:endParaRPr>
          </a:p>
          <a:p>
            <a:pPr lvl="1" eaLnBrk="1" hangingPunct="1">
              <a:buNone/>
            </a:pPr>
            <a:r>
              <a:rPr lang="zh-CN" altLang="en-US" sz="2400" dirty="0">
                <a:solidFill>
                  <a:schemeClr val="accent2"/>
                </a:solidFill>
                <a:ea typeface="黑体" panose="02010609060101010101" pitchFamily="49" charset="-122"/>
              </a:rPr>
              <a:t>定义</a:t>
            </a:r>
            <a:r>
              <a:rPr lang="en-US" altLang="zh-CN" sz="2400" dirty="0">
                <a:solidFill>
                  <a:schemeClr val="accent2"/>
                </a:solidFill>
                <a:ea typeface="黑体" panose="02010609060101010101" pitchFamily="49" charset="-122"/>
              </a:rPr>
              <a:t>5.1.3</a:t>
            </a:r>
            <a:r>
              <a:rPr lang="en-US" altLang="zh-CN" sz="2400" dirty="0">
                <a:ea typeface="黑体" panose="02010609060101010101" pitchFamily="49" charset="-122"/>
              </a:rPr>
              <a:t>    </a:t>
            </a:r>
            <a:r>
              <a:rPr lang="zh-CN" altLang="en-US" sz="2400" dirty="0">
                <a:solidFill>
                  <a:srgbClr val="FF0000"/>
                </a:solidFill>
                <a:ea typeface="黑体" panose="02010609060101010101" pitchFamily="49" charset="-122"/>
              </a:rPr>
              <a:t>平衡状态：</a:t>
            </a:r>
            <a:endParaRPr lang="zh-CN" altLang="en-US" sz="2400" dirty="0">
              <a:ea typeface="黑体" panose="02010609060101010101" pitchFamily="49" charset="-122"/>
            </a:endParaRPr>
          </a:p>
          <a:p>
            <a:pPr lvl="1" eaLnBrk="1" hangingPunct="1">
              <a:buNone/>
            </a:pPr>
            <a:endParaRPr lang="zh-CN" altLang="en-US" sz="2400" dirty="0">
              <a:ea typeface="黑体" panose="02010609060101010101" pitchFamily="49" charset="-122"/>
            </a:endParaRPr>
          </a:p>
          <a:p>
            <a:pPr lvl="1" eaLnBrk="1" hangingPunct="1">
              <a:buNone/>
            </a:pPr>
            <a:r>
              <a:rPr lang="zh-CN" altLang="en-US" sz="2400" dirty="0">
                <a:ea typeface="黑体" panose="02010609060101010101" pitchFamily="49" charset="-122"/>
              </a:rPr>
              <a:t>如果对于所有的 </a:t>
            </a:r>
            <a:r>
              <a:rPr lang="en-US" altLang="zh-CN" sz="2400" i="1" dirty="0">
                <a:latin typeface="Times New Roman" panose="02020603050405020304" pitchFamily="18" charset="0"/>
                <a:ea typeface="黑体" panose="02010609060101010101" pitchFamily="49" charset="-122"/>
              </a:rPr>
              <a:t>t </a:t>
            </a:r>
            <a:r>
              <a:rPr lang="zh-CN" altLang="en-US" sz="2400" dirty="0">
                <a:ea typeface="黑体" panose="02010609060101010101" pitchFamily="49" charset="-122"/>
              </a:rPr>
              <a:t>总存在着</a:t>
            </a:r>
          </a:p>
          <a:p>
            <a:pPr lvl="1" eaLnBrk="1" hangingPunct="1"/>
            <a:endParaRPr lang="zh-CN" altLang="en-US" sz="2400" dirty="0">
              <a:ea typeface="黑体" panose="02010609060101010101" pitchFamily="49" charset="-122"/>
            </a:endParaRPr>
          </a:p>
          <a:p>
            <a:pPr lvl="1" eaLnBrk="1" hangingPunct="1"/>
            <a:endParaRPr lang="zh-CN" altLang="en-US" sz="2400" dirty="0">
              <a:ea typeface="黑体" panose="02010609060101010101" pitchFamily="49" charset="-122"/>
            </a:endParaRPr>
          </a:p>
          <a:p>
            <a:pPr lvl="1" eaLnBrk="1" hangingPunct="1">
              <a:buNone/>
            </a:pPr>
            <a:r>
              <a:rPr lang="zh-CN" altLang="en-US" sz="2400" dirty="0">
                <a:ea typeface="黑体" panose="02010609060101010101" pitchFamily="49" charset="-122"/>
              </a:rPr>
              <a:t>则称      为系统的平衡状态。</a:t>
            </a:r>
          </a:p>
          <a:p>
            <a:pPr lvl="1" eaLnBrk="1" hangingPunct="1">
              <a:buNone/>
            </a:pPr>
            <a:endParaRPr lang="zh-CN" altLang="en-US" sz="2400" dirty="0">
              <a:ea typeface="黑体" panose="02010609060101010101" pitchFamily="49" charset="-122"/>
            </a:endParaRPr>
          </a:p>
          <a:p>
            <a:pPr lvl="1" eaLnBrk="1" hangingPunct="1">
              <a:buNone/>
            </a:pPr>
            <a:r>
              <a:rPr lang="zh-CN" altLang="en-US" sz="2400" dirty="0">
                <a:ea typeface="黑体" panose="02010609060101010101" pitchFamily="49" charset="-122"/>
              </a:rPr>
              <a:t>如果                   ，</a:t>
            </a:r>
            <a:r>
              <a:rPr lang="zh-CN" altLang="en-US" sz="2400" dirty="0">
                <a:latin typeface="Times New Roman" panose="02020603050405020304" pitchFamily="18" charset="0"/>
                <a:ea typeface="黑体" panose="02010609060101010101" pitchFamily="49" charset="-122"/>
              </a:rPr>
              <a:t>且 </a:t>
            </a:r>
            <a:r>
              <a:rPr lang="en-US" altLang="zh-CN" sz="2400" i="1" dirty="0">
                <a:latin typeface="Times New Roman" panose="02020603050405020304" pitchFamily="18" charset="0"/>
                <a:ea typeface="黑体" panose="02010609060101010101" pitchFamily="49" charset="-122"/>
              </a:rPr>
              <a:t>A</a:t>
            </a:r>
            <a:r>
              <a:rPr lang="zh-CN" altLang="en-US" sz="2400" dirty="0">
                <a:ea typeface="黑体" panose="02010609060101010101" pitchFamily="49" charset="-122"/>
              </a:rPr>
              <a:t>非奇异，则原点是系统唯一</a:t>
            </a:r>
          </a:p>
          <a:p>
            <a:pPr lvl="1" eaLnBrk="1" hangingPunct="1">
              <a:buNone/>
            </a:pPr>
            <a:r>
              <a:rPr lang="zh-CN" altLang="en-US" sz="2400" dirty="0">
                <a:ea typeface="黑体" panose="02010609060101010101" pitchFamily="49" charset="-122"/>
              </a:rPr>
              <a:t>的平衡状态。</a:t>
            </a:r>
          </a:p>
        </p:txBody>
      </p:sp>
      <p:graphicFrame>
        <p:nvGraphicFramePr>
          <p:cNvPr id="16391" name="Object 7"/>
          <p:cNvGraphicFramePr>
            <a:graphicFrameLocks noChangeAspect="1"/>
          </p:cNvGraphicFramePr>
          <p:nvPr/>
        </p:nvGraphicFramePr>
        <p:xfrm>
          <a:off x="3732213" y="3573463"/>
          <a:ext cx="1655762" cy="523875"/>
        </p:xfrm>
        <a:graphic>
          <a:graphicData uri="http://schemas.openxmlformats.org/presentationml/2006/ole">
            <mc:AlternateContent xmlns:mc="http://schemas.openxmlformats.org/markup-compatibility/2006">
              <mc:Choice xmlns:v="urn:schemas-microsoft-com:vml" Requires="v">
                <p:oleObj r:id="rId4" imgW="723900" imgH="228600" progId="Equation.DSMT4">
                  <p:embed/>
                </p:oleObj>
              </mc:Choice>
              <mc:Fallback>
                <p:oleObj r:id="rId4" imgW="723900" imgH="228600" progId="Equation.DSMT4">
                  <p:embed/>
                  <p:pic>
                    <p:nvPicPr>
                      <p:cNvPr id="0" name="图片 3084"/>
                      <p:cNvPicPr/>
                      <p:nvPr/>
                    </p:nvPicPr>
                    <p:blipFill>
                      <a:blip r:embed="rId5"/>
                      <a:stretch>
                        <a:fillRect/>
                      </a:stretch>
                    </p:blipFill>
                    <p:spPr>
                      <a:xfrm>
                        <a:off x="3732213" y="3573463"/>
                        <a:ext cx="1655762" cy="523875"/>
                      </a:xfrm>
                      <a:prstGeom prst="rect">
                        <a:avLst/>
                      </a:prstGeom>
                      <a:noFill/>
                      <a:ln w="38100">
                        <a:noFill/>
                        <a:miter/>
                      </a:ln>
                    </p:spPr>
                  </p:pic>
                </p:oleObj>
              </mc:Fallback>
            </mc:AlternateContent>
          </a:graphicData>
        </a:graphic>
      </p:graphicFrame>
      <p:sp>
        <p:nvSpPr>
          <p:cNvPr id="16392" name="Rectangle 9"/>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6393" name="Object 10"/>
          <p:cNvGraphicFramePr>
            <a:graphicFrameLocks noChangeAspect="1"/>
          </p:cNvGraphicFramePr>
          <p:nvPr/>
        </p:nvGraphicFramePr>
        <p:xfrm>
          <a:off x="1479550" y="4221163"/>
          <a:ext cx="474663" cy="603250"/>
        </p:xfrm>
        <a:graphic>
          <a:graphicData uri="http://schemas.openxmlformats.org/presentationml/2006/ole">
            <mc:AlternateContent xmlns:mc="http://schemas.openxmlformats.org/markup-compatibility/2006">
              <mc:Choice xmlns:v="urn:schemas-microsoft-com:vml" Requires="v">
                <p:oleObj r:id="rId6" imgW="139700" imgH="177800" progId="Equation.DSMT4">
                  <p:embed/>
                </p:oleObj>
              </mc:Choice>
              <mc:Fallback>
                <p:oleObj r:id="rId6" imgW="139700" imgH="177800" progId="Equation.DSMT4">
                  <p:embed/>
                  <p:pic>
                    <p:nvPicPr>
                      <p:cNvPr id="0" name="图片 3085"/>
                      <p:cNvPicPr/>
                      <p:nvPr/>
                    </p:nvPicPr>
                    <p:blipFill>
                      <a:blip r:embed="rId7"/>
                      <a:stretch>
                        <a:fillRect/>
                      </a:stretch>
                    </p:blipFill>
                    <p:spPr>
                      <a:xfrm>
                        <a:off x="1479550" y="4221163"/>
                        <a:ext cx="474663" cy="603250"/>
                      </a:xfrm>
                      <a:prstGeom prst="rect">
                        <a:avLst/>
                      </a:prstGeom>
                      <a:noFill/>
                      <a:ln w="38100">
                        <a:noFill/>
                        <a:miter/>
                      </a:ln>
                    </p:spPr>
                  </p:pic>
                </p:oleObj>
              </mc:Fallback>
            </mc:AlternateContent>
          </a:graphicData>
        </a:graphic>
      </p:graphicFrame>
      <p:sp>
        <p:nvSpPr>
          <p:cNvPr id="16394" name="Rectangle 11"/>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6395" name="Object 12"/>
          <p:cNvGraphicFramePr>
            <a:graphicFrameLocks noChangeAspect="1"/>
          </p:cNvGraphicFramePr>
          <p:nvPr/>
        </p:nvGraphicFramePr>
        <p:xfrm>
          <a:off x="1374775" y="5148263"/>
          <a:ext cx="1728788" cy="479425"/>
        </p:xfrm>
        <a:graphic>
          <a:graphicData uri="http://schemas.openxmlformats.org/presentationml/2006/ole">
            <mc:AlternateContent xmlns:mc="http://schemas.openxmlformats.org/markup-compatibility/2006">
              <mc:Choice xmlns:v="urn:schemas-microsoft-com:vml" Requires="v">
                <p:oleObj r:id="rId8" imgW="825500" imgH="228600" progId="Equation.DSMT4">
                  <p:embed/>
                </p:oleObj>
              </mc:Choice>
              <mc:Fallback>
                <p:oleObj r:id="rId8" imgW="825500" imgH="228600" progId="Equation.DSMT4">
                  <p:embed/>
                  <p:pic>
                    <p:nvPicPr>
                      <p:cNvPr id="0" name="图片 3083"/>
                      <p:cNvPicPr/>
                      <p:nvPr/>
                    </p:nvPicPr>
                    <p:blipFill>
                      <a:blip r:embed="rId9"/>
                      <a:stretch>
                        <a:fillRect/>
                      </a:stretch>
                    </p:blipFill>
                    <p:spPr>
                      <a:xfrm>
                        <a:off x="1374775" y="5148263"/>
                        <a:ext cx="1728788" cy="479425"/>
                      </a:xfrm>
                      <a:prstGeom prst="rect">
                        <a:avLst/>
                      </a:prstGeom>
                      <a:noFill/>
                      <a:ln w="38100">
                        <a:noFill/>
                        <a:miter/>
                      </a:ln>
                    </p:spPr>
                  </p:pic>
                </p:oleObj>
              </mc:Fallback>
            </mc:AlternateContent>
          </a:graphicData>
        </a:graphic>
      </p:graphicFrame>
      <p:sp>
        <p:nvSpPr>
          <p:cNvPr id="16396" name="Rectangle 13"/>
          <p:cNvSpPr/>
          <p:nvPr/>
        </p:nvSpPr>
        <p:spPr>
          <a:xfrm>
            <a:off x="228600" y="6426200"/>
            <a:ext cx="20129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稳定性的基本概念</a:t>
            </a:r>
          </a:p>
        </p:txBody>
      </p:sp>
      <p:sp>
        <p:nvSpPr>
          <p:cNvPr id="16397" name="Rectangle 18"/>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16398" name="Text Box 19"/>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20482"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9</a:t>
            </a:fld>
            <a:endParaRPr lang="en-US" altLang="zh-CN" sz="1400" dirty="0"/>
          </a:p>
        </p:txBody>
      </p:sp>
      <p:grpSp>
        <p:nvGrpSpPr>
          <p:cNvPr id="20483" name="Group 2"/>
          <p:cNvGrpSpPr/>
          <p:nvPr/>
        </p:nvGrpSpPr>
        <p:grpSpPr>
          <a:xfrm>
            <a:off x="0" y="0"/>
            <a:ext cx="9144000" cy="6858000"/>
            <a:chOff x="0" y="0"/>
            <a:chExt cx="5760" cy="4320"/>
          </a:xfrm>
        </p:grpSpPr>
        <p:pic>
          <p:nvPicPr>
            <p:cNvPr id="20484"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20485"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20486" name="Rectangle 5"/>
          <p:cNvSpPr>
            <a:spLocks noGrp="1"/>
          </p:cNvSpPr>
          <p:nvPr>
            <p:ph type="title"/>
          </p:nvPr>
        </p:nvSpPr>
        <p:spPr>
          <a:xfrm>
            <a:off x="468313" y="1341438"/>
            <a:ext cx="4391025" cy="719137"/>
          </a:xfrm>
          <a:ln/>
        </p:spPr>
        <p:txBody>
          <a:bodyPr vert="horz" wrap="square" lIns="91440" tIns="45720" rIns="91440" bIns="45720" anchor="ctr" anchorCtr="0"/>
          <a:lstStyle/>
          <a:p>
            <a:pPr algn="l" eaLnBrk="1" hangingPunct="1"/>
            <a:r>
              <a:rPr lang="en-US" altLang="zh-CN" sz="4000" dirty="0">
                <a:ea typeface="黑体" panose="02010609060101010101" pitchFamily="49" charset="-122"/>
              </a:rPr>
              <a:t>  </a:t>
            </a:r>
            <a:r>
              <a:rPr lang="zh-CN" altLang="en-US" sz="2400" dirty="0">
                <a:solidFill>
                  <a:schemeClr val="accent2"/>
                </a:solidFill>
                <a:ea typeface="黑体" panose="02010609060101010101" pitchFamily="49" charset="-122"/>
              </a:rPr>
              <a:t>定义</a:t>
            </a:r>
            <a:r>
              <a:rPr lang="en-US" altLang="zh-CN" sz="2400" dirty="0">
                <a:solidFill>
                  <a:schemeClr val="accent2"/>
                </a:solidFill>
                <a:ea typeface="黑体" panose="02010609060101010101" pitchFamily="49" charset="-122"/>
              </a:rPr>
              <a:t>5.1.4</a:t>
            </a:r>
            <a:r>
              <a:rPr lang="en-US" altLang="zh-CN" sz="2400" dirty="0">
                <a:ea typeface="黑体" panose="02010609060101010101" pitchFamily="49" charset="-122"/>
              </a:rPr>
              <a:t>     </a:t>
            </a:r>
            <a:r>
              <a:rPr lang="zh-CN" altLang="en-US" sz="2400" dirty="0">
                <a:solidFill>
                  <a:schemeClr val="hlink"/>
                </a:solidFill>
                <a:ea typeface="黑体" panose="02010609060101010101" pitchFamily="49" charset="-122"/>
              </a:rPr>
              <a:t>欧氏范数：</a:t>
            </a:r>
          </a:p>
        </p:txBody>
      </p:sp>
      <p:sp>
        <p:nvSpPr>
          <p:cNvPr id="20487" name="Rectangle 6"/>
          <p:cNvSpPr>
            <a:spLocks noGrp="1"/>
          </p:cNvSpPr>
          <p:nvPr>
            <p:ph idx="1"/>
          </p:nvPr>
        </p:nvSpPr>
        <p:spPr>
          <a:xfrm>
            <a:off x="457200" y="2997200"/>
            <a:ext cx="4546600" cy="720725"/>
          </a:xfrm>
          <a:ln/>
        </p:spPr>
        <p:txBody>
          <a:bodyPr vert="horz" wrap="square" lIns="91440" tIns="45720" rIns="91440" bIns="45720" anchor="t" anchorCtr="0"/>
          <a:lstStyle/>
          <a:p>
            <a:pPr eaLnBrk="1" hangingPunct="1">
              <a:buNone/>
            </a:pPr>
            <a:r>
              <a:rPr lang="zh-CN" altLang="en-US" sz="2400" dirty="0">
                <a:ea typeface="黑体" panose="02010609060101010101" pitchFamily="49" charset="-122"/>
              </a:rPr>
              <a:t>称为     向量的欧氏范数。</a:t>
            </a:r>
            <a:r>
              <a:rPr lang="zh-CN" altLang="en-US" sz="3600" dirty="0">
                <a:ea typeface="黑体" panose="02010609060101010101" pitchFamily="49" charset="-122"/>
              </a:rPr>
              <a:t> </a:t>
            </a:r>
          </a:p>
        </p:txBody>
      </p:sp>
      <p:sp>
        <p:nvSpPr>
          <p:cNvPr id="20488" name="Rectangle 7"/>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20489" name="Object 8"/>
          <p:cNvGraphicFramePr>
            <a:graphicFrameLocks noChangeAspect="1"/>
          </p:cNvGraphicFramePr>
          <p:nvPr/>
        </p:nvGraphicFramePr>
        <p:xfrm>
          <a:off x="2773363" y="2143125"/>
          <a:ext cx="3527425" cy="709613"/>
        </p:xfrm>
        <a:graphic>
          <a:graphicData uri="http://schemas.openxmlformats.org/presentationml/2006/ole">
            <mc:AlternateContent xmlns:mc="http://schemas.openxmlformats.org/markup-compatibility/2006">
              <mc:Choice xmlns:v="urn:schemas-microsoft-com:vml" Requires="v">
                <p:oleObj r:id="rId4" imgW="2349500" imgH="469900" progId="Equation.DSMT4">
                  <p:embed/>
                </p:oleObj>
              </mc:Choice>
              <mc:Fallback>
                <p:oleObj r:id="rId4" imgW="2349500" imgH="469900" progId="Equation.DSMT4">
                  <p:embed/>
                  <p:pic>
                    <p:nvPicPr>
                      <p:cNvPr id="0" name="图片 3081"/>
                      <p:cNvPicPr/>
                      <p:nvPr/>
                    </p:nvPicPr>
                    <p:blipFill>
                      <a:blip r:embed="rId5">
                        <a:clrChange>
                          <a:clrFrom>
                            <a:srgbClr val="000000"/>
                          </a:clrFrom>
                          <a:clrTo>
                            <a:srgbClr val="000000"/>
                          </a:clrTo>
                        </a:clrChange>
                        <a:biLevel thresh="50000"/>
                        <a:grayscl/>
                      </a:blip>
                      <a:stretch>
                        <a:fillRect/>
                      </a:stretch>
                    </p:blipFill>
                    <p:spPr>
                      <a:xfrm>
                        <a:off x="2773363" y="2143125"/>
                        <a:ext cx="3527425" cy="709613"/>
                      </a:xfrm>
                      <a:prstGeom prst="rect">
                        <a:avLst/>
                      </a:prstGeom>
                      <a:noFill/>
                      <a:ln w="38100">
                        <a:noFill/>
                        <a:miter/>
                      </a:ln>
                    </p:spPr>
                  </p:pic>
                </p:oleObj>
              </mc:Fallback>
            </mc:AlternateContent>
          </a:graphicData>
        </a:graphic>
      </p:graphicFrame>
      <p:sp>
        <p:nvSpPr>
          <p:cNvPr id="20490" name="Rectangle 9"/>
          <p:cNvSpPr/>
          <p:nvPr/>
        </p:nvSpPr>
        <p:spPr>
          <a:xfrm>
            <a:off x="0" y="3357563"/>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20491" name="Rectangle 10"/>
          <p:cNvSpPr/>
          <p:nvPr/>
        </p:nvSpPr>
        <p:spPr>
          <a:xfrm>
            <a:off x="0" y="3357563"/>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20492" name="Rectangle 11"/>
          <p:cNvSpPr/>
          <p:nvPr/>
        </p:nvSpPr>
        <p:spPr>
          <a:xfrm>
            <a:off x="0" y="3357563"/>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20493" name="Rectangle 12"/>
          <p:cNvSpPr/>
          <p:nvPr/>
        </p:nvSpPr>
        <p:spPr>
          <a:xfrm>
            <a:off x="0" y="3357563"/>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20494" name="Rectangle 13"/>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20495" name="Object 14"/>
          <p:cNvGraphicFramePr>
            <a:graphicFrameLocks noChangeAspect="1"/>
          </p:cNvGraphicFramePr>
          <p:nvPr/>
        </p:nvGraphicFramePr>
        <p:xfrm>
          <a:off x="1212850" y="3255963"/>
          <a:ext cx="311150" cy="360362"/>
        </p:xfrm>
        <a:graphic>
          <a:graphicData uri="http://schemas.openxmlformats.org/presentationml/2006/ole">
            <mc:AlternateContent xmlns:mc="http://schemas.openxmlformats.org/markup-compatibility/2006">
              <mc:Choice xmlns:v="urn:schemas-microsoft-com:vml" Requires="v">
                <p:oleObj r:id="rId6" imgW="165100" imgH="190500" progId="Equation.DSMT4">
                  <p:embed/>
                </p:oleObj>
              </mc:Choice>
              <mc:Fallback>
                <p:oleObj r:id="rId6" imgW="165100" imgH="190500" progId="Equation.DSMT4">
                  <p:embed/>
                  <p:pic>
                    <p:nvPicPr>
                      <p:cNvPr id="0" name="图片 3082"/>
                      <p:cNvPicPr/>
                      <p:nvPr/>
                    </p:nvPicPr>
                    <p:blipFill>
                      <a:blip r:embed="rId7">
                        <a:clrChange>
                          <a:clrFrom>
                            <a:srgbClr val="000000"/>
                          </a:clrFrom>
                          <a:clrTo>
                            <a:srgbClr val="000000"/>
                          </a:clrTo>
                        </a:clrChange>
                        <a:biLevel thresh="50000"/>
                        <a:grayscl/>
                      </a:blip>
                      <a:stretch>
                        <a:fillRect/>
                      </a:stretch>
                    </p:blipFill>
                    <p:spPr>
                      <a:xfrm>
                        <a:off x="1212850" y="3255963"/>
                        <a:ext cx="311150" cy="360362"/>
                      </a:xfrm>
                      <a:prstGeom prst="rect">
                        <a:avLst/>
                      </a:prstGeom>
                      <a:noFill/>
                      <a:ln w="38100">
                        <a:noFill/>
                        <a:miter/>
                      </a:ln>
                    </p:spPr>
                  </p:pic>
                </p:oleObj>
              </mc:Fallback>
            </mc:AlternateContent>
          </a:graphicData>
        </a:graphic>
      </p:graphicFrame>
      <p:sp>
        <p:nvSpPr>
          <p:cNvPr id="20496" name="Rectangle 15"/>
          <p:cNvSpPr/>
          <p:nvPr/>
        </p:nvSpPr>
        <p:spPr>
          <a:xfrm>
            <a:off x="228600" y="6426200"/>
            <a:ext cx="20129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稳定性的基本概念</a:t>
            </a:r>
          </a:p>
        </p:txBody>
      </p:sp>
      <p:graphicFrame>
        <p:nvGraphicFramePr>
          <p:cNvPr id="20497" name="Object 25"/>
          <p:cNvGraphicFramePr>
            <a:graphicFrameLocks noChangeAspect="1"/>
          </p:cNvGraphicFramePr>
          <p:nvPr/>
        </p:nvGraphicFramePr>
        <p:xfrm>
          <a:off x="3635375" y="4368800"/>
          <a:ext cx="1873250" cy="573088"/>
        </p:xfrm>
        <a:graphic>
          <a:graphicData uri="http://schemas.openxmlformats.org/presentationml/2006/ole">
            <mc:AlternateContent xmlns:mc="http://schemas.openxmlformats.org/markup-compatibility/2006">
              <mc:Choice xmlns:v="urn:schemas-microsoft-com:vml" Requires="v">
                <p:oleObj r:id="rId8" imgW="698500" imgH="254000" progId="Equation.DSMT4">
                  <p:embed/>
                </p:oleObj>
              </mc:Choice>
              <mc:Fallback>
                <p:oleObj r:id="rId8" imgW="698500" imgH="254000" progId="Equation.DSMT4">
                  <p:embed/>
                  <p:pic>
                    <p:nvPicPr>
                      <p:cNvPr id="0" name="图片 3080"/>
                      <p:cNvPicPr/>
                      <p:nvPr/>
                    </p:nvPicPr>
                    <p:blipFill>
                      <a:blip r:embed="rId9"/>
                      <a:stretch>
                        <a:fillRect/>
                      </a:stretch>
                    </p:blipFill>
                    <p:spPr>
                      <a:xfrm>
                        <a:off x="3635375" y="4368800"/>
                        <a:ext cx="1873250" cy="573088"/>
                      </a:xfrm>
                      <a:prstGeom prst="rect">
                        <a:avLst/>
                      </a:prstGeom>
                      <a:noFill/>
                      <a:ln w="38100">
                        <a:noFill/>
                        <a:miter/>
                      </a:ln>
                    </p:spPr>
                  </p:pic>
                </p:oleObj>
              </mc:Fallback>
            </mc:AlternateContent>
          </a:graphicData>
        </a:graphic>
      </p:graphicFrame>
      <p:sp>
        <p:nvSpPr>
          <p:cNvPr id="20498" name="Text Box 27"/>
          <p:cNvSpPr txBox="1"/>
          <p:nvPr/>
        </p:nvSpPr>
        <p:spPr>
          <a:xfrm>
            <a:off x="1166813" y="4437063"/>
            <a:ext cx="1098550" cy="457200"/>
          </a:xfrm>
          <a:prstGeom prst="rect">
            <a:avLst/>
          </a:prstGeom>
          <a:noFill/>
          <a:ln w="9525">
            <a:noFill/>
          </a:ln>
        </p:spPr>
        <p:txBody>
          <a:bodyPr wrap="none" anchor="t" anchorCtr="0">
            <a:spAutoFit/>
          </a:bodyPr>
          <a:lstStyle/>
          <a:p>
            <a:pPr eaLnBrk="0" hangingPunct="0"/>
            <a:r>
              <a:rPr lang="zh-CN" altLang="en-US" sz="2400" dirty="0">
                <a:latin typeface="Arial" panose="020B0604020202020204" pitchFamily="34" charset="0"/>
                <a:ea typeface="黑体" panose="02010609060101010101" pitchFamily="49" charset="-122"/>
              </a:rPr>
              <a:t>超球域</a:t>
            </a:r>
          </a:p>
        </p:txBody>
      </p:sp>
      <p:sp>
        <p:nvSpPr>
          <p:cNvPr id="20499" name="Rectangle 28"/>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20500" name="Text Box 29"/>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26626"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10</a:t>
            </a:fld>
            <a:endParaRPr lang="en-US" altLang="zh-CN" sz="1400" dirty="0"/>
          </a:p>
        </p:txBody>
      </p:sp>
      <p:grpSp>
        <p:nvGrpSpPr>
          <p:cNvPr id="26627" name="Group 2"/>
          <p:cNvGrpSpPr/>
          <p:nvPr/>
        </p:nvGrpSpPr>
        <p:grpSpPr>
          <a:xfrm>
            <a:off x="0" y="0"/>
            <a:ext cx="9144000" cy="6858000"/>
            <a:chOff x="0" y="0"/>
            <a:chExt cx="5760" cy="4320"/>
          </a:xfrm>
        </p:grpSpPr>
        <p:pic>
          <p:nvPicPr>
            <p:cNvPr id="26628"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26629"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26630" name="Rectangle 5"/>
          <p:cNvSpPr>
            <a:spLocks noGrp="1"/>
          </p:cNvSpPr>
          <p:nvPr>
            <p:ph type="title"/>
          </p:nvPr>
        </p:nvSpPr>
        <p:spPr>
          <a:xfrm>
            <a:off x="539750" y="981075"/>
            <a:ext cx="3384550" cy="1143000"/>
          </a:xfrm>
          <a:ln/>
        </p:spPr>
        <p:txBody>
          <a:bodyPr vert="horz" wrap="square" lIns="91440" tIns="45720" rIns="91440" bIns="45720" anchor="ctr" anchorCtr="0"/>
          <a:lstStyle/>
          <a:p>
            <a:pPr algn="l" eaLnBrk="1" hangingPunct="1"/>
            <a:r>
              <a:rPr lang="zh-CN" altLang="en-US" sz="2400" dirty="0">
                <a:solidFill>
                  <a:schemeClr val="accent2"/>
                </a:solidFill>
                <a:ea typeface="黑体" panose="02010609060101010101" pitchFamily="49" charset="-122"/>
              </a:rPr>
              <a:t>定义</a:t>
            </a:r>
            <a:r>
              <a:rPr lang="en-US" altLang="zh-CN" sz="2400" dirty="0">
                <a:solidFill>
                  <a:schemeClr val="accent2"/>
                </a:solidFill>
                <a:ea typeface="黑体" panose="02010609060101010101" pitchFamily="49" charset="-122"/>
              </a:rPr>
              <a:t>5.1.5</a:t>
            </a:r>
            <a:r>
              <a:rPr lang="en-US" altLang="zh-CN" sz="2400" dirty="0">
                <a:ea typeface="黑体" panose="02010609060101010101" pitchFamily="49" charset="-122"/>
              </a:rPr>
              <a:t>        </a:t>
            </a:r>
            <a:r>
              <a:rPr lang="zh-CN" altLang="en-US" sz="2400" dirty="0">
                <a:solidFill>
                  <a:schemeClr val="hlink"/>
                </a:solidFill>
                <a:ea typeface="黑体" panose="02010609060101010101" pitchFamily="49" charset="-122"/>
              </a:rPr>
              <a:t>稳定</a:t>
            </a:r>
          </a:p>
        </p:txBody>
      </p:sp>
      <p:sp>
        <p:nvSpPr>
          <p:cNvPr id="26631" name="Rectangle 6"/>
          <p:cNvSpPr>
            <a:spLocks noGrp="1"/>
          </p:cNvSpPr>
          <p:nvPr>
            <p:ph idx="1"/>
          </p:nvPr>
        </p:nvSpPr>
        <p:spPr>
          <a:xfrm>
            <a:off x="395288" y="2060575"/>
            <a:ext cx="8540750" cy="3889375"/>
          </a:xfrm>
          <a:ln/>
        </p:spPr>
        <p:txBody>
          <a:bodyPr vert="horz" wrap="square" lIns="91440" tIns="45720" rIns="91440" bIns="45720" anchor="t" anchorCtr="0"/>
          <a:lstStyle/>
          <a:p>
            <a:pPr eaLnBrk="1" hangingPunct="1">
              <a:spcAft>
                <a:spcPct val="50000"/>
              </a:spcAft>
              <a:buNone/>
            </a:pPr>
            <a:r>
              <a:rPr lang="en-US" altLang="zh-CN" sz="2800" dirty="0">
                <a:ea typeface="黑体" panose="02010609060101010101" pitchFamily="49" charset="-122"/>
              </a:rPr>
              <a:t>     </a:t>
            </a:r>
            <a:r>
              <a:rPr lang="zh-CN" altLang="en-US" sz="2400" dirty="0">
                <a:ea typeface="黑体" panose="02010609060101010101" pitchFamily="49" charset="-122"/>
              </a:rPr>
              <a:t>系统</a:t>
            </a:r>
            <a:r>
              <a:rPr lang="en-US" altLang="zh-CN" sz="2400" dirty="0">
                <a:ea typeface="黑体" panose="02010609060101010101" pitchFamily="49" charset="-122"/>
              </a:rPr>
              <a:t>(5.1.1)</a:t>
            </a:r>
            <a:r>
              <a:rPr lang="zh-CN" altLang="en-US" sz="2400" dirty="0">
                <a:ea typeface="黑体" panose="02010609060101010101" pitchFamily="49" charset="-122"/>
              </a:rPr>
              <a:t>中，</a:t>
            </a:r>
          </a:p>
          <a:p>
            <a:pPr lvl="1" eaLnBrk="1" hangingPunct="1">
              <a:buNone/>
            </a:pPr>
            <a:r>
              <a:rPr lang="zh-CN" altLang="en-US" sz="2400" dirty="0">
                <a:ea typeface="黑体" panose="02010609060101010101" pitchFamily="49" charset="-122"/>
              </a:rPr>
              <a:t>对任意           ，若存在                  ，</a:t>
            </a:r>
          </a:p>
          <a:p>
            <a:pPr lvl="1" eaLnBrk="1" hangingPunct="1">
              <a:buNone/>
            </a:pPr>
            <a:endParaRPr lang="zh-CN" altLang="en-US" sz="2400" dirty="0">
              <a:ea typeface="黑体" panose="02010609060101010101" pitchFamily="49" charset="-122"/>
            </a:endParaRPr>
          </a:p>
          <a:p>
            <a:pPr lvl="1" eaLnBrk="1" hangingPunct="1">
              <a:buNone/>
            </a:pPr>
            <a:r>
              <a:rPr lang="zh-CN" altLang="en-US" sz="2400" dirty="0">
                <a:ea typeface="黑体" panose="02010609060101010101" pitchFamily="49" charset="-122"/>
              </a:rPr>
              <a:t>使得，当                             ，        时 ，有 </a:t>
            </a:r>
          </a:p>
          <a:p>
            <a:pPr lvl="1" eaLnBrk="1" hangingPunct="1"/>
            <a:endParaRPr lang="zh-CN" altLang="en-US" sz="2400" dirty="0">
              <a:ea typeface="黑体" panose="02010609060101010101" pitchFamily="49" charset="-122"/>
            </a:endParaRPr>
          </a:p>
          <a:p>
            <a:pPr lvl="1" eaLnBrk="1" hangingPunct="1"/>
            <a:endParaRPr lang="zh-CN" altLang="en-US" sz="2400" dirty="0">
              <a:ea typeface="黑体" panose="02010609060101010101" pitchFamily="49" charset="-122"/>
            </a:endParaRPr>
          </a:p>
          <a:p>
            <a:pPr lvl="1" eaLnBrk="1" hangingPunct="1">
              <a:buNone/>
            </a:pPr>
            <a:r>
              <a:rPr lang="zh-CN" altLang="en-US" sz="2400" dirty="0">
                <a:ea typeface="黑体" panose="02010609060101010101" pitchFamily="49" charset="-122"/>
              </a:rPr>
              <a:t>则称      为李雅普诺夫意义下稳定的。</a:t>
            </a:r>
          </a:p>
          <a:p>
            <a:pPr lvl="1" eaLnBrk="1" hangingPunct="1">
              <a:spcBef>
                <a:spcPct val="50000"/>
              </a:spcBef>
              <a:buNone/>
            </a:pPr>
            <a:r>
              <a:rPr lang="zh-CN" altLang="en-US" sz="2400" dirty="0">
                <a:ea typeface="黑体" panose="02010609060101010101" pitchFamily="49" charset="-122"/>
              </a:rPr>
              <a:t>若  的选取与初始时刻无关，则称为是一致稳定的。</a:t>
            </a:r>
            <a:endParaRPr lang="zh-CN" altLang="en-US" sz="2000" dirty="0">
              <a:ea typeface="黑体" panose="02010609060101010101" pitchFamily="49" charset="-122"/>
            </a:endParaRPr>
          </a:p>
        </p:txBody>
      </p:sp>
      <p:sp>
        <p:nvSpPr>
          <p:cNvPr id="26632" name="Rectangle 7"/>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26633" name="Object 8"/>
          <p:cNvGraphicFramePr>
            <a:graphicFrameLocks noChangeAspect="1"/>
          </p:cNvGraphicFramePr>
          <p:nvPr/>
        </p:nvGraphicFramePr>
        <p:xfrm>
          <a:off x="1963738" y="2808288"/>
          <a:ext cx="736600" cy="368300"/>
        </p:xfrm>
        <a:graphic>
          <a:graphicData uri="http://schemas.openxmlformats.org/presentationml/2006/ole">
            <mc:AlternateContent xmlns:mc="http://schemas.openxmlformats.org/markup-compatibility/2006">
              <mc:Choice xmlns:v="urn:schemas-microsoft-com:vml" Requires="v">
                <p:oleObj r:id="rId4" imgW="354965" imgH="177800" progId="Equation.DSMT4">
                  <p:embed/>
                </p:oleObj>
              </mc:Choice>
              <mc:Fallback>
                <p:oleObj r:id="rId4" imgW="354965" imgH="177800" progId="Equation.DSMT4">
                  <p:embed/>
                  <p:pic>
                    <p:nvPicPr>
                      <p:cNvPr id="0" name="图片 3478"/>
                      <p:cNvPicPr/>
                      <p:nvPr/>
                    </p:nvPicPr>
                    <p:blipFill>
                      <a:blip r:embed="rId5"/>
                      <a:stretch>
                        <a:fillRect/>
                      </a:stretch>
                    </p:blipFill>
                    <p:spPr>
                      <a:xfrm>
                        <a:off x="1963738" y="2808288"/>
                        <a:ext cx="736600" cy="368300"/>
                      </a:xfrm>
                      <a:prstGeom prst="rect">
                        <a:avLst/>
                      </a:prstGeom>
                      <a:noFill/>
                      <a:ln w="38100">
                        <a:noFill/>
                        <a:miter/>
                      </a:ln>
                    </p:spPr>
                  </p:pic>
                </p:oleObj>
              </mc:Fallback>
            </mc:AlternateContent>
          </a:graphicData>
        </a:graphic>
      </p:graphicFrame>
      <p:sp>
        <p:nvSpPr>
          <p:cNvPr id="26634" name="Rectangle 9"/>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26635" name="Object 10"/>
          <p:cNvGraphicFramePr>
            <a:graphicFrameLocks noChangeAspect="1"/>
          </p:cNvGraphicFramePr>
          <p:nvPr/>
        </p:nvGraphicFramePr>
        <p:xfrm>
          <a:off x="4090988" y="2805113"/>
          <a:ext cx="1489075" cy="479425"/>
        </p:xfrm>
        <a:graphic>
          <a:graphicData uri="http://schemas.openxmlformats.org/presentationml/2006/ole">
            <mc:AlternateContent xmlns:mc="http://schemas.openxmlformats.org/markup-compatibility/2006">
              <mc:Choice xmlns:v="urn:schemas-microsoft-com:vml" Requires="v">
                <p:oleObj r:id="rId6" imgW="711200" imgH="228600" progId="Equation.DSMT4">
                  <p:embed/>
                </p:oleObj>
              </mc:Choice>
              <mc:Fallback>
                <p:oleObj r:id="rId6" imgW="711200" imgH="228600" progId="Equation.DSMT4">
                  <p:embed/>
                  <p:pic>
                    <p:nvPicPr>
                      <p:cNvPr id="0" name="图片 3480"/>
                      <p:cNvPicPr/>
                      <p:nvPr/>
                    </p:nvPicPr>
                    <p:blipFill>
                      <a:blip r:embed="rId7"/>
                      <a:stretch>
                        <a:fillRect/>
                      </a:stretch>
                    </p:blipFill>
                    <p:spPr>
                      <a:xfrm>
                        <a:off x="4090988" y="2805113"/>
                        <a:ext cx="1489075" cy="479425"/>
                      </a:xfrm>
                      <a:prstGeom prst="rect">
                        <a:avLst/>
                      </a:prstGeom>
                      <a:noFill/>
                      <a:ln w="38100">
                        <a:noFill/>
                        <a:miter/>
                      </a:ln>
                    </p:spPr>
                  </p:pic>
                </p:oleObj>
              </mc:Fallback>
            </mc:AlternateContent>
          </a:graphicData>
        </a:graphic>
      </p:graphicFrame>
      <p:sp>
        <p:nvSpPr>
          <p:cNvPr id="26636" name="Rectangle 12"/>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26637" name="Rectangle 14"/>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26638" name="Object 15"/>
          <p:cNvGraphicFramePr>
            <a:graphicFrameLocks noChangeAspect="1"/>
          </p:cNvGraphicFramePr>
          <p:nvPr/>
        </p:nvGraphicFramePr>
        <p:xfrm>
          <a:off x="3105150" y="4298950"/>
          <a:ext cx="2906713" cy="569913"/>
        </p:xfrm>
        <a:graphic>
          <a:graphicData uri="http://schemas.openxmlformats.org/presentationml/2006/ole">
            <mc:AlternateContent xmlns:mc="http://schemas.openxmlformats.org/markup-compatibility/2006">
              <mc:Choice xmlns:v="urn:schemas-microsoft-com:vml" Requires="v">
                <p:oleObj r:id="rId8" imgW="1295400" imgH="254000" progId="Equation.DSMT4">
                  <p:embed/>
                </p:oleObj>
              </mc:Choice>
              <mc:Fallback>
                <p:oleObj r:id="rId8" imgW="1295400" imgH="254000" progId="Equation.DSMT4">
                  <p:embed/>
                  <p:pic>
                    <p:nvPicPr>
                      <p:cNvPr id="0" name="图片 3481"/>
                      <p:cNvPicPr/>
                      <p:nvPr/>
                    </p:nvPicPr>
                    <p:blipFill>
                      <a:blip r:embed="rId9"/>
                      <a:stretch>
                        <a:fillRect/>
                      </a:stretch>
                    </p:blipFill>
                    <p:spPr>
                      <a:xfrm>
                        <a:off x="3105150" y="4298950"/>
                        <a:ext cx="2906713" cy="569913"/>
                      </a:xfrm>
                      <a:prstGeom prst="rect">
                        <a:avLst/>
                      </a:prstGeom>
                      <a:noFill/>
                      <a:ln w="38100">
                        <a:noFill/>
                        <a:miter/>
                      </a:ln>
                    </p:spPr>
                  </p:pic>
                </p:oleObj>
              </mc:Fallback>
            </mc:AlternateContent>
          </a:graphicData>
        </a:graphic>
      </p:graphicFrame>
      <p:graphicFrame>
        <p:nvGraphicFramePr>
          <p:cNvPr id="26639" name="Object 16"/>
          <p:cNvGraphicFramePr>
            <a:graphicFrameLocks noChangeAspect="1"/>
          </p:cNvGraphicFramePr>
          <p:nvPr/>
        </p:nvGraphicFramePr>
        <p:xfrm>
          <a:off x="1619250" y="4919663"/>
          <a:ext cx="400050" cy="554037"/>
        </p:xfrm>
        <a:graphic>
          <a:graphicData uri="http://schemas.openxmlformats.org/presentationml/2006/ole">
            <mc:AlternateContent xmlns:mc="http://schemas.openxmlformats.org/markup-compatibility/2006">
              <mc:Choice xmlns:v="urn:schemas-microsoft-com:vml" Requires="v">
                <p:oleObj r:id="rId10" imgW="165100" imgH="228600" progId="Equation.DSMT4">
                  <p:embed/>
                </p:oleObj>
              </mc:Choice>
              <mc:Fallback>
                <p:oleObj r:id="rId10" imgW="165100" imgH="228600" progId="Equation.DSMT4">
                  <p:embed/>
                  <p:pic>
                    <p:nvPicPr>
                      <p:cNvPr id="0" name="图片 3075"/>
                      <p:cNvPicPr/>
                      <p:nvPr/>
                    </p:nvPicPr>
                    <p:blipFill>
                      <a:blip r:embed="rId11"/>
                      <a:stretch>
                        <a:fillRect/>
                      </a:stretch>
                    </p:blipFill>
                    <p:spPr>
                      <a:xfrm>
                        <a:off x="1619250" y="4919663"/>
                        <a:ext cx="400050" cy="554037"/>
                      </a:xfrm>
                      <a:prstGeom prst="rect">
                        <a:avLst/>
                      </a:prstGeom>
                      <a:noFill/>
                      <a:ln w="38100">
                        <a:noFill/>
                        <a:miter/>
                      </a:ln>
                    </p:spPr>
                  </p:pic>
                </p:oleObj>
              </mc:Fallback>
            </mc:AlternateContent>
          </a:graphicData>
        </a:graphic>
      </p:graphicFrame>
      <p:sp>
        <p:nvSpPr>
          <p:cNvPr id="26640" name="Rectangle 17"/>
          <p:cNvSpPr/>
          <p:nvPr/>
        </p:nvSpPr>
        <p:spPr>
          <a:xfrm>
            <a:off x="228600" y="6426200"/>
            <a:ext cx="20129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稳定性的基本概念</a:t>
            </a:r>
          </a:p>
        </p:txBody>
      </p:sp>
      <p:graphicFrame>
        <p:nvGraphicFramePr>
          <p:cNvPr id="26641" name="Object 22"/>
          <p:cNvGraphicFramePr>
            <a:graphicFrameLocks noChangeAspect="1"/>
          </p:cNvGraphicFramePr>
          <p:nvPr/>
        </p:nvGraphicFramePr>
        <p:xfrm>
          <a:off x="1195388" y="5575300"/>
          <a:ext cx="295275" cy="357188"/>
        </p:xfrm>
        <a:graphic>
          <a:graphicData uri="http://schemas.openxmlformats.org/presentationml/2006/ole">
            <mc:AlternateContent xmlns:mc="http://schemas.openxmlformats.org/markup-compatibility/2006">
              <mc:Choice xmlns:v="urn:schemas-microsoft-com:vml" Requires="v">
                <p:oleObj r:id="rId12" imgW="139700" imgH="177800" progId="Equation.DSMT4">
                  <p:embed/>
                </p:oleObj>
              </mc:Choice>
              <mc:Fallback>
                <p:oleObj r:id="rId12" imgW="139700" imgH="177800" progId="Equation.DSMT4">
                  <p:embed/>
                  <p:pic>
                    <p:nvPicPr>
                      <p:cNvPr id="0" name="图片 3380"/>
                      <p:cNvPicPr/>
                      <p:nvPr/>
                    </p:nvPicPr>
                    <p:blipFill>
                      <a:blip r:embed="rId13"/>
                      <a:stretch>
                        <a:fillRect/>
                      </a:stretch>
                    </p:blipFill>
                    <p:spPr>
                      <a:xfrm>
                        <a:off x="1195388" y="5575300"/>
                        <a:ext cx="295275" cy="357188"/>
                      </a:xfrm>
                      <a:prstGeom prst="rect">
                        <a:avLst/>
                      </a:prstGeom>
                      <a:noFill/>
                      <a:ln w="38100">
                        <a:noFill/>
                        <a:miter/>
                      </a:ln>
                    </p:spPr>
                  </p:pic>
                </p:oleObj>
              </mc:Fallback>
            </mc:AlternateContent>
          </a:graphicData>
        </a:graphic>
      </p:graphicFrame>
      <p:graphicFrame>
        <p:nvGraphicFramePr>
          <p:cNvPr id="26642" name="Object 25"/>
          <p:cNvGraphicFramePr>
            <a:graphicFrameLocks noChangeAspect="1"/>
          </p:cNvGraphicFramePr>
          <p:nvPr/>
        </p:nvGraphicFramePr>
        <p:xfrm>
          <a:off x="2162175" y="3609975"/>
          <a:ext cx="2625725" cy="538163"/>
        </p:xfrm>
        <a:graphic>
          <a:graphicData uri="http://schemas.openxmlformats.org/presentationml/2006/ole">
            <mc:AlternateContent xmlns:mc="http://schemas.openxmlformats.org/markup-compatibility/2006">
              <mc:Choice xmlns:v="urn:schemas-microsoft-com:vml" Requires="v">
                <p:oleObj r:id="rId14" imgW="1167765" imgH="254000" progId="Equation.DSMT4">
                  <p:embed/>
                </p:oleObj>
              </mc:Choice>
              <mc:Fallback>
                <p:oleObj r:id="rId14" imgW="1167765" imgH="254000" progId="Equation.DSMT4">
                  <p:embed/>
                  <p:pic>
                    <p:nvPicPr>
                      <p:cNvPr id="0" name="图片 3379"/>
                      <p:cNvPicPr/>
                      <p:nvPr/>
                    </p:nvPicPr>
                    <p:blipFill>
                      <a:blip r:embed="rId15"/>
                      <a:stretch>
                        <a:fillRect/>
                      </a:stretch>
                    </p:blipFill>
                    <p:spPr>
                      <a:xfrm>
                        <a:off x="2162175" y="3609975"/>
                        <a:ext cx="2625725" cy="538163"/>
                      </a:xfrm>
                      <a:prstGeom prst="rect">
                        <a:avLst/>
                      </a:prstGeom>
                      <a:noFill/>
                      <a:ln w="38100">
                        <a:noFill/>
                        <a:miter/>
                      </a:ln>
                    </p:spPr>
                  </p:pic>
                </p:oleObj>
              </mc:Fallback>
            </mc:AlternateContent>
          </a:graphicData>
        </a:graphic>
      </p:graphicFrame>
      <p:graphicFrame>
        <p:nvGraphicFramePr>
          <p:cNvPr id="26643" name="Object 26"/>
          <p:cNvGraphicFramePr>
            <a:graphicFrameLocks noChangeAspect="1"/>
          </p:cNvGraphicFramePr>
          <p:nvPr/>
        </p:nvGraphicFramePr>
        <p:xfrm>
          <a:off x="4859338" y="3649663"/>
          <a:ext cx="660400" cy="457200"/>
        </p:xfrm>
        <a:graphic>
          <a:graphicData uri="http://schemas.openxmlformats.org/presentationml/2006/ole">
            <mc:AlternateContent xmlns:mc="http://schemas.openxmlformats.org/markup-compatibility/2006">
              <mc:Choice xmlns:v="urn:schemas-microsoft-com:vml" Requires="v">
                <p:oleObj r:id="rId16" imgW="330200" imgH="228600" progId="Equation.DSMT4">
                  <p:embed/>
                </p:oleObj>
              </mc:Choice>
              <mc:Fallback>
                <p:oleObj r:id="rId16" imgW="330200" imgH="228600" progId="Equation.DSMT4">
                  <p:embed/>
                  <p:pic>
                    <p:nvPicPr>
                      <p:cNvPr id="0" name="图片 3378"/>
                      <p:cNvPicPr/>
                      <p:nvPr/>
                    </p:nvPicPr>
                    <p:blipFill>
                      <a:blip r:embed="rId17"/>
                      <a:stretch>
                        <a:fillRect/>
                      </a:stretch>
                    </p:blipFill>
                    <p:spPr>
                      <a:xfrm>
                        <a:off x="4859338" y="3649663"/>
                        <a:ext cx="660400" cy="457200"/>
                      </a:xfrm>
                      <a:prstGeom prst="rect">
                        <a:avLst/>
                      </a:prstGeom>
                      <a:noFill/>
                      <a:ln w="38100">
                        <a:noFill/>
                        <a:miter/>
                      </a:ln>
                    </p:spPr>
                  </p:pic>
                </p:oleObj>
              </mc:Fallback>
            </mc:AlternateContent>
          </a:graphicData>
        </a:graphic>
      </p:graphicFrame>
      <p:sp>
        <p:nvSpPr>
          <p:cNvPr id="26644" name="Rectangle 27"/>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26645" name="Text Box 28"/>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31746"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11</a:t>
            </a:fld>
            <a:endParaRPr lang="en-US" altLang="zh-CN" sz="1400" dirty="0"/>
          </a:p>
        </p:txBody>
      </p:sp>
      <p:grpSp>
        <p:nvGrpSpPr>
          <p:cNvPr id="31747" name="Group 2"/>
          <p:cNvGrpSpPr/>
          <p:nvPr/>
        </p:nvGrpSpPr>
        <p:grpSpPr>
          <a:xfrm>
            <a:off x="0" y="0"/>
            <a:ext cx="9144000" cy="6858000"/>
            <a:chOff x="0" y="0"/>
            <a:chExt cx="5760" cy="4320"/>
          </a:xfrm>
        </p:grpSpPr>
        <p:pic>
          <p:nvPicPr>
            <p:cNvPr id="31748"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31749"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31750" name="Rectangle 5"/>
          <p:cNvSpPr>
            <a:spLocks noGrp="1"/>
          </p:cNvSpPr>
          <p:nvPr>
            <p:ph type="title"/>
          </p:nvPr>
        </p:nvSpPr>
        <p:spPr>
          <a:xfrm>
            <a:off x="395288" y="908050"/>
            <a:ext cx="4176712" cy="863600"/>
          </a:xfrm>
          <a:ln/>
        </p:spPr>
        <p:txBody>
          <a:bodyPr vert="horz" wrap="square" lIns="91440" tIns="45720" rIns="91440" bIns="45720" anchor="ctr" anchorCtr="0"/>
          <a:lstStyle/>
          <a:p>
            <a:pPr algn="l" eaLnBrk="1" hangingPunct="1"/>
            <a:r>
              <a:rPr lang="zh-CN" altLang="en-US" sz="2400" dirty="0">
                <a:solidFill>
                  <a:schemeClr val="accent2"/>
                </a:solidFill>
                <a:ea typeface="黑体" panose="02010609060101010101" pitchFamily="49" charset="-122"/>
              </a:rPr>
              <a:t>定义</a:t>
            </a:r>
            <a:r>
              <a:rPr lang="en-US" altLang="zh-CN" sz="2400" dirty="0">
                <a:solidFill>
                  <a:schemeClr val="accent2"/>
                </a:solidFill>
                <a:ea typeface="黑体" panose="02010609060101010101" pitchFamily="49" charset="-122"/>
              </a:rPr>
              <a:t>5.1.6</a:t>
            </a:r>
            <a:r>
              <a:rPr lang="en-US" altLang="zh-CN" sz="2400" dirty="0">
                <a:ea typeface="黑体" panose="02010609060101010101" pitchFamily="49" charset="-122"/>
              </a:rPr>
              <a:t>      </a:t>
            </a:r>
            <a:r>
              <a:rPr lang="zh-CN" altLang="en-US" sz="2400" dirty="0">
                <a:solidFill>
                  <a:srgbClr val="FF0000"/>
                </a:solidFill>
                <a:ea typeface="黑体" panose="02010609060101010101" pitchFamily="49" charset="-122"/>
              </a:rPr>
              <a:t>渐近稳定：</a:t>
            </a:r>
          </a:p>
        </p:txBody>
      </p:sp>
      <p:sp>
        <p:nvSpPr>
          <p:cNvPr id="31751" name="Rectangle 6"/>
          <p:cNvSpPr>
            <a:spLocks noGrp="1"/>
          </p:cNvSpPr>
          <p:nvPr>
            <p:ph idx="1"/>
          </p:nvPr>
        </p:nvSpPr>
        <p:spPr>
          <a:ln/>
        </p:spPr>
        <p:txBody>
          <a:bodyPr vert="horz" wrap="square" lIns="91440" tIns="45720" rIns="91440" bIns="45720" anchor="t" anchorCtr="0"/>
          <a:lstStyle/>
          <a:p>
            <a:pPr eaLnBrk="1" hangingPunct="1">
              <a:buNone/>
            </a:pPr>
            <a:r>
              <a:rPr lang="en-US" altLang="zh-CN" sz="2800" dirty="0">
                <a:ea typeface="黑体" panose="02010609060101010101" pitchFamily="49" charset="-122"/>
              </a:rPr>
              <a:t>     </a:t>
            </a:r>
            <a:r>
              <a:rPr lang="zh-CN" altLang="en-US" sz="2400" dirty="0">
                <a:ea typeface="黑体" panose="02010609060101010101" pitchFamily="49" charset="-122"/>
              </a:rPr>
              <a:t>如果      是李雅普诺夫意义稳定的，</a:t>
            </a:r>
          </a:p>
          <a:p>
            <a:pPr lvl="1" eaLnBrk="1" hangingPunct="1">
              <a:buNone/>
            </a:pPr>
            <a:r>
              <a:rPr lang="zh-CN" altLang="en-US" sz="2400" dirty="0">
                <a:ea typeface="黑体" panose="02010609060101010101" pitchFamily="49" charset="-122"/>
              </a:rPr>
              <a:t>并且对于            和任意给定的         ，总存在</a:t>
            </a:r>
          </a:p>
          <a:p>
            <a:pPr lvl="1" eaLnBrk="1" hangingPunct="1">
              <a:spcBef>
                <a:spcPct val="0"/>
              </a:spcBef>
              <a:buNone/>
            </a:pPr>
            <a:r>
              <a:rPr lang="zh-CN" altLang="en-US" sz="2400" dirty="0">
                <a:ea typeface="黑体" panose="02010609060101010101" pitchFamily="49" charset="-122"/>
              </a:rPr>
              <a:t>                      </a:t>
            </a:r>
          </a:p>
          <a:p>
            <a:pPr lvl="1" eaLnBrk="1" hangingPunct="1">
              <a:spcBef>
                <a:spcPct val="0"/>
              </a:spcBef>
              <a:buNone/>
            </a:pPr>
            <a:endParaRPr lang="zh-CN" altLang="en-US" sz="2400" dirty="0">
              <a:ea typeface="黑体" panose="02010609060101010101" pitchFamily="49" charset="-122"/>
            </a:endParaRPr>
          </a:p>
          <a:p>
            <a:pPr lvl="1" eaLnBrk="1" hangingPunct="1">
              <a:spcBef>
                <a:spcPct val="0"/>
              </a:spcBef>
              <a:buNone/>
            </a:pPr>
            <a:r>
              <a:rPr lang="zh-CN" altLang="en-US" sz="2400" dirty="0">
                <a:ea typeface="黑体" panose="02010609060101010101" pitchFamily="49" charset="-122"/>
              </a:rPr>
              <a:t>使得 </a:t>
            </a:r>
          </a:p>
          <a:p>
            <a:pPr lvl="1" eaLnBrk="1" hangingPunct="1"/>
            <a:endParaRPr lang="zh-CN" altLang="en-US" sz="2400" dirty="0">
              <a:ea typeface="黑体" panose="02010609060101010101" pitchFamily="49" charset="-122"/>
            </a:endParaRPr>
          </a:p>
          <a:p>
            <a:pPr lvl="1" eaLnBrk="1" hangingPunct="1">
              <a:spcBef>
                <a:spcPct val="70000"/>
              </a:spcBef>
              <a:buNone/>
            </a:pPr>
            <a:r>
              <a:rPr lang="zh-CN" altLang="en-US" sz="2400" dirty="0">
                <a:ea typeface="黑体" panose="02010609060101010101" pitchFamily="49" charset="-122"/>
              </a:rPr>
              <a:t>则称    是渐近稳定的。</a:t>
            </a:r>
          </a:p>
          <a:p>
            <a:pPr lvl="1" eaLnBrk="1" hangingPunct="1"/>
            <a:endParaRPr lang="zh-CN" altLang="en-US" sz="2400" dirty="0">
              <a:ea typeface="黑体" panose="02010609060101010101" pitchFamily="49" charset="-122"/>
            </a:endParaRPr>
          </a:p>
          <a:p>
            <a:pPr lvl="1" eaLnBrk="1" hangingPunct="1">
              <a:buNone/>
            </a:pPr>
            <a:r>
              <a:rPr lang="zh-CN" altLang="en-US" sz="2400" dirty="0">
                <a:ea typeface="黑体" panose="02010609060101010101" pitchFamily="49" charset="-122"/>
              </a:rPr>
              <a:t>若                   ，</a:t>
            </a:r>
          </a:p>
          <a:p>
            <a:pPr lvl="1" eaLnBrk="1" hangingPunct="1">
              <a:buNone/>
            </a:pPr>
            <a:r>
              <a:rPr lang="zh-CN" altLang="en-US" sz="2400" dirty="0">
                <a:ea typeface="黑体" panose="02010609060101010101" pitchFamily="49" charset="-122"/>
              </a:rPr>
              <a:t>则称     为大范围</a:t>
            </a:r>
            <a:r>
              <a:rPr lang="en-US" altLang="zh-CN" sz="2400" dirty="0">
                <a:ea typeface="黑体" panose="02010609060101010101" pitchFamily="49" charset="-122"/>
              </a:rPr>
              <a:t>(</a:t>
            </a:r>
            <a:r>
              <a:rPr lang="zh-CN" altLang="en-US" sz="2400" dirty="0">
                <a:ea typeface="黑体" panose="02010609060101010101" pitchFamily="49" charset="-122"/>
              </a:rPr>
              <a:t>全局</a:t>
            </a:r>
            <a:r>
              <a:rPr lang="en-US" altLang="zh-CN" sz="2400" dirty="0">
                <a:ea typeface="黑体" panose="02010609060101010101" pitchFamily="49" charset="-122"/>
              </a:rPr>
              <a:t>)</a:t>
            </a:r>
            <a:r>
              <a:rPr lang="zh-CN" altLang="en-US" sz="2400" dirty="0">
                <a:ea typeface="黑体" panose="02010609060101010101" pitchFamily="49" charset="-122"/>
              </a:rPr>
              <a:t>渐近稳定。</a:t>
            </a:r>
          </a:p>
        </p:txBody>
      </p:sp>
      <p:sp>
        <p:nvSpPr>
          <p:cNvPr id="31752" name="Rectangle 7"/>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31753" name="Object 8"/>
          <p:cNvGraphicFramePr>
            <a:graphicFrameLocks noChangeAspect="1"/>
          </p:cNvGraphicFramePr>
          <p:nvPr/>
        </p:nvGraphicFramePr>
        <p:xfrm>
          <a:off x="2268538" y="2133600"/>
          <a:ext cx="965200" cy="457200"/>
        </p:xfrm>
        <a:graphic>
          <a:graphicData uri="http://schemas.openxmlformats.org/presentationml/2006/ole">
            <mc:AlternateContent xmlns:mc="http://schemas.openxmlformats.org/markup-compatibility/2006">
              <mc:Choice xmlns:v="urn:schemas-microsoft-com:vml" Requires="v">
                <p:oleObj r:id="rId4" imgW="647700" imgH="304800" progId="Equation.DSMT4">
                  <p:embed/>
                </p:oleObj>
              </mc:Choice>
              <mc:Fallback>
                <p:oleObj r:id="rId4" imgW="647700" imgH="304800" progId="Equation.DSMT4">
                  <p:embed/>
                  <p:pic>
                    <p:nvPicPr>
                      <p:cNvPr id="0" name="图片 3391"/>
                      <p:cNvPicPr/>
                      <p:nvPr/>
                    </p:nvPicPr>
                    <p:blipFill>
                      <a:blip r:embed="rId5">
                        <a:clrChange>
                          <a:clrFrom>
                            <a:srgbClr val="000000"/>
                          </a:clrFrom>
                          <a:clrTo>
                            <a:srgbClr val="000000"/>
                          </a:clrTo>
                        </a:clrChange>
                        <a:biLevel thresh="50000"/>
                        <a:grayscl/>
                      </a:blip>
                      <a:stretch>
                        <a:fillRect/>
                      </a:stretch>
                    </p:blipFill>
                    <p:spPr>
                      <a:xfrm>
                        <a:off x="2268538" y="2133600"/>
                        <a:ext cx="965200" cy="457200"/>
                      </a:xfrm>
                      <a:prstGeom prst="rect">
                        <a:avLst/>
                      </a:prstGeom>
                      <a:noFill/>
                      <a:ln w="38100">
                        <a:noFill/>
                        <a:miter/>
                      </a:ln>
                    </p:spPr>
                  </p:pic>
                </p:oleObj>
              </mc:Fallback>
            </mc:AlternateContent>
          </a:graphicData>
        </a:graphic>
      </p:graphicFrame>
      <p:sp>
        <p:nvSpPr>
          <p:cNvPr id="31754" name="Rectangle 9"/>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31755" name="Object 10"/>
          <p:cNvGraphicFramePr>
            <a:graphicFrameLocks noChangeAspect="1"/>
          </p:cNvGraphicFramePr>
          <p:nvPr/>
        </p:nvGraphicFramePr>
        <p:xfrm>
          <a:off x="5105400" y="2159000"/>
          <a:ext cx="762000" cy="406400"/>
        </p:xfrm>
        <a:graphic>
          <a:graphicData uri="http://schemas.openxmlformats.org/presentationml/2006/ole">
            <mc:AlternateContent xmlns:mc="http://schemas.openxmlformats.org/markup-compatibility/2006">
              <mc:Choice xmlns:v="urn:schemas-microsoft-com:vml" Requires="v">
                <p:oleObj r:id="rId6" imgW="508000" imgH="266700" progId="Equation.DSMT4">
                  <p:embed/>
                </p:oleObj>
              </mc:Choice>
              <mc:Fallback>
                <p:oleObj r:id="rId6" imgW="508000" imgH="266700" progId="Equation.DSMT4">
                  <p:embed/>
                  <p:pic>
                    <p:nvPicPr>
                      <p:cNvPr id="0" name="图片 3395"/>
                      <p:cNvPicPr/>
                      <p:nvPr/>
                    </p:nvPicPr>
                    <p:blipFill>
                      <a:blip r:embed="rId7">
                        <a:clrChange>
                          <a:clrFrom>
                            <a:srgbClr val="000000"/>
                          </a:clrFrom>
                          <a:clrTo>
                            <a:srgbClr val="000000"/>
                          </a:clrTo>
                        </a:clrChange>
                        <a:biLevel thresh="50000"/>
                        <a:grayscl/>
                      </a:blip>
                      <a:stretch>
                        <a:fillRect/>
                      </a:stretch>
                    </p:blipFill>
                    <p:spPr>
                      <a:xfrm>
                        <a:off x="5105400" y="2159000"/>
                        <a:ext cx="762000" cy="406400"/>
                      </a:xfrm>
                      <a:prstGeom prst="rect">
                        <a:avLst/>
                      </a:prstGeom>
                      <a:noFill/>
                      <a:ln w="38100">
                        <a:noFill/>
                        <a:miter/>
                      </a:ln>
                    </p:spPr>
                  </p:pic>
                </p:oleObj>
              </mc:Fallback>
            </mc:AlternateContent>
          </a:graphicData>
        </a:graphic>
      </p:graphicFrame>
      <p:sp>
        <p:nvSpPr>
          <p:cNvPr id="31756" name="Rectangle 11"/>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31757" name="Object 12"/>
          <p:cNvGraphicFramePr>
            <a:graphicFrameLocks noChangeAspect="1"/>
          </p:cNvGraphicFramePr>
          <p:nvPr/>
        </p:nvGraphicFramePr>
        <p:xfrm>
          <a:off x="3683000" y="2684463"/>
          <a:ext cx="1752600" cy="457200"/>
        </p:xfrm>
        <a:graphic>
          <a:graphicData uri="http://schemas.openxmlformats.org/presentationml/2006/ole">
            <mc:AlternateContent xmlns:mc="http://schemas.openxmlformats.org/markup-compatibility/2006">
              <mc:Choice xmlns:v="urn:schemas-microsoft-com:vml" Requires="v">
                <p:oleObj r:id="rId8" imgW="1168400" imgH="304800" progId="Equation.DSMT4">
                  <p:embed/>
                </p:oleObj>
              </mc:Choice>
              <mc:Fallback>
                <p:oleObj r:id="rId8" imgW="1168400" imgH="304800" progId="Equation.DSMT4">
                  <p:embed/>
                  <p:pic>
                    <p:nvPicPr>
                      <p:cNvPr id="0" name="图片 3392"/>
                      <p:cNvPicPr/>
                      <p:nvPr/>
                    </p:nvPicPr>
                    <p:blipFill>
                      <a:blip r:embed="rId9">
                        <a:clrChange>
                          <a:clrFrom>
                            <a:srgbClr val="000000"/>
                          </a:clrFrom>
                          <a:clrTo>
                            <a:srgbClr val="000000"/>
                          </a:clrTo>
                        </a:clrChange>
                        <a:biLevel thresh="50000"/>
                        <a:grayscl/>
                      </a:blip>
                      <a:stretch>
                        <a:fillRect/>
                      </a:stretch>
                    </p:blipFill>
                    <p:spPr>
                      <a:xfrm>
                        <a:off x="3683000" y="2684463"/>
                        <a:ext cx="1752600" cy="457200"/>
                      </a:xfrm>
                      <a:prstGeom prst="rect">
                        <a:avLst/>
                      </a:prstGeom>
                      <a:noFill/>
                      <a:ln w="38100">
                        <a:noFill/>
                        <a:miter/>
                      </a:ln>
                    </p:spPr>
                  </p:pic>
                </p:oleObj>
              </mc:Fallback>
            </mc:AlternateContent>
          </a:graphicData>
        </a:graphic>
      </p:graphicFrame>
      <p:sp>
        <p:nvSpPr>
          <p:cNvPr id="31758" name="Rectangle 13"/>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31759" name="Object 14"/>
          <p:cNvGraphicFramePr>
            <a:graphicFrameLocks noChangeAspect="1"/>
          </p:cNvGraphicFramePr>
          <p:nvPr/>
        </p:nvGraphicFramePr>
        <p:xfrm>
          <a:off x="1979613" y="3641725"/>
          <a:ext cx="5154612" cy="508000"/>
        </p:xfrm>
        <a:graphic>
          <a:graphicData uri="http://schemas.openxmlformats.org/presentationml/2006/ole">
            <mc:AlternateContent xmlns:mc="http://schemas.openxmlformats.org/markup-compatibility/2006">
              <mc:Choice xmlns:v="urn:schemas-microsoft-com:vml" Requires="v">
                <p:oleObj r:id="rId10" imgW="3441700" imgH="342900" progId="Equation.DSMT4">
                  <p:embed/>
                </p:oleObj>
              </mc:Choice>
              <mc:Fallback>
                <p:oleObj r:id="rId10" imgW="3441700" imgH="342900" progId="Equation.DSMT4">
                  <p:embed/>
                  <p:pic>
                    <p:nvPicPr>
                      <p:cNvPr id="0" name="图片 3393"/>
                      <p:cNvPicPr/>
                      <p:nvPr/>
                    </p:nvPicPr>
                    <p:blipFill>
                      <a:blip r:embed="rId11">
                        <a:clrChange>
                          <a:clrFrom>
                            <a:srgbClr val="000000"/>
                          </a:clrFrom>
                          <a:clrTo>
                            <a:srgbClr val="000000"/>
                          </a:clrTo>
                        </a:clrChange>
                        <a:biLevel thresh="50000"/>
                        <a:grayscl/>
                      </a:blip>
                      <a:stretch>
                        <a:fillRect/>
                      </a:stretch>
                    </p:blipFill>
                    <p:spPr>
                      <a:xfrm>
                        <a:off x="1979613" y="3641725"/>
                        <a:ext cx="5154612" cy="508000"/>
                      </a:xfrm>
                      <a:prstGeom prst="rect">
                        <a:avLst/>
                      </a:prstGeom>
                      <a:noFill/>
                      <a:ln w="38100">
                        <a:noFill/>
                        <a:miter/>
                      </a:ln>
                    </p:spPr>
                  </p:pic>
                </p:oleObj>
              </mc:Fallback>
            </mc:AlternateContent>
          </a:graphicData>
        </a:graphic>
      </p:graphicFrame>
      <p:sp>
        <p:nvSpPr>
          <p:cNvPr id="31760" name="Rectangle 15"/>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31761" name="Object 16"/>
          <p:cNvGraphicFramePr>
            <a:graphicFrameLocks noChangeAspect="1"/>
          </p:cNvGraphicFramePr>
          <p:nvPr/>
        </p:nvGraphicFramePr>
        <p:xfrm>
          <a:off x="1314450" y="5180013"/>
          <a:ext cx="1657350" cy="506412"/>
        </p:xfrm>
        <a:graphic>
          <a:graphicData uri="http://schemas.openxmlformats.org/presentationml/2006/ole">
            <mc:AlternateContent xmlns:mc="http://schemas.openxmlformats.org/markup-compatibility/2006">
              <mc:Choice xmlns:v="urn:schemas-microsoft-com:vml" Requires="v">
                <p:oleObj r:id="rId12" imgW="1003300" imgH="304800" progId="Equation.DSMT4">
                  <p:embed/>
                </p:oleObj>
              </mc:Choice>
              <mc:Fallback>
                <p:oleObj r:id="rId12" imgW="1003300" imgH="304800" progId="Equation.DSMT4">
                  <p:embed/>
                  <p:pic>
                    <p:nvPicPr>
                      <p:cNvPr id="0" name="图片 3394"/>
                      <p:cNvPicPr/>
                      <p:nvPr/>
                    </p:nvPicPr>
                    <p:blipFill>
                      <a:blip r:embed="rId13">
                        <a:clrChange>
                          <a:clrFrom>
                            <a:srgbClr val="000000"/>
                          </a:clrFrom>
                          <a:clrTo>
                            <a:srgbClr val="000000"/>
                          </a:clrTo>
                        </a:clrChange>
                        <a:biLevel thresh="50000"/>
                        <a:grayscl/>
                      </a:blip>
                      <a:stretch>
                        <a:fillRect/>
                      </a:stretch>
                    </p:blipFill>
                    <p:spPr>
                      <a:xfrm>
                        <a:off x="1314450" y="5180013"/>
                        <a:ext cx="1657350" cy="506412"/>
                      </a:xfrm>
                      <a:prstGeom prst="rect">
                        <a:avLst/>
                      </a:prstGeom>
                      <a:noFill/>
                      <a:ln w="38100">
                        <a:noFill/>
                        <a:miter/>
                      </a:ln>
                    </p:spPr>
                  </p:pic>
                </p:oleObj>
              </mc:Fallback>
            </mc:AlternateContent>
          </a:graphicData>
        </a:graphic>
      </p:graphicFrame>
      <p:graphicFrame>
        <p:nvGraphicFramePr>
          <p:cNvPr id="31762" name="Object 18"/>
          <p:cNvGraphicFramePr>
            <a:graphicFrameLocks noChangeAspect="1"/>
          </p:cNvGraphicFramePr>
          <p:nvPr/>
        </p:nvGraphicFramePr>
        <p:xfrm>
          <a:off x="1730375" y="1616075"/>
          <a:ext cx="382588" cy="530225"/>
        </p:xfrm>
        <a:graphic>
          <a:graphicData uri="http://schemas.openxmlformats.org/presentationml/2006/ole">
            <mc:AlternateContent xmlns:mc="http://schemas.openxmlformats.org/markup-compatibility/2006">
              <mc:Choice xmlns:v="urn:schemas-microsoft-com:vml" Requires="v">
                <p:oleObj r:id="rId14" imgW="215900" imgH="304800" progId="Equation.DSMT4">
                  <p:embed/>
                </p:oleObj>
              </mc:Choice>
              <mc:Fallback>
                <p:oleObj r:id="rId14" imgW="215900" imgH="304800" progId="Equation.DSMT4">
                  <p:embed/>
                  <p:pic>
                    <p:nvPicPr>
                      <p:cNvPr id="0" name="图片 3398"/>
                      <p:cNvPicPr/>
                      <p:nvPr/>
                    </p:nvPicPr>
                    <p:blipFill>
                      <a:blip r:embed="rId15">
                        <a:clrChange>
                          <a:clrFrom>
                            <a:srgbClr val="000000"/>
                          </a:clrFrom>
                          <a:clrTo>
                            <a:srgbClr val="000000"/>
                          </a:clrTo>
                        </a:clrChange>
                        <a:biLevel thresh="50000"/>
                        <a:grayscl/>
                      </a:blip>
                      <a:stretch>
                        <a:fillRect/>
                      </a:stretch>
                    </p:blipFill>
                    <p:spPr>
                      <a:xfrm>
                        <a:off x="1730375" y="1616075"/>
                        <a:ext cx="382588" cy="530225"/>
                      </a:xfrm>
                      <a:prstGeom prst="rect">
                        <a:avLst/>
                      </a:prstGeom>
                      <a:noFill/>
                      <a:ln w="38100">
                        <a:noFill/>
                        <a:miter/>
                      </a:ln>
                    </p:spPr>
                  </p:pic>
                </p:oleObj>
              </mc:Fallback>
            </mc:AlternateContent>
          </a:graphicData>
        </a:graphic>
      </p:graphicFrame>
      <p:graphicFrame>
        <p:nvGraphicFramePr>
          <p:cNvPr id="31763" name="Object 19"/>
          <p:cNvGraphicFramePr>
            <a:graphicFrameLocks noChangeAspect="1"/>
          </p:cNvGraphicFramePr>
          <p:nvPr/>
        </p:nvGraphicFramePr>
        <p:xfrm>
          <a:off x="1620838" y="4192588"/>
          <a:ext cx="382587" cy="530225"/>
        </p:xfrm>
        <a:graphic>
          <a:graphicData uri="http://schemas.openxmlformats.org/presentationml/2006/ole">
            <mc:AlternateContent xmlns:mc="http://schemas.openxmlformats.org/markup-compatibility/2006">
              <mc:Choice xmlns:v="urn:schemas-microsoft-com:vml" Requires="v">
                <p:oleObj r:id="rId16" imgW="215900" imgH="304800" progId="Equation.DSMT4">
                  <p:embed/>
                </p:oleObj>
              </mc:Choice>
              <mc:Fallback>
                <p:oleObj r:id="rId16" imgW="215900" imgH="304800" progId="Equation.DSMT4">
                  <p:embed/>
                  <p:pic>
                    <p:nvPicPr>
                      <p:cNvPr id="0" name="图片 3396"/>
                      <p:cNvPicPr/>
                      <p:nvPr/>
                    </p:nvPicPr>
                    <p:blipFill>
                      <a:blip r:embed="rId17">
                        <a:clrChange>
                          <a:clrFrom>
                            <a:srgbClr val="000000"/>
                          </a:clrFrom>
                          <a:clrTo>
                            <a:srgbClr val="000000"/>
                          </a:clrTo>
                        </a:clrChange>
                        <a:biLevel thresh="50000"/>
                        <a:grayscl/>
                      </a:blip>
                      <a:stretch>
                        <a:fillRect/>
                      </a:stretch>
                    </p:blipFill>
                    <p:spPr>
                      <a:xfrm>
                        <a:off x="1620838" y="4192588"/>
                        <a:ext cx="382587" cy="530225"/>
                      </a:xfrm>
                      <a:prstGeom prst="rect">
                        <a:avLst/>
                      </a:prstGeom>
                      <a:noFill/>
                      <a:ln w="38100">
                        <a:noFill/>
                        <a:miter/>
                      </a:ln>
                    </p:spPr>
                  </p:pic>
                </p:oleObj>
              </mc:Fallback>
            </mc:AlternateContent>
          </a:graphicData>
        </a:graphic>
      </p:graphicFrame>
      <p:graphicFrame>
        <p:nvGraphicFramePr>
          <p:cNvPr id="31764" name="Object 20"/>
          <p:cNvGraphicFramePr>
            <a:graphicFrameLocks noChangeAspect="1"/>
          </p:cNvGraphicFramePr>
          <p:nvPr/>
        </p:nvGraphicFramePr>
        <p:xfrm>
          <a:off x="1631950" y="5516563"/>
          <a:ext cx="449263" cy="503237"/>
        </p:xfrm>
        <a:graphic>
          <a:graphicData uri="http://schemas.openxmlformats.org/presentationml/2006/ole">
            <mc:AlternateContent xmlns:mc="http://schemas.openxmlformats.org/markup-compatibility/2006">
              <mc:Choice xmlns:v="urn:schemas-microsoft-com:vml" Requires="v">
                <p:oleObj r:id="rId18" imgW="215900" imgH="304800" progId="Equation.DSMT4">
                  <p:embed/>
                </p:oleObj>
              </mc:Choice>
              <mc:Fallback>
                <p:oleObj r:id="rId18" imgW="215900" imgH="304800" progId="Equation.DSMT4">
                  <p:embed/>
                  <p:pic>
                    <p:nvPicPr>
                      <p:cNvPr id="0" name="图片 3397"/>
                      <p:cNvPicPr/>
                      <p:nvPr/>
                    </p:nvPicPr>
                    <p:blipFill>
                      <a:blip r:embed="rId19">
                        <a:clrChange>
                          <a:clrFrom>
                            <a:srgbClr val="000000"/>
                          </a:clrFrom>
                          <a:clrTo>
                            <a:srgbClr val="000000"/>
                          </a:clrTo>
                        </a:clrChange>
                        <a:biLevel thresh="50000"/>
                        <a:grayscl/>
                      </a:blip>
                      <a:stretch>
                        <a:fillRect/>
                      </a:stretch>
                    </p:blipFill>
                    <p:spPr>
                      <a:xfrm>
                        <a:off x="1631950" y="5516563"/>
                        <a:ext cx="449263" cy="503237"/>
                      </a:xfrm>
                      <a:prstGeom prst="rect">
                        <a:avLst/>
                      </a:prstGeom>
                      <a:noFill/>
                      <a:ln w="38100">
                        <a:noFill/>
                        <a:miter/>
                      </a:ln>
                    </p:spPr>
                  </p:pic>
                </p:oleObj>
              </mc:Fallback>
            </mc:AlternateContent>
          </a:graphicData>
        </a:graphic>
      </p:graphicFrame>
      <p:sp>
        <p:nvSpPr>
          <p:cNvPr id="31765" name="Rectangle 21"/>
          <p:cNvSpPr/>
          <p:nvPr/>
        </p:nvSpPr>
        <p:spPr>
          <a:xfrm>
            <a:off x="228600" y="6426200"/>
            <a:ext cx="20129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稳定性的基本概念</a:t>
            </a:r>
          </a:p>
        </p:txBody>
      </p:sp>
      <p:sp>
        <p:nvSpPr>
          <p:cNvPr id="31766" name="Rectangle 23"/>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31767" name="Text Box 24"/>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33794"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12</a:t>
            </a:fld>
            <a:endParaRPr lang="en-US" altLang="zh-CN" sz="1400" dirty="0"/>
          </a:p>
        </p:txBody>
      </p:sp>
      <p:grpSp>
        <p:nvGrpSpPr>
          <p:cNvPr id="33795" name="Group 2"/>
          <p:cNvGrpSpPr/>
          <p:nvPr/>
        </p:nvGrpSpPr>
        <p:grpSpPr>
          <a:xfrm>
            <a:off x="0" y="0"/>
            <a:ext cx="9144000" cy="6858000"/>
            <a:chOff x="0" y="0"/>
            <a:chExt cx="5760" cy="4320"/>
          </a:xfrm>
        </p:grpSpPr>
        <p:pic>
          <p:nvPicPr>
            <p:cNvPr id="33796"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33797"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33798" name="Rectangle 6"/>
          <p:cNvSpPr>
            <a:spLocks noGrp="1"/>
          </p:cNvSpPr>
          <p:nvPr>
            <p:ph type="title"/>
          </p:nvPr>
        </p:nvSpPr>
        <p:spPr>
          <a:xfrm>
            <a:off x="539750" y="908050"/>
            <a:ext cx="4033838" cy="1000125"/>
          </a:xfrm>
          <a:ln/>
        </p:spPr>
        <p:txBody>
          <a:bodyPr vert="horz" wrap="square" lIns="91440" tIns="45720" rIns="91440" bIns="45720" anchor="ctr" anchorCtr="0"/>
          <a:lstStyle/>
          <a:p>
            <a:pPr algn="l" eaLnBrk="1" hangingPunct="1"/>
            <a:r>
              <a:rPr lang="en-US" altLang="zh-CN" sz="3200" dirty="0">
                <a:ea typeface="黑体" panose="02010609060101010101" pitchFamily="49" charset="-122"/>
              </a:rPr>
              <a:t> </a:t>
            </a:r>
            <a:r>
              <a:rPr lang="zh-CN" altLang="en-US" sz="2400" dirty="0">
                <a:solidFill>
                  <a:schemeClr val="accent2"/>
                </a:solidFill>
                <a:ea typeface="黑体" panose="02010609060101010101" pitchFamily="49" charset="-122"/>
              </a:rPr>
              <a:t>定义</a:t>
            </a:r>
            <a:r>
              <a:rPr lang="en-US" altLang="zh-CN" sz="2400" dirty="0">
                <a:solidFill>
                  <a:schemeClr val="accent2"/>
                </a:solidFill>
                <a:ea typeface="黑体" panose="02010609060101010101" pitchFamily="49" charset="-122"/>
              </a:rPr>
              <a:t>5.1.8</a:t>
            </a:r>
            <a:r>
              <a:rPr lang="en-US" altLang="zh-CN" sz="2400" dirty="0">
                <a:ea typeface="黑体" panose="02010609060101010101" pitchFamily="49" charset="-122"/>
              </a:rPr>
              <a:t>      </a:t>
            </a:r>
            <a:r>
              <a:rPr lang="zh-CN" altLang="en-US" sz="2400" dirty="0">
                <a:solidFill>
                  <a:srgbClr val="FF0000"/>
                </a:solidFill>
                <a:ea typeface="黑体" panose="02010609060101010101" pitchFamily="49" charset="-122"/>
              </a:rPr>
              <a:t>不稳定</a:t>
            </a:r>
            <a:r>
              <a:rPr lang="en-US" altLang="zh-CN" sz="2400" dirty="0">
                <a:solidFill>
                  <a:srgbClr val="FF0000"/>
                </a:solidFill>
                <a:ea typeface="黑体" panose="02010609060101010101" pitchFamily="49" charset="-122"/>
              </a:rPr>
              <a:t>:</a:t>
            </a:r>
          </a:p>
        </p:txBody>
      </p:sp>
      <p:sp>
        <p:nvSpPr>
          <p:cNvPr id="33799" name="Rectangle 7"/>
          <p:cNvSpPr>
            <a:spLocks noGrp="1"/>
          </p:cNvSpPr>
          <p:nvPr>
            <p:ph idx="1"/>
          </p:nvPr>
        </p:nvSpPr>
        <p:spPr>
          <a:xfrm>
            <a:off x="468313" y="1844675"/>
            <a:ext cx="8229600" cy="4032250"/>
          </a:xfrm>
          <a:ln/>
        </p:spPr>
        <p:txBody>
          <a:bodyPr vert="horz" wrap="square" lIns="91440" tIns="45720" rIns="91440" bIns="45720" anchor="t" anchorCtr="0"/>
          <a:lstStyle/>
          <a:p>
            <a:pPr lvl="1" eaLnBrk="1" hangingPunct="1">
              <a:lnSpc>
                <a:spcPct val="160000"/>
              </a:lnSpc>
              <a:buNone/>
            </a:pPr>
            <a:r>
              <a:rPr lang="en-US" altLang="zh-CN" dirty="0">
                <a:ea typeface="黑体" panose="02010609060101010101" pitchFamily="49" charset="-122"/>
              </a:rPr>
              <a:t> </a:t>
            </a:r>
            <a:r>
              <a:rPr lang="zh-CN" altLang="en-US" sz="2400" dirty="0">
                <a:ea typeface="黑体" panose="02010609060101010101" pitchFamily="49" charset="-122"/>
              </a:rPr>
              <a:t>对于某个实数          和任意           ，在超球域        </a:t>
            </a:r>
          </a:p>
          <a:p>
            <a:pPr lvl="1" eaLnBrk="1" hangingPunct="1">
              <a:lnSpc>
                <a:spcPct val="160000"/>
              </a:lnSpc>
              <a:buNone/>
            </a:pPr>
            <a:r>
              <a:rPr lang="zh-CN" altLang="en-US" sz="2400" dirty="0">
                <a:ea typeface="黑体" panose="02010609060101010101" pitchFamily="49" charset="-122"/>
              </a:rPr>
              <a:t>  </a:t>
            </a:r>
          </a:p>
          <a:p>
            <a:pPr lvl="1" eaLnBrk="1" hangingPunct="1">
              <a:lnSpc>
                <a:spcPct val="160000"/>
              </a:lnSpc>
              <a:buNone/>
            </a:pPr>
            <a:r>
              <a:rPr lang="zh-CN" altLang="en-US" sz="2400" dirty="0">
                <a:ea typeface="黑体" panose="02010609060101010101" pitchFamily="49" charset="-122"/>
              </a:rPr>
              <a:t>内始终存在状态       ，使得从该状态开始的受扰运动要</a:t>
            </a:r>
          </a:p>
          <a:p>
            <a:pPr lvl="1" eaLnBrk="1" hangingPunct="1">
              <a:lnSpc>
                <a:spcPct val="160000"/>
              </a:lnSpc>
              <a:buNone/>
            </a:pPr>
            <a:r>
              <a:rPr lang="zh-CN" altLang="en-US" sz="2400" dirty="0">
                <a:ea typeface="黑体" panose="02010609060101010101" pitchFamily="49" charset="-122"/>
              </a:rPr>
              <a:t>突破超球域        。</a:t>
            </a:r>
          </a:p>
        </p:txBody>
      </p:sp>
      <p:sp>
        <p:nvSpPr>
          <p:cNvPr id="33800" name="Rectangle 8"/>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33801" name="Object 9"/>
          <p:cNvGraphicFramePr>
            <a:graphicFrameLocks noChangeAspect="1"/>
          </p:cNvGraphicFramePr>
          <p:nvPr/>
        </p:nvGraphicFramePr>
        <p:xfrm>
          <a:off x="3033713" y="2143125"/>
          <a:ext cx="711200" cy="355600"/>
        </p:xfrm>
        <a:graphic>
          <a:graphicData uri="http://schemas.openxmlformats.org/presentationml/2006/ole">
            <mc:AlternateContent xmlns:mc="http://schemas.openxmlformats.org/markup-compatibility/2006">
              <mc:Choice xmlns:v="urn:schemas-microsoft-com:vml" Requires="v">
                <p:oleObj r:id="rId4" imgW="469900" imgH="241300" progId="Equation.DSMT4">
                  <p:embed/>
                </p:oleObj>
              </mc:Choice>
              <mc:Fallback>
                <p:oleObj r:id="rId4" imgW="469900" imgH="241300" progId="Equation.DSMT4">
                  <p:embed/>
                  <p:pic>
                    <p:nvPicPr>
                      <p:cNvPr id="0" name="图片 3402"/>
                      <p:cNvPicPr/>
                      <p:nvPr/>
                    </p:nvPicPr>
                    <p:blipFill>
                      <a:blip r:embed="rId5">
                        <a:clrChange>
                          <a:clrFrom>
                            <a:srgbClr val="000000"/>
                          </a:clrFrom>
                          <a:clrTo>
                            <a:srgbClr val="000000"/>
                          </a:clrTo>
                        </a:clrChange>
                        <a:biLevel thresh="50000"/>
                        <a:grayscl/>
                      </a:blip>
                      <a:stretch>
                        <a:fillRect/>
                      </a:stretch>
                    </p:blipFill>
                    <p:spPr>
                      <a:xfrm>
                        <a:off x="3033713" y="2143125"/>
                        <a:ext cx="711200" cy="355600"/>
                      </a:xfrm>
                      <a:prstGeom prst="rect">
                        <a:avLst/>
                      </a:prstGeom>
                      <a:noFill/>
                      <a:ln w="38100">
                        <a:noFill/>
                        <a:miter/>
                      </a:ln>
                    </p:spPr>
                  </p:pic>
                </p:oleObj>
              </mc:Fallback>
            </mc:AlternateContent>
          </a:graphicData>
        </a:graphic>
      </p:graphicFrame>
      <p:sp>
        <p:nvSpPr>
          <p:cNvPr id="33802" name="Rectangle 10"/>
          <p:cNvSpPr/>
          <p:nvPr/>
        </p:nvSpPr>
        <p:spPr>
          <a:xfrm>
            <a:off x="0" y="3328988"/>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33803" name="Object 11"/>
          <p:cNvGraphicFramePr>
            <a:graphicFrameLocks noChangeAspect="1"/>
          </p:cNvGraphicFramePr>
          <p:nvPr/>
        </p:nvGraphicFramePr>
        <p:xfrm>
          <a:off x="4772025" y="2168525"/>
          <a:ext cx="736600" cy="355600"/>
        </p:xfrm>
        <a:graphic>
          <a:graphicData uri="http://schemas.openxmlformats.org/presentationml/2006/ole">
            <mc:AlternateContent xmlns:mc="http://schemas.openxmlformats.org/markup-compatibility/2006">
              <mc:Choice xmlns:v="urn:schemas-microsoft-com:vml" Requires="v">
                <p:oleObj r:id="rId6" imgW="495300" imgH="241300" progId="Equation.DSMT4">
                  <p:embed/>
                </p:oleObj>
              </mc:Choice>
              <mc:Fallback>
                <p:oleObj r:id="rId6" imgW="495300" imgH="241300" progId="Equation.DSMT4">
                  <p:embed/>
                  <p:pic>
                    <p:nvPicPr>
                      <p:cNvPr id="0" name="图片 3401"/>
                      <p:cNvPicPr/>
                      <p:nvPr/>
                    </p:nvPicPr>
                    <p:blipFill>
                      <a:blip r:embed="rId7">
                        <a:clrChange>
                          <a:clrFrom>
                            <a:srgbClr val="000000"/>
                          </a:clrFrom>
                          <a:clrTo>
                            <a:srgbClr val="000000"/>
                          </a:clrTo>
                        </a:clrChange>
                        <a:biLevel thresh="50000"/>
                        <a:grayscl/>
                      </a:blip>
                      <a:stretch>
                        <a:fillRect/>
                      </a:stretch>
                    </p:blipFill>
                    <p:spPr>
                      <a:xfrm>
                        <a:off x="4772025" y="2168525"/>
                        <a:ext cx="736600" cy="355600"/>
                      </a:xfrm>
                      <a:prstGeom prst="rect">
                        <a:avLst/>
                      </a:prstGeom>
                      <a:noFill/>
                      <a:ln w="38100">
                        <a:noFill/>
                        <a:miter/>
                      </a:ln>
                    </p:spPr>
                  </p:pic>
                </p:oleObj>
              </mc:Fallback>
            </mc:AlternateContent>
          </a:graphicData>
        </a:graphic>
      </p:graphicFrame>
      <p:sp>
        <p:nvSpPr>
          <p:cNvPr id="33804" name="Rectangle 12"/>
          <p:cNvSpPr/>
          <p:nvPr/>
        </p:nvSpPr>
        <p:spPr>
          <a:xfrm>
            <a:off x="0" y="3328988"/>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33805" name="Object 13"/>
          <p:cNvGraphicFramePr>
            <a:graphicFrameLocks noChangeAspect="1"/>
          </p:cNvGraphicFramePr>
          <p:nvPr/>
        </p:nvGraphicFramePr>
        <p:xfrm>
          <a:off x="2570163" y="4135438"/>
          <a:ext cx="685800" cy="406400"/>
        </p:xfrm>
        <a:graphic>
          <a:graphicData uri="http://schemas.openxmlformats.org/presentationml/2006/ole">
            <mc:AlternateContent xmlns:mc="http://schemas.openxmlformats.org/markup-compatibility/2006">
              <mc:Choice xmlns:v="urn:schemas-microsoft-com:vml" Requires="v">
                <p:oleObj r:id="rId8" imgW="457200" imgH="266700" progId="Equation.DSMT4">
                  <p:embed/>
                </p:oleObj>
              </mc:Choice>
              <mc:Fallback>
                <p:oleObj r:id="rId8" imgW="457200" imgH="266700" progId="Equation.DSMT4">
                  <p:embed/>
                  <p:pic>
                    <p:nvPicPr>
                      <p:cNvPr id="0" name="图片 3399"/>
                      <p:cNvPicPr/>
                      <p:nvPr/>
                    </p:nvPicPr>
                    <p:blipFill>
                      <a:blip r:embed="rId9">
                        <a:clrChange>
                          <a:clrFrom>
                            <a:srgbClr val="000000"/>
                          </a:clrFrom>
                          <a:clrTo>
                            <a:srgbClr val="000000"/>
                          </a:clrTo>
                        </a:clrChange>
                        <a:biLevel thresh="50000"/>
                        <a:grayscl/>
                      </a:blip>
                      <a:stretch>
                        <a:fillRect/>
                      </a:stretch>
                    </p:blipFill>
                    <p:spPr>
                      <a:xfrm>
                        <a:off x="2570163" y="4135438"/>
                        <a:ext cx="685800" cy="406400"/>
                      </a:xfrm>
                      <a:prstGeom prst="rect">
                        <a:avLst/>
                      </a:prstGeom>
                      <a:noFill/>
                      <a:ln w="38100">
                        <a:noFill/>
                        <a:miter/>
                      </a:ln>
                    </p:spPr>
                  </p:pic>
                </p:oleObj>
              </mc:Fallback>
            </mc:AlternateContent>
          </a:graphicData>
        </a:graphic>
      </p:graphicFrame>
      <p:sp>
        <p:nvSpPr>
          <p:cNvPr id="33806" name="Rectangle 14"/>
          <p:cNvSpPr/>
          <p:nvPr/>
        </p:nvSpPr>
        <p:spPr>
          <a:xfrm>
            <a:off x="0" y="331470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33807" name="Object 15"/>
          <p:cNvGraphicFramePr>
            <a:graphicFrameLocks noChangeAspect="1"/>
          </p:cNvGraphicFramePr>
          <p:nvPr/>
        </p:nvGraphicFramePr>
        <p:xfrm>
          <a:off x="3355975" y="3416300"/>
          <a:ext cx="330200" cy="457200"/>
        </p:xfrm>
        <a:graphic>
          <a:graphicData uri="http://schemas.openxmlformats.org/presentationml/2006/ole">
            <mc:AlternateContent xmlns:mc="http://schemas.openxmlformats.org/markup-compatibility/2006">
              <mc:Choice xmlns:v="urn:schemas-microsoft-com:vml" Requires="v">
                <p:oleObj r:id="rId10" imgW="215900" imgH="304800" progId="Equation.DSMT4">
                  <p:embed/>
                </p:oleObj>
              </mc:Choice>
              <mc:Fallback>
                <p:oleObj r:id="rId10" imgW="215900" imgH="304800" progId="Equation.DSMT4">
                  <p:embed/>
                  <p:pic>
                    <p:nvPicPr>
                      <p:cNvPr id="0" name="图片 3400"/>
                      <p:cNvPicPr/>
                      <p:nvPr/>
                    </p:nvPicPr>
                    <p:blipFill>
                      <a:blip r:embed="rId11">
                        <a:clrChange>
                          <a:clrFrom>
                            <a:srgbClr val="000000"/>
                          </a:clrFrom>
                          <a:clrTo>
                            <a:srgbClr val="000000"/>
                          </a:clrTo>
                        </a:clrChange>
                        <a:biLevel thresh="50000"/>
                        <a:grayscl/>
                      </a:blip>
                      <a:stretch>
                        <a:fillRect/>
                      </a:stretch>
                    </p:blipFill>
                    <p:spPr>
                      <a:xfrm>
                        <a:off x="3355975" y="3416300"/>
                        <a:ext cx="330200" cy="457200"/>
                      </a:xfrm>
                      <a:prstGeom prst="rect">
                        <a:avLst/>
                      </a:prstGeom>
                      <a:noFill/>
                      <a:ln w="38100">
                        <a:noFill/>
                        <a:miter/>
                      </a:ln>
                    </p:spPr>
                  </p:pic>
                </p:oleObj>
              </mc:Fallback>
            </mc:AlternateContent>
          </a:graphicData>
        </a:graphic>
      </p:graphicFrame>
      <p:sp>
        <p:nvSpPr>
          <p:cNvPr id="33808" name="Rectangle 16"/>
          <p:cNvSpPr/>
          <p:nvPr/>
        </p:nvSpPr>
        <p:spPr>
          <a:xfrm>
            <a:off x="0" y="3328988"/>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33809" name="Object 17"/>
          <p:cNvGraphicFramePr>
            <a:graphicFrameLocks noChangeAspect="1"/>
          </p:cNvGraphicFramePr>
          <p:nvPr/>
        </p:nvGraphicFramePr>
        <p:xfrm>
          <a:off x="3208338" y="2716213"/>
          <a:ext cx="2682875" cy="547687"/>
        </p:xfrm>
        <a:graphic>
          <a:graphicData uri="http://schemas.openxmlformats.org/presentationml/2006/ole">
            <mc:AlternateContent xmlns:mc="http://schemas.openxmlformats.org/markup-compatibility/2006">
              <mc:Choice xmlns:v="urn:schemas-microsoft-com:vml" Requires="v">
                <p:oleObj r:id="rId12" imgW="1663700" imgH="342900" progId="Equation.DSMT4">
                  <p:embed/>
                </p:oleObj>
              </mc:Choice>
              <mc:Fallback>
                <p:oleObj r:id="rId12" imgW="1663700" imgH="342900" progId="Equation.DSMT4">
                  <p:embed/>
                  <p:pic>
                    <p:nvPicPr>
                      <p:cNvPr id="0" name="图片 3403"/>
                      <p:cNvPicPr/>
                      <p:nvPr/>
                    </p:nvPicPr>
                    <p:blipFill>
                      <a:blip r:embed="rId13">
                        <a:clrChange>
                          <a:clrFrom>
                            <a:srgbClr val="000000"/>
                          </a:clrFrom>
                          <a:clrTo>
                            <a:srgbClr val="000000"/>
                          </a:clrTo>
                        </a:clrChange>
                        <a:biLevel thresh="50000"/>
                        <a:grayscl/>
                      </a:blip>
                      <a:stretch>
                        <a:fillRect/>
                      </a:stretch>
                    </p:blipFill>
                    <p:spPr>
                      <a:xfrm>
                        <a:off x="3208338" y="2716213"/>
                        <a:ext cx="2682875" cy="547687"/>
                      </a:xfrm>
                      <a:prstGeom prst="rect">
                        <a:avLst/>
                      </a:prstGeom>
                      <a:noFill/>
                      <a:ln w="38100">
                        <a:noFill/>
                        <a:miter/>
                      </a:ln>
                    </p:spPr>
                  </p:pic>
                </p:oleObj>
              </mc:Fallback>
            </mc:AlternateContent>
          </a:graphicData>
        </a:graphic>
      </p:graphicFrame>
      <p:sp>
        <p:nvSpPr>
          <p:cNvPr id="33810" name="Rectangle 18"/>
          <p:cNvSpPr/>
          <p:nvPr/>
        </p:nvSpPr>
        <p:spPr>
          <a:xfrm>
            <a:off x="228600" y="6426200"/>
            <a:ext cx="20129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稳定性的基本概念</a:t>
            </a:r>
          </a:p>
        </p:txBody>
      </p:sp>
      <p:sp>
        <p:nvSpPr>
          <p:cNvPr id="33811" name="Rectangle 19"/>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33812" name="Text Box 20"/>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34818"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13</a:t>
            </a:fld>
            <a:endParaRPr lang="en-US" altLang="zh-CN" sz="1400" dirty="0"/>
          </a:p>
        </p:txBody>
      </p:sp>
      <p:grpSp>
        <p:nvGrpSpPr>
          <p:cNvPr id="34819" name="Group 2"/>
          <p:cNvGrpSpPr/>
          <p:nvPr/>
        </p:nvGrpSpPr>
        <p:grpSpPr>
          <a:xfrm>
            <a:off x="0" y="0"/>
            <a:ext cx="9144000" cy="6858000"/>
            <a:chOff x="0" y="0"/>
            <a:chExt cx="5760" cy="4320"/>
          </a:xfrm>
        </p:grpSpPr>
        <p:pic>
          <p:nvPicPr>
            <p:cNvPr id="34820"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34821"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34822" name="Rectangle 5"/>
          <p:cNvSpPr>
            <a:spLocks noGrp="1"/>
          </p:cNvSpPr>
          <p:nvPr>
            <p:ph idx="1"/>
          </p:nvPr>
        </p:nvSpPr>
        <p:spPr>
          <a:xfrm>
            <a:off x="1114425" y="4365625"/>
            <a:ext cx="6842125" cy="1008063"/>
          </a:xfrm>
          <a:ln/>
        </p:spPr>
        <p:txBody>
          <a:bodyPr vert="horz" wrap="square" lIns="91440" tIns="45720" rIns="91440" bIns="45720" anchor="t" anchorCtr="0"/>
          <a:lstStyle/>
          <a:p>
            <a:pPr eaLnBrk="1" hangingPunct="1">
              <a:buNone/>
            </a:pPr>
            <a:r>
              <a:rPr lang="zh-CN" altLang="en-US" sz="2400" dirty="0">
                <a:ea typeface="黑体" panose="02010609060101010101" pitchFamily="49" charset="-122"/>
              </a:rPr>
              <a:t>此三个图分别表示平衡状态为</a:t>
            </a:r>
            <a:r>
              <a:rPr lang="zh-CN" altLang="en-US" sz="2400" dirty="0">
                <a:solidFill>
                  <a:srgbClr val="FF0000"/>
                </a:solidFill>
                <a:ea typeface="黑体" panose="02010609060101010101" pitchFamily="49" charset="-122"/>
              </a:rPr>
              <a:t>稳定</a:t>
            </a:r>
            <a:r>
              <a:rPr lang="zh-CN" altLang="en-US" sz="2400" dirty="0">
                <a:ea typeface="黑体" panose="02010609060101010101" pitchFamily="49" charset="-122"/>
              </a:rPr>
              <a:t>、</a:t>
            </a:r>
            <a:r>
              <a:rPr lang="zh-CN" altLang="en-US" sz="2400" dirty="0">
                <a:solidFill>
                  <a:srgbClr val="FF0000"/>
                </a:solidFill>
                <a:ea typeface="黑体" panose="02010609060101010101" pitchFamily="49" charset="-122"/>
              </a:rPr>
              <a:t>渐近稳定</a:t>
            </a:r>
          </a:p>
          <a:p>
            <a:pPr lvl="1" algn="just" eaLnBrk="1" hangingPunct="1">
              <a:buNone/>
            </a:pPr>
            <a:r>
              <a:rPr lang="zh-CN" altLang="en-US" sz="2400" dirty="0">
                <a:ea typeface="黑体" panose="02010609060101010101" pitchFamily="49" charset="-122"/>
              </a:rPr>
              <a:t>和</a:t>
            </a:r>
            <a:r>
              <a:rPr lang="zh-CN" altLang="en-US" sz="2400" dirty="0">
                <a:solidFill>
                  <a:srgbClr val="FF0000"/>
                </a:solidFill>
                <a:ea typeface="黑体" panose="02010609060101010101" pitchFamily="49" charset="-122"/>
              </a:rPr>
              <a:t>不稳定</a:t>
            </a:r>
            <a:r>
              <a:rPr lang="zh-CN" altLang="en-US" sz="2400" dirty="0">
                <a:ea typeface="黑体" panose="02010609060101010101" pitchFamily="49" charset="-122"/>
              </a:rPr>
              <a:t>时初始扰动所引起的典型轨迹。</a:t>
            </a:r>
          </a:p>
        </p:txBody>
      </p:sp>
      <p:graphicFrame>
        <p:nvGraphicFramePr>
          <p:cNvPr id="290822" name="Object 6"/>
          <p:cNvGraphicFramePr>
            <a:graphicFrameLocks noGrp="1" noChangeAspect="1"/>
          </p:cNvGraphicFramePr>
          <p:nvPr>
            <p:ph idx="1"/>
          </p:nvPr>
        </p:nvGraphicFramePr>
        <p:xfrm>
          <a:off x="3673475" y="1555750"/>
          <a:ext cx="2165350" cy="2233613"/>
        </p:xfrm>
        <a:graphic>
          <a:graphicData uri="http://schemas.openxmlformats.org/presentationml/2006/ole">
            <mc:AlternateContent xmlns:mc="http://schemas.openxmlformats.org/markup-compatibility/2006">
              <mc:Choice xmlns:v="urn:schemas-microsoft-com:vml" Requires="v">
                <p:oleObj r:id="rId4" imgW="1410970" imgH="1569085" progId="Visio.Drawing.11">
                  <p:embed/>
                </p:oleObj>
              </mc:Choice>
              <mc:Fallback>
                <p:oleObj r:id="rId4" imgW="1410970" imgH="1569085" progId="Visio.Drawing.11">
                  <p:embed/>
                  <p:pic>
                    <p:nvPicPr>
                      <p:cNvPr id="0" name="图片 3406"/>
                      <p:cNvPicPr/>
                      <p:nvPr/>
                    </p:nvPicPr>
                    <p:blipFill>
                      <a:blip r:embed="rId5">
                        <a:biLevel thresh="50000"/>
                        <a:grayscl/>
                      </a:blip>
                      <a:stretch>
                        <a:fillRect/>
                      </a:stretch>
                    </p:blipFill>
                    <p:spPr>
                      <a:xfrm>
                        <a:off x="3673475" y="1555750"/>
                        <a:ext cx="2165350" cy="2233613"/>
                      </a:xfrm>
                      <a:prstGeom prst="rect">
                        <a:avLst/>
                      </a:prstGeom>
                      <a:noFill/>
                      <a:ln w="38100">
                        <a:miter/>
                      </a:ln>
                    </p:spPr>
                  </p:pic>
                </p:oleObj>
              </mc:Fallback>
            </mc:AlternateContent>
          </a:graphicData>
        </a:graphic>
      </p:graphicFrame>
      <p:sp>
        <p:nvSpPr>
          <p:cNvPr id="34824" name="Rectangle 7"/>
          <p:cNvSpPr/>
          <p:nvPr/>
        </p:nvSpPr>
        <p:spPr>
          <a:xfrm>
            <a:off x="0" y="3789363"/>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34825" name="Rectangle 8"/>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290825" name="Object 9"/>
          <p:cNvGraphicFramePr>
            <a:graphicFrameLocks noGrp="1" noChangeAspect="1"/>
          </p:cNvGraphicFramePr>
          <p:nvPr>
            <p:ph idx="1"/>
          </p:nvPr>
        </p:nvGraphicFramePr>
        <p:xfrm>
          <a:off x="976313" y="1557338"/>
          <a:ext cx="2133600" cy="2233612"/>
        </p:xfrm>
        <a:graphic>
          <a:graphicData uri="http://schemas.openxmlformats.org/presentationml/2006/ole">
            <mc:AlternateContent xmlns:mc="http://schemas.openxmlformats.org/markup-compatibility/2006">
              <mc:Choice xmlns:v="urn:schemas-microsoft-com:vml" Requires="v">
                <p:oleObj r:id="rId6" imgW="1410970" imgH="1591945" progId="Visio.Drawing.11">
                  <p:embed/>
                </p:oleObj>
              </mc:Choice>
              <mc:Fallback>
                <p:oleObj r:id="rId6" imgW="1410970" imgH="1591945" progId="Visio.Drawing.11">
                  <p:embed/>
                  <p:pic>
                    <p:nvPicPr>
                      <p:cNvPr id="0" name="图片 3404"/>
                      <p:cNvPicPr/>
                      <p:nvPr/>
                    </p:nvPicPr>
                    <p:blipFill>
                      <a:blip r:embed="rId7">
                        <a:biLevel thresh="50000"/>
                        <a:grayscl/>
                      </a:blip>
                      <a:stretch>
                        <a:fillRect/>
                      </a:stretch>
                    </p:blipFill>
                    <p:spPr>
                      <a:xfrm>
                        <a:off x="976313" y="1557338"/>
                        <a:ext cx="2133600" cy="2233612"/>
                      </a:xfrm>
                      <a:prstGeom prst="rect">
                        <a:avLst/>
                      </a:prstGeom>
                      <a:noFill/>
                      <a:ln w="38100">
                        <a:miter/>
                      </a:ln>
                    </p:spPr>
                  </p:pic>
                </p:oleObj>
              </mc:Fallback>
            </mc:AlternateContent>
          </a:graphicData>
        </a:graphic>
      </p:graphicFrame>
      <p:graphicFrame>
        <p:nvGraphicFramePr>
          <p:cNvPr id="290826" name="Object 10"/>
          <p:cNvGraphicFramePr>
            <a:graphicFrameLocks noGrp="1" noChangeAspect="1"/>
          </p:cNvGraphicFramePr>
          <p:nvPr>
            <p:ph idx="1"/>
          </p:nvPr>
        </p:nvGraphicFramePr>
        <p:xfrm>
          <a:off x="6403975" y="1543050"/>
          <a:ext cx="2143125" cy="2233613"/>
        </p:xfrm>
        <a:graphic>
          <a:graphicData uri="http://schemas.openxmlformats.org/presentationml/2006/ole">
            <mc:AlternateContent xmlns:mc="http://schemas.openxmlformats.org/markup-compatibility/2006">
              <mc:Choice xmlns:v="urn:schemas-microsoft-com:vml" Requires="v">
                <p:oleObj r:id="rId8" imgW="1410970" imgH="1580515" progId="Visio.Drawing.11">
                  <p:embed/>
                </p:oleObj>
              </mc:Choice>
              <mc:Fallback>
                <p:oleObj r:id="rId8" imgW="1410970" imgH="1580515" progId="Visio.Drawing.11">
                  <p:embed/>
                  <p:pic>
                    <p:nvPicPr>
                      <p:cNvPr id="0" name="图片 3405"/>
                      <p:cNvPicPr/>
                      <p:nvPr/>
                    </p:nvPicPr>
                    <p:blipFill>
                      <a:blip r:embed="rId9">
                        <a:biLevel thresh="50000"/>
                        <a:grayscl/>
                      </a:blip>
                      <a:stretch>
                        <a:fillRect/>
                      </a:stretch>
                    </p:blipFill>
                    <p:spPr>
                      <a:xfrm>
                        <a:off x="6403975" y="1543050"/>
                        <a:ext cx="2143125" cy="2233613"/>
                      </a:xfrm>
                      <a:prstGeom prst="rect">
                        <a:avLst/>
                      </a:prstGeom>
                      <a:noFill/>
                      <a:ln w="38100">
                        <a:miter/>
                      </a:ln>
                    </p:spPr>
                  </p:pic>
                </p:oleObj>
              </mc:Fallback>
            </mc:AlternateContent>
          </a:graphicData>
        </a:graphic>
      </p:graphicFrame>
      <p:sp>
        <p:nvSpPr>
          <p:cNvPr id="34828" name="Rectangle 11"/>
          <p:cNvSpPr/>
          <p:nvPr/>
        </p:nvSpPr>
        <p:spPr>
          <a:xfrm>
            <a:off x="228600" y="6426200"/>
            <a:ext cx="20129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稳定性的基本概念</a:t>
            </a:r>
          </a:p>
        </p:txBody>
      </p:sp>
      <p:sp>
        <p:nvSpPr>
          <p:cNvPr id="34829" name="Rectangle 13"/>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34830" name="Text Box 14"/>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290825"/>
                                        </p:tgtEl>
                                        <p:attrNameLst>
                                          <p:attrName>style.visibility</p:attrName>
                                        </p:attrNameLst>
                                      </p:cBhvr>
                                      <p:to>
                                        <p:strVal val="visible"/>
                                      </p:to>
                                    </p:set>
                                    <p:anim calcmode="lin" valueType="num">
                                      <p:cBhvr>
                                        <p:cTn id="7" dur="1000" fill="hold"/>
                                        <p:tgtEl>
                                          <p:spTgt spid="290825"/>
                                        </p:tgtEl>
                                        <p:attrNameLst>
                                          <p:attrName>ppt_w</p:attrName>
                                        </p:attrNameLst>
                                      </p:cBhvr>
                                      <p:tavLst>
                                        <p:tav tm="0">
                                          <p:val>
                                            <p:fltVal val="0"/>
                                          </p:val>
                                        </p:tav>
                                        <p:tav tm="100000">
                                          <p:val>
                                            <p:strVal val="#ppt_w"/>
                                          </p:val>
                                        </p:tav>
                                      </p:tavLst>
                                    </p:anim>
                                    <p:anim calcmode="lin" valueType="num">
                                      <p:cBhvr>
                                        <p:cTn id="8" dur="1000" fill="hold"/>
                                        <p:tgtEl>
                                          <p:spTgt spid="290825"/>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nodeType="clickEffect">
                                  <p:stCondLst>
                                    <p:cond delay="0"/>
                                  </p:stCondLst>
                                  <p:childTnLst>
                                    <p:set>
                                      <p:cBhvr>
                                        <p:cTn id="12" dur="1" fill="hold">
                                          <p:stCondLst>
                                            <p:cond delay="0"/>
                                          </p:stCondLst>
                                        </p:cTn>
                                        <p:tgtEl>
                                          <p:spTgt spid="290822"/>
                                        </p:tgtEl>
                                        <p:attrNameLst>
                                          <p:attrName>style.visibility</p:attrName>
                                        </p:attrNameLst>
                                      </p:cBhvr>
                                      <p:to>
                                        <p:strVal val="visible"/>
                                      </p:to>
                                    </p:set>
                                    <p:anim calcmode="lin" valueType="num">
                                      <p:cBhvr>
                                        <p:cTn id="13" dur="1000" fill="hold"/>
                                        <p:tgtEl>
                                          <p:spTgt spid="290822"/>
                                        </p:tgtEl>
                                        <p:attrNameLst>
                                          <p:attrName>ppt_w</p:attrName>
                                        </p:attrNameLst>
                                      </p:cBhvr>
                                      <p:tavLst>
                                        <p:tav tm="0">
                                          <p:val>
                                            <p:fltVal val="0"/>
                                          </p:val>
                                        </p:tav>
                                        <p:tav tm="100000">
                                          <p:val>
                                            <p:strVal val="#ppt_w"/>
                                          </p:val>
                                        </p:tav>
                                      </p:tavLst>
                                    </p:anim>
                                    <p:anim calcmode="lin" valueType="num">
                                      <p:cBhvr>
                                        <p:cTn id="14" dur="1000" fill="hold"/>
                                        <p:tgtEl>
                                          <p:spTgt spid="290822"/>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10" fill="hold" nodeType="clickEffect">
                                  <p:stCondLst>
                                    <p:cond delay="0"/>
                                  </p:stCondLst>
                                  <p:childTnLst>
                                    <p:set>
                                      <p:cBhvr>
                                        <p:cTn id="18" dur="1" fill="hold">
                                          <p:stCondLst>
                                            <p:cond delay="0"/>
                                          </p:stCondLst>
                                        </p:cTn>
                                        <p:tgtEl>
                                          <p:spTgt spid="290826"/>
                                        </p:tgtEl>
                                        <p:attrNameLst>
                                          <p:attrName>style.visibility</p:attrName>
                                        </p:attrNameLst>
                                      </p:cBhvr>
                                      <p:to>
                                        <p:strVal val="visible"/>
                                      </p:to>
                                    </p:set>
                                    <p:anim calcmode="lin" valueType="num">
                                      <p:cBhvr>
                                        <p:cTn id="19" dur="1000" fill="hold"/>
                                        <p:tgtEl>
                                          <p:spTgt spid="290826"/>
                                        </p:tgtEl>
                                        <p:attrNameLst>
                                          <p:attrName>ppt_w</p:attrName>
                                        </p:attrNameLst>
                                      </p:cBhvr>
                                      <p:tavLst>
                                        <p:tav tm="0">
                                          <p:val>
                                            <p:fltVal val="0"/>
                                          </p:val>
                                        </p:tav>
                                        <p:tav tm="100000">
                                          <p:val>
                                            <p:strVal val="#ppt_w"/>
                                          </p:val>
                                        </p:tav>
                                      </p:tavLst>
                                    </p:anim>
                                    <p:anim calcmode="lin" valueType="num">
                                      <p:cBhvr>
                                        <p:cTn id="20" dur="1000" fill="hold"/>
                                        <p:tgtEl>
                                          <p:spTgt spid="29082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37890"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14</a:t>
            </a:fld>
            <a:endParaRPr lang="en-US" altLang="zh-CN" sz="1400" dirty="0"/>
          </a:p>
        </p:txBody>
      </p:sp>
      <p:grpSp>
        <p:nvGrpSpPr>
          <p:cNvPr id="37891" name="Group 2"/>
          <p:cNvGrpSpPr/>
          <p:nvPr/>
        </p:nvGrpSpPr>
        <p:grpSpPr>
          <a:xfrm>
            <a:off x="0" y="0"/>
            <a:ext cx="9144000" cy="6858000"/>
            <a:chOff x="0" y="0"/>
            <a:chExt cx="5760" cy="4320"/>
          </a:xfrm>
        </p:grpSpPr>
        <p:pic>
          <p:nvPicPr>
            <p:cNvPr id="37892"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37893"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37894" name="Rectangle 5"/>
          <p:cNvSpPr>
            <a:spLocks noGrp="1"/>
          </p:cNvSpPr>
          <p:nvPr>
            <p:ph type="title"/>
          </p:nvPr>
        </p:nvSpPr>
        <p:spPr>
          <a:xfrm>
            <a:off x="395288" y="981075"/>
            <a:ext cx="4321175" cy="792163"/>
          </a:xfrm>
          <a:ln/>
        </p:spPr>
        <p:txBody>
          <a:bodyPr vert="horz" wrap="square" lIns="91440" tIns="45720" rIns="91440" bIns="45720" anchor="ctr" anchorCtr="0"/>
          <a:lstStyle/>
          <a:p>
            <a:pPr algn="l" eaLnBrk="1" hangingPunct="1"/>
            <a:r>
              <a:rPr lang="en-US" altLang="zh-CN" dirty="0">
                <a:ea typeface="黑体" panose="02010609060101010101" pitchFamily="49" charset="-122"/>
              </a:rPr>
              <a:t>  </a:t>
            </a:r>
            <a:r>
              <a:rPr lang="zh-CN" altLang="en-US" sz="2400" dirty="0">
                <a:solidFill>
                  <a:schemeClr val="accent2"/>
                </a:solidFill>
                <a:ea typeface="黑体" panose="02010609060101010101" pitchFamily="49" charset="-122"/>
              </a:rPr>
              <a:t>定义</a:t>
            </a:r>
            <a:r>
              <a:rPr lang="en-US" altLang="zh-CN" sz="2400" dirty="0">
                <a:solidFill>
                  <a:schemeClr val="accent2"/>
                </a:solidFill>
                <a:ea typeface="黑体" panose="02010609060101010101" pitchFamily="49" charset="-122"/>
              </a:rPr>
              <a:t>5.1.9</a:t>
            </a:r>
            <a:r>
              <a:rPr lang="en-US" altLang="zh-CN" sz="2400" dirty="0">
                <a:ea typeface="黑体" panose="02010609060101010101" pitchFamily="49" charset="-122"/>
              </a:rPr>
              <a:t>   </a:t>
            </a:r>
            <a:r>
              <a:rPr lang="zh-CN" altLang="en-US" sz="2400" dirty="0">
                <a:solidFill>
                  <a:srgbClr val="FF0000"/>
                </a:solidFill>
                <a:ea typeface="黑体" panose="02010609060101010101" pitchFamily="49" charset="-122"/>
              </a:rPr>
              <a:t>正定函数：</a:t>
            </a:r>
          </a:p>
        </p:txBody>
      </p:sp>
      <p:sp>
        <p:nvSpPr>
          <p:cNvPr id="37895" name="Rectangle 6"/>
          <p:cNvSpPr>
            <a:spLocks noGrp="1"/>
          </p:cNvSpPr>
          <p:nvPr>
            <p:ph idx="1"/>
          </p:nvPr>
        </p:nvSpPr>
        <p:spPr>
          <a:xfrm>
            <a:off x="900113" y="1844675"/>
            <a:ext cx="7797800" cy="4525963"/>
          </a:xfrm>
          <a:ln/>
        </p:spPr>
        <p:txBody>
          <a:bodyPr vert="horz" wrap="square" lIns="91440" tIns="45720" rIns="91440" bIns="45720" anchor="t" anchorCtr="0"/>
          <a:lstStyle/>
          <a:p>
            <a:pPr eaLnBrk="1" hangingPunct="1">
              <a:buNone/>
            </a:pPr>
            <a:r>
              <a:rPr lang="en-US" altLang="zh-CN" sz="2400" dirty="0">
                <a:ea typeface="黑体" panose="02010609060101010101" pitchFamily="49" charset="-122"/>
              </a:rPr>
              <a:t>1</a:t>
            </a:r>
            <a:r>
              <a:rPr lang="zh-CN" altLang="en-US" sz="2400" dirty="0">
                <a:ea typeface="黑体" panose="02010609060101010101" pitchFamily="49" charset="-122"/>
              </a:rPr>
              <a:t>）           存在，</a:t>
            </a:r>
          </a:p>
          <a:p>
            <a:pPr eaLnBrk="1" hangingPunct="1">
              <a:buNone/>
            </a:pPr>
            <a:endParaRPr lang="zh-CN" altLang="en-US" sz="2400" dirty="0">
              <a:ea typeface="黑体" panose="02010609060101010101" pitchFamily="49" charset="-122"/>
            </a:endParaRPr>
          </a:p>
          <a:p>
            <a:pPr eaLnBrk="1" hangingPunct="1">
              <a:lnSpc>
                <a:spcPct val="80000"/>
              </a:lnSpc>
              <a:spcBef>
                <a:spcPct val="0"/>
              </a:spcBef>
              <a:buNone/>
            </a:pPr>
            <a:r>
              <a:rPr lang="en-US" altLang="zh-CN" sz="2400" dirty="0">
                <a:ea typeface="黑体" panose="02010609060101010101" pitchFamily="49" charset="-122"/>
              </a:rPr>
              <a:t>2</a:t>
            </a:r>
            <a:r>
              <a:rPr lang="zh-CN" altLang="en-US" sz="2400" dirty="0">
                <a:ea typeface="黑体" panose="02010609060101010101" pitchFamily="49" charset="-122"/>
              </a:rPr>
              <a:t>）             ，</a:t>
            </a:r>
          </a:p>
          <a:p>
            <a:pPr eaLnBrk="1" hangingPunct="1">
              <a:buNone/>
            </a:pPr>
            <a:r>
              <a:rPr lang="zh-CN" altLang="en-US" sz="2400" dirty="0">
                <a:ea typeface="黑体" panose="02010609060101010101" pitchFamily="49" charset="-122"/>
              </a:rPr>
              <a:t> </a:t>
            </a:r>
          </a:p>
          <a:p>
            <a:pPr eaLnBrk="1" hangingPunct="1">
              <a:lnSpc>
                <a:spcPct val="80000"/>
              </a:lnSpc>
              <a:spcBef>
                <a:spcPct val="0"/>
              </a:spcBef>
              <a:buNone/>
            </a:pPr>
            <a:r>
              <a:rPr lang="en-US" altLang="zh-CN" sz="2400" dirty="0">
                <a:ea typeface="黑体" panose="02010609060101010101" pitchFamily="49" charset="-122"/>
              </a:rPr>
              <a:t>3</a:t>
            </a:r>
            <a:r>
              <a:rPr lang="zh-CN" altLang="en-US" sz="2400" dirty="0">
                <a:ea typeface="黑体" panose="02010609060101010101" pitchFamily="49" charset="-122"/>
              </a:rPr>
              <a:t>）当          时，</a:t>
            </a:r>
          </a:p>
          <a:p>
            <a:pPr lvl="1" eaLnBrk="1" hangingPunct="1"/>
            <a:endParaRPr lang="zh-CN" altLang="en-US" sz="2400" dirty="0">
              <a:ea typeface="黑体" panose="02010609060101010101" pitchFamily="49" charset="-122"/>
            </a:endParaRPr>
          </a:p>
          <a:p>
            <a:pPr eaLnBrk="1" hangingPunct="1">
              <a:lnSpc>
                <a:spcPct val="80000"/>
              </a:lnSpc>
              <a:spcBef>
                <a:spcPct val="0"/>
              </a:spcBef>
              <a:buNone/>
            </a:pPr>
            <a:r>
              <a:rPr lang="zh-CN" altLang="en-US" sz="2400" dirty="0">
                <a:ea typeface="黑体" panose="02010609060101010101" pitchFamily="49" charset="-122"/>
              </a:rPr>
              <a:t>则称       是</a:t>
            </a:r>
            <a:r>
              <a:rPr lang="zh-CN" altLang="en-US" sz="2400" dirty="0">
                <a:solidFill>
                  <a:schemeClr val="accent2"/>
                </a:solidFill>
                <a:ea typeface="黑体" panose="02010609060101010101" pitchFamily="49" charset="-122"/>
              </a:rPr>
              <a:t>正定的</a:t>
            </a:r>
            <a:r>
              <a:rPr lang="zh-CN" altLang="en-US" sz="2400" dirty="0">
                <a:ea typeface="黑体" panose="02010609060101010101" pitchFamily="49" charset="-122"/>
              </a:rPr>
              <a:t>（</a:t>
            </a:r>
            <a:r>
              <a:rPr lang="zh-CN" altLang="en-US" sz="2400" dirty="0">
                <a:solidFill>
                  <a:schemeClr val="accent2"/>
                </a:solidFill>
                <a:ea typeface="黑体" panose="02010609060101010101" pitchFamily="49" charset="-122"/>
              </a:rPr>
              <a:t>正半定的</a:t>
            </a:r>
            <a:r>
              <a:rPr lang="zh-CN" altLang="en-US" sz="2400" dirty="0">
                <a:ea typeface="黑体" panose="02010609060101010101" pitchFamily="49" charset="-122"/>
              </a:rPr>
              <a:t>）。</a:t>
            </a:r>
          </a:p>
          <a:p>
            <a:pPr lvl="1" eaLnBrk="1" hangingPunct="1">
              <a:buNone/>
            </a:pPr>
            <a:endParaRPr lang="zh-CN" altLang="en-US" sz="2400" dirty="0">
              <a:ea typeface="黑体" panose="02010609060101010101" pitchFamily="49" charset="-122"/>
            </a:endParaRPr>
          </a:p>
          <a:p>
            <a:pPr eaLnBrk="1" hangingPunct="1">
              <a:buNone/>
            </a:pPr>
            <a:r>
              <a:rPr lang="zh-CN" altLang="en-US" sz="2400" dirty="0">
                <a:ea typeface="黑体" panose="02010609060101010101" pitchFamily="49" charset="-122"/>
              </a:rPr>
              <a:t>如果条件</a:t>
            </a:r>
            <a:r>
              <a:rPr lang="en-US" altLang="zh-CN" sz="2400" dirty="0">
                <a:ea typeface="黑体" panose="02010609060101010101" pitchFamily="49" charset="-122"/>
              </a:rPr>
              <a:t>3</a:t>
            </a:r>
            <a:r>
              <a:rPr lang="zh-CN" altLang="en-US" sz="2400" dirty="0">
                <a:ea typeface="黑体" panose="02010609060101010101" pitchFamily="49" charset="-122"/>
              </a:rPr>
              <a:t>）中不等式的符号反向，则称       是</a:t>
            </a:r>
          </a:p>
          <a:p>
            <a:pPr eaLnBrk="1" hangingPunct="1">
              <a:buNone/>
            </a:pPr>
            <a:r>
              <a:rPr lang="zh-CN" altLang="en-US" sz="2400" dirty="0">
                <a:solidFill>
                  <a:srgbClr val="A50021"/>
                </a:solidFill>
                <a:ea typeface="黑体" panose="02010609060101010101" pitchFamily="49" charset="-122"/>
              </a:rPr>
              <a:t>负定的</a:t>
            </a:r>
            <a:r>
              <a:rPr lang="zh-CN" altLang="en-US" sz="2400" dirty="0">
                <a:ea typeface="黑体" panose="02010609060101010101" pitchFamily="49" charset="-122"/>
              </a:rPr>
              <a:t>（</a:t>
            </a:r>
            <a:r>
              <a:rPr lang="zh-CN" altLang="en-US" sz="2400" dirty="0">
                <a:solidFill>
                  <a:srgbClr val="A50021"/>
                </a:solidFill>
                <a:ea typeface="黑体" panose="02010609060101010101" pitchFamily="49" charset="-122"/>
              </a:rPr>
              <a:t>负半定的</a:t>
            </a:r>
            <a:r>
              <a:rPr lang="zh-CN" altLang="en-US" sz="2400" dirty="0">
                <a:ea typeface="黑体" panose="02010609060101010101" pitchFamily="49" charset="-122"/>
              </a:rPr>
              <a:t>）。 </a:t>
            </a:r>
          </a:p>
          <a:p>
            <a:pPr eaLnBrk="1" hangingPunct="1">
              <a:buNone/>
            </a:pPr>
            <a:r>
              <a:rPr lang="zh-CN" altLang="en-US" sz="2400" dirty="0">
                <a:ea typeface="黑体" panose="02010609060101010101" pitchFamily="49" charset="-122"/>
              </a:rPr>
              <a:t>符号正负均有时，称为</a:t>
            </a:r>
            <a:r>
              <a:rPr lang="zh-CN" altLang="en-US" sz="2400" dirty="0">
                <a:solidFill>
                  <a:srgbClr val="3333CC"/>
                </a:solidFill>
                <a:ea typeface="黑体" panose="02010609060101010101" pitchFamily="49" charset="-122"/>
              </a:rPr>
              <a:t>不定的</a:t>
            </a:r>
            <a:r>
              <a:rPr lang="zh-CN" altLang="en-US" sz="2400" dirty="0">
                <a:ea typeface="黑体" panose="02010609060101010101" pitchFamily="49" charset="-122"/>
              </a:rPr>
              <a:t>。</a:t>
            </a:r>
          </a:p>
        </p:txBody>
      </p:sp>
      <p:sp>
        <p:nvSpPr>
          <p:cNvPr id="37896" name="Rectangle 7"/>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37897" name="Object 8"/>
          <p:cNvGraphicFramePr>
            <a:graphicFrameLocks noChangeAspect="1"/>
          </p:cNvGraphicFramePr>
          <p:nvPr/>
        </p:nvGraphicFramePr>
        <p:xfrm>
          <a:off x="1370013" y="1666875"/>
          <a:ext cx="1041400" cy="787400"/>
        </p:xfrm>
        <a:graphic>
          <a:graphicData uri="http://schemas.openxmlformats.org/presentationml/2006/ole">
            <mc:AlternateContent xmlns:mc="http://schemas.openxmlformats.org/markup-compatibility/2006">
              <mc:Choice xmlns:v="urn:schemas-microsoft-com:vml" Requires="v">
                <p:oleObj r:id="rId4" imgW="520700" imgH="393700" progId="Equation.DSMT4">
                  <p:embed/>
                </p:oleObj>
              </mc:Choice>
              <mc:Fallback>
                <p:oleObj r:id="rId4" imgW="520700" imgH="393700" progId="Equation.DSMT4">
                  <p:embed/>
                  <p:pic>
                    <p:nvPicPr>
                      <p:cNvPr id="0" name="图片 3409"/>
                      <p:cNvPicPr/>
                      <p:nvPr/>
                    </p:nvPicPr>
                    <p:blipFill>
                      <a:blip r:embed="rId5">
                        <a:biLevel thresh="50000"/>
                        <a:grayscl/>
                      </a:blip>
                      <a:stretch>
                        <a:fillRect/>
                      </a:stretch>
                    </p:blipFill>
                    <p:spPr>
                      <a:xfrm>
                        <a:off x="1370013" y="1666875"/>
                        <a:ext cx="1041400" cy="787400"/>
                      </a:xfrm>
                      <a:prstGeom prst="rect">
                        <a:avLst/>
                      </a:prstGeom>
                      <a:noFill/>
                      <a:ln w="38100">
                        <a:noFill/>
                        <a:miter/>
                      </a:ln>
                    </p:spPr>
                  </p:pic>
                </p:oleObj>
              </mc:Fallback>
            </mc:AlternateContent>
          </a:graphicData>
        </a:graphic>
      </p:graphicFrame>
      <p:sp>
        <p:nvSpPr>
          <p:cNvPr id="37898" name="Rectangle 9"/>
          <p:cNvSpPr/>
          <p:nvPr/>
        </p:nvSpPr>
        <p:spPr>
          <a:xfrm>
            <a:off x="0" y="3328988"/>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37899" name="Object 10"/>
          <p:cNvGraphicFramePr>
            <a:graphicFrameLocks noChangeAspect="1"/>
          </p:cNvGraphicFramePr>
          <p:nvPr/>
        </p:nvGraphicFramePr>
        <p:xfrm>
          <a:off x="1403350" y="2608263"/>
          <a:ext cx="1223963" cy="446087"/>
        </p:xfrm>
        <a:graphic>
          <a:graphicData uri="http://schemas.openxmlformats.org/presentationml/2006/ole">
            <mc:AlternateContent xmlns:mc="http://schemas.openxmlformats.org/markup-compatibility/2006">
              <mc:Choice xmlns:v="urn:schemas-microsoft-com:vml" Requires="v">
                <p:oleObj r:id="rId6" imgW="558800" imgH="203200" progId="Equation.DSMT4">
                  <p:embed/>
                </p:oleObj>
              </mc:Choice>
              <mc:Fallback>
                <p:oleObj r:id="rId6" imgW="558800" imgH="203200" progId="Equation.DSMT4">
                  <p:embed/>
                  <p:pic>
                    <p:nvPicPr>
                      <p:cNvPr id="0" name="图片 3408"/>
                      <p:cNvPicPr/>
                      <p:nvPr/>
                    </p:nvPicPr>
                    <p:blipFill>
                      <a:blip r:embed="rId7">
                        <a:biLevel thresh="50000"/>
                        <a:grayscl/>
                      </a:blip>
                      <a:stretch>
                        <a:fillRect/>
                      </a:stretch>
                    </p:blipFill>
                    <p:spPr>
                      <a:xfrm>
                        <a:off x="1403350" y="2608263"/>
                        <a:ext cx="1223963" cy="446087"/>
                      </a:xfrm>
                      <a:prstGeom prst="rect">
                        <a:avLst/>
                      </a:prstGeom>
                      <a:noFill/>
                      <a:ln w="38100">
                        <a:noFill/>
                        <a:miter/>
                      </a:ln>
                    </p:spPr>
                  </p:pic>
                </p:oleObj>
              </mc:Fallback>
            </mc:AlternateContent>
          </a:graphicData>
        </a:graphic>
      </p:graphicFrame>
      <p:sp>
        <p:nvSpPr>
          <p:cNvPr id="37900" name="Rectangle 11"/>
          <p:cNvSpPr/>
          <p:nvPr/>
        </p:nvSpPr>
        <p:spPr>
          <a:xfrm>
            <a:off x="0" y="3338513"/>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37901" name="Object 12"/>
          <p:cNvGraphicFramePr>
            <a:graphicFrameLocks noChangeAspect="1"/>
          </p:cNvGraphicFramePr>
          <p:nvPr/>
        </p:nvGraphicFramePr>
        <p:xfrm>
          <a:off x="1792288" y="3333750"/>
          <a:ext cx="792162" cy="396875"/>
        </p:xfrm>
        <a:graphic>
          <a:graphicData uri="http://schemas.openxmlformats.org/presentationml/2006/ole">
            <mc:AlternateContent xmlns:mc="http://schemas.openxmlformats.org/markup-compatibility/2006">
              <mc:Choice xmlns:v="urn:schemas-microsoft-com:vml" Requires="v">
                <p:oleObj r:id="rId8" imgW="354965" imgH="177800" progId="Equation.DSMT4">
                  <p:embed/>
                </p:oleObj>
              </mc:Choice>
              <mc:Fallback>
                <p:oleObj r:id="rId8" imgW="354965" imgH="177800" progId="Equation.DSMT4">
                  <p:embed/>
                  <p:pic>
                    <p:nvPicPr>
                      <p:cNvPr id="0" name="图片 3407"/>
                      <p:cNvPicPr/>
                      <p:nvPr/>
                    </p:nvPicPr>
                    <p:blipFill>
                      <a:blip r:embed="rId9">
                        <a:biLevel thresh="50000"/>
                        <a:grayscl/>
                      </a:blip>
                      <a:stretch>
                        <a:fillRect/>
                      </a:stretch>
                    </p:blipFill>
                    <p:spPr>
                      <a:xfrm>
                        <a:off x="1792288" y="3333750"/>
                        <a:ext cx="792162" cy="396875"/>
                      </a:xfrm>
                      <a:prstGeom prst="rect">
                        <a:avLst/>
                      </a:prstGeom>
                      <a:noFill/>
                      <a:ln w="38100">
                        <a:noFill/>
                        <a:miter/>
                      </a:ln>
                    </p:spPr>
                  </p:pic>
                </p:oleObj>
              </mc:Fallback>
            </mc:AlternateContent>
          </a:graphicData>
        </a:graphic>
      </p:graphicFrame>
      <p:sp>
        <p:nvSpPr>
          <p:cNvPr id="37902" name="Rectangle 13"/>
          <p:cNvSpPr/>
          <p:nvPr/>
        </p:nvSpPr>
        <p:spPr>
          <a:xfrm>
            <a:off x="0" y="3319463"/>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37903" name="Object 14"/>
          <p:cNvGraphicFramePr>
            <a:graphicFrameLocks noChangeAspect="1"/>
          </p:cNvGraphicFramePr>
          <p:nvPr/>
        </p:nvGraphicFramePr>
        <p:xfrm>
          <a:off x="3143250" y="3328988"/>
          <a:ext cx="2665413" cy="441325"/>
        </p:xfrm>
        <a:graphic>
          <a:graphicData uri="http://schemas.openxmlformats.org/presentationml/2006/ole">
            <mc:AlternateContent xmlns:mc="http://schemas.openxmlformats.org/markup-compatibility/2006">
              <mc:Choice xmlns:v="urn:schemas-microsoft-com:vml" Requires="v">
                <p:oleObj r:id="rId10" imgW="1307465" imgH="215900" progId="Equation.DSMT4">
                  <p:embed/>
                </p:oleObj>
              </mc:Choice>
              <mc:Fallback>
                <p:oleObj r:id="rId10" imgW="1307465" imgH="215900" progId="Equation.DSMT4">
                  <p:embed/>
                  <p:pic>
                    <p:nvPicPr>
                      <p:cNvPr id="0" name="图片 3410"/>
                      <p:cNvPicPr/>
                      <p:nvPr/>
                    </p:nvPicPr>
                    <p:blipFill>
                      <a:blip r:embed="rId11">
                        <a:biLevel thresh="50000"/>
                        <a:grayscl/>
                      </a:blip>
                      <a:stretch>
                        <a:fillRect/>
                      </a:stretch>
                    </p:blipFill>
                    <p:spPr>
                      <a:xfrm>
                        <a:off x="3143250" y="3328988"/>
                        <a:ext cx="2665413" cy="441325"/>
                      </a:xfrm>
                      <a:prstGeom prst="rect">
                        <a:avLst/>
                      </a:prstGeom>
                      <a:noFill/>
                      <a:ln w="38100">
                        <a:noFill/>
                        <a:miter/>
                      </a:ln>
                    </p:spPr>
                  </p:pic>
                </p:oleObj>
              </mc:Fallback>
            </mc:AlternateContent>
          </a:graphicData>
        </a:graphic>
      </p:graphicFrame>
      <p:sp>
        <p:nvSpPr>
          <p:cNvPr id="37904" name="Rectangle 15"/>
          <p:cNvSpPr/>
          <p:nvPr/>
        </p:nvSpPr>
        <p:spPr>
          <a:xfrm>
            <a:off x="0" y="3328988"/>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37905" name="Object 16"/>
          <p:cNvGraphicFramePr>
            <a:graphicFrameLocks noChangeAspect="1"/>
          </p:cNvGraphicFramePr>
          <p:nvPr/>
        </p:nvGraphicFramePr>
        <p:xfrm>
          <a:off x="6359525" y="4937125"/>
          <a:ext cx="588963" cy="450850"/>
        </p:xfrm>
        <a:graphic>
          <a:graphicData uri="http://schemas.openxmlformats.org/presentationml/2006/ole">
            <mc:AlternateContent xmlns:mc="http://schemas.openxmlformats.org/markup-compatibility/2006">
              <mc:Choice xmlns:v="urn:schemas-microsoft-com:vml" Requires="v">
                <p:oleObj r:id="rId12" imgW="330200" imgH="203200" progId="Equation.DSMT4">
                  <p:embed/>
                </p:oleObj>
              </mc:Choice>
              <mc:Fallback>
                <p:oleObj r:id="rId12" imgW="330200" imgH="203200" progId="Equation.DSMT4">
                  <p:embed/>
                  <p:pic>
                    <p:nvPicPr>
                      <p:cNvPr id="0" name="图片 3411"/>
                      <p:cNvPicPr/>
                      <p:nvPr/>
                    </p:nvPicPr>
                    <p:blipFill>
                      <a:blip r:embed="rId13">
                        <a:biLevel thresh="50000"/>
                        <a:grayscl/>
                      </a:blip>
                      <a:stretch>
                        <a:fillRect/>
                      </a:stretch>
                    </p:blipFill>
                    <p:spPr>
                      <a:xfrm>
                        <a:off x="6359525" y="4937125"/>
                        <a:ext cx="588963" cy="450850"/>
                      </a:xfrm>
                      <a:prstGeom prst="rect">
                        <a:avLst/>
                      </a:prstGeom>
                      <a:noFill/>
                      <a:ln w="38100">
                        <a:noFill/>
                        <a:miter/>
                      </a:ln>
                    </p:spPr>
                  </p:pic>
                </p:oleObj>
              </mc:Fallback>
            </mc:AlternateContent>
          </a:graphicData>
        </a:graphic>
      </p:graphicFrame>
      <p:graphicFrame>
        <p:nvGraphicFramePr>
          <p:cNvPr id="37906" name="Object 17"/>
          <p:cNvGraphicFramePr>
            <a:graphicFrameLocks noChangeAspect="1"/>
          </p:cNvGraphicFramePr>
          <p:nvPr/>
        </p:nvGraphicFramePr>
        <p:xfrm>
          <a:off x="1619250" y="4073525"/>
          <a:ext cx="588963" cy="449263"/>
        </p:xfrm>
        <a:graphic>
          <a:graphicData uri="http://schemas.openxmlformats.org/presentationml/2006/ole">
            <mc:AlternateContent xmlns:mc="http://schemas.openxmlformats.org/markup-compatibility/2006">
              <mc:Choice xmlns:v="urn:schemas-microsoft-com:vml" Requires="v">
                <p:oleObj r:id="rId12" imgW="330200" imgH="203200" progId="Equation.DSMT4">
                  <p:embed/>
                </p:oleObj>
              </mc:Choice>
              <mc:Fallback>
                <p:oleObj r:id="rId12" imgW="330200" imgH="203200" progId="Equation.DSMT4">
                  <p:embed/>
                  <p:pic>
                    <p:nvPicPr>
                      <p:cNvPr id="0" name="图片 3412"/>
                      <p:cNvPicPr/>
                      <p:nvPr/>
                    </p:nvPicPr>
                    <p:blipFill>
                      <a:blip r:embed="rId13">
                        <a:biLevel thresh="50000"/>
                        <a:grayscl/>
                      </a:blip>
                      <a:stretch>
                        <a:fillRect/>
                      </a:stretch>
                    </p:blipFill>
                    <p:spPr>
                      <a:xfrm>
                        <a:off x="1619250" y="4073525"/>
                        <a:ext cx="588963" cy="449263"/>
                      </a:xfrm>
                      <a:prstGeom prst="rect">
                        <a:avLst/>
                      </a:prstGeom>
                      <a:noFill/>
                      <a:ln w="38100">
                        <a:noFill/>
                        <a:miter/>
                      </a:ln>
                    </p:spPr>
                  </p:pic>
                </p:oleObj>
              </mc:Fallback>
            </mc:AlternateContent>
          </a:graphicData>
        </a:graphic>
      </p:graphicFrame>
      <p:sp>
        <p:nvSpPr>
          <p:cNvPr id="37907" name="Rectangle 18"/>
          <p:cNvSpPr/>
          <p:nvPr/>
        </p:nvSpPr>
        <p:spPr>
          <a:xfrm>
            <a:off x="228600" y="6426200"/>
            <a:ext cx="20129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稳定性的基本概念</a:t>
            </a:r>
          </a:p>
        </p:txBody>
      </p:sp>
      <p:sp>
        <p:nvSpPr>
          <p:cNvPr id="37908" name="Rectangle 20"/>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37909" name="Text Box 21"/>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44034"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15</a:t>
            </a:fld>
            <a:endParaRPr lang="en-US" altLang="zh-CN" sz="1400" dirty="0"/>
          </a:p>
        </p:txBody>
      </p:sp>
      <p:grpSp>
        <p:nvGrpSpPr>
          <p:cNvPr id="44035" name="Group 2"/>
          <p:cNvGrpSpPr/>
          <p:nvPr/>
        </p:nvGrpSpPr>
        <p:grpSpPr>
          <a:xfrm>
            <a:off x="0" y="0"/>
            <a:ext cx="9144000" cy="6858000"/>
            <a:chOff x="0" y="0"/>
            <a:chExt cx="5760" cy="4320"/>
          </a:xfrm>
        </p:grpSpPr>
        <p:pic>
          <p:nvPicPr>
            <p:cNvPr id="44036"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44037"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44038" name="Rectangle 5"/>
          <p:cNvSpPr>
            <a:spLocks noGrp="1"/>
          </p:cNvSpPr>
          <p:nvPr>
            <p:ph idx="1"/>
          </p:nvPr>
        </p:nvSpPr>
        <p:spPr>
          <a:xfrm>
            <a:off x="684213" y="1125538"/>
            <a:ext cx="8229600" cy="4525962"/>
          </a:xfrm>
          <a:ln/>
        </p:spPr>
        <p:txBody>
          <a:bodyPr vert="horz" wrap="square" lIns="91440" tIns="45720" rIns="91440" bIns="45720" anchor="t" anchorCtr="0"/>
          <a:lstStyle/>
          <a:p>
            <a:pPr eaLnBrk="1" hangingPunct="1">
              <a:lnSpc>
                <a:spcPct val="165000"/>
              </a:lnSpc>
              <a:buNone/>
            </a:pPr>
            <a:r>
              <a:rPr lang="en-US" altLang="zh-CN" sz="2800" dirty="0">
                <a:ea typeface="黑体" panose="02010609060101010101" pitchFamily="49" charset="-122"/>
              </a:rPr>
              <a:t>   </a:t>
            </a:r>
            <a:r>
              <a:rPr lang="zh-CN" altLang="en-US" sz="2400" dirty="0">
                <a:solidFill>
                  <a:schemeClr val="accent2"/>
                </a:solidFill>
                <a:ea typeface="黑体" panose="02010609060101010101" pitchFamily="49" charset="-122"/>
              </a:rPr>
              <a:t>例</a:t>
            </a:r>
            <a:r>
              <a:rPr lang="en-US" altLang="zh-CN" sz="2400" dirty="0">
                <a:solidFill>
                  <a:schemeClr val="accent2"/>
                </a:solidFill>
                <a:ea typeface="黑体" panose="02010609060101010101" pitchFamily="49" charset="-122"/>
              </a:rPr>
              <a:t>5.1.1</a:t>
            </a:r>
            <a:r>
              <a:rPr lang="en-US" altLang="zh-CN" sz="2400" dirty="0">
                <a:ea typeface="黑体" panose="02010609060101010101" pitchFamily="49" charset="-122"/>
              </a:rPr>
              <a:t> </a:t>
            </a:r>
          </a:p>
          <a:p>
            <a:pPr eaLnBrk="1" hangingPunct="1">
              <a:lnSpc>
                <a:spcPct val="165000"/>
              </a:lnSpc>
              <a:buNone/>
            </a:pPr>
            <a:r>
              <a:rPr lang="en-US" altLang="zh-CN" sz="2400" dirty="0">
                <a:ea typeface="黑体" panose="02010609060101010101" pitchFamily="49" charset="-122"/>
              </a:rPr>
              <a:t>    1</a:t>
            </a:r>
            <a:r>
              <a:rPr lang="zh-CN" altLang="en-US" sz="2400" dirty="0">
                <a:ea typeface="黑体" panose="02010609060101010101" pitchFamily="49" charset="-122"/>
              </a:rPr>
              <a:t>）      		                </a:t>
            </a:r>
            <a:r>
              <a:rPr lang="zh-CN" altLang="en-US" sz="2400" dirty="0">
                <a:solidFill>
                  <a:srgbClr val="660066"/>
                </a:solidFill>
                <a:ea typeface="黑体" panose="02010609060101010101" pitchFamily="49" charset="-122"/>
              </a:rPr>
              <a:t>正定的</a:t>
            </a:r>
          </a:p>
          <a:p>
            <a:pPr eaLnBrk="1" hangingPunct="1">
              <a:lnSpc>
                <a:spcPct val="165000"/>
              </a:lnSpc>
              <a:buNone/>
            </a:pPr>
            <a:r>
              <a:rPr lang="zh-CN" altLang="en-US" sz="2400" dirty="0">
                <a:ea typeface="黑体" panose="02010609060101010101" pitchFamily="49" charset="-122"/>
              </a:rPr>
              <a:t>    </a:t>
            </a:r>
            <a:r>
              <a:rPr lang="en-US" altLang="zh-CN" sz="2400" dirty="0">
                <a:ea typeface="黑体" panose="02010609060101010101" pitchFamily="49" charset="-122"/>
              </a:rPr>
              <a:t>2</a:t>
            </a:r>
            <a:r>
              <a:rPr lang="zh-CN" altLang="en-US" sz="2400" dirty="0">
                <a:ea typeface="黑体" panose="02010609060101010101" pitchFamily="49" charset="-122"/>
              </a:rPr>
              <a:t>）    			     </a:t>
            </a:r>
            <a:r>
              <a:rPr lang="zh-CN" altLang="en-US" sz="2400" dirty="0">
                <a:solidFill>
                  <a:srgbClr val="660066"/>
                </a:solidFill>
                <a:ea typeface="黑体" panose="02010609060101010101" pitchFamily="49" charset="-122"/>
              </a:rPr>
              <a:t>半正定的</a:t>
            </a:r>
          </a:p>
          <a:p>
            <a:pPr eaLnBrk="1" hangingPunct="1">
              <a:lnSpc>
                <a:spcPct val="165000"/>
              </a:lnSpc>
              <a:buNone/>
            </a:pPr>
            <a:r>
              <a:rPr lang="zh-CN" altLang="en-US" sz="2400" dirty="0">
                <a:ea typeface="黑体" panose="02010609060101010101" pitchFamily="49" charset="-122"/>
              </a:rPr>
              <a:t>    </a:t>
            </a:r>
            <a:r>
              <a:rPr lang="en-US" altLang="zh-CN" sz="2400" dirty="0">
                <a:ea typeface="黑体" panose="02010609060101010101" pitchFamily="49" charset="-122"/>
              </a:rPr>
              <a:t>3</a:t>
            </a:r>
            <a:r>
              <a:rPr lang="zh-CN" altLang="en-US" sz="2400" dirty="0">
                <a:ea typeface="黑体" panose="02010609060101010101" pitchFamily="49" charset="-122"/>
              </a:rPr>
              <a:t>）    			     </a:t>
            </a:r>
            <a:r>
              <a:rPr lang="zh-CN" altLang="en-US" sz="2400" dirty="0">
                <a:solidFill>
                  <a:srgbClr val="660066"/>
                </a:solidFill>
                <a:ea typeface="黑体" panose="02010609060101010101" pitchFamily="49" charset="-122"/>
              </a:rPr>
              <a:t>负定的</a:t>
            </a:r>
            <a:r>
              <a:rPr lang="zh-CN" altLang="en-US" sz="2400" dirty="0">
                <a:ea typeface="黑体" panose="02010609060101010101" pitchFamily="49" charset="-122"/>
              </a:rPr>
              <a:t>	</a:t>
            </a:r>
          </a:p>
          <a:p>
            <a:pPr eaLnBrk="1" hangingPunct="1">
              <a:lnSpc>
                <a:spcPct val="165000"/>
              </a:lnSpc>
              <a:buNone/>
            </a:pPr>
            <a:r>
              <a:rPr lang="zh-CN" altLang="en-US" sz="2400" dirty="0">
                <a:ea typeface="黑体" panose="02010609060101010101" pitchFamily="49" charset="-122"/>
              </a:rPr>
              <a:t>    </a:t>
            </a:r>
            <a:r>
              <a:rPr lang="en-US" altLang="zh-CN" sz="2400" dirty="0">
                <a:ea typeface="黑体" panose="02010609060101010101" pitchFamily="49" charset="-122"/>
              </a:rPr>
              <a:t>4</a:t>
            </a:r>
            <a:r>
              <a:rPr lang="zh-CN" altLang="en-US" sz="2400" dirty="0">
                <a:ea typeface="黑体" panose="02010609060101010101" pitchFamily="49" charset="-122"/>
              </a:rPr>
              <a:t>）			                </a:t>
            </a:r>
            <a:r>
              <a:rPr lang="zh-CN" altLang="en-US" sz="2400" dirty="0">
                <a:solidFill>
                  <a:srgbClr val="660066"/>
                </a:solidFill>
                <a:ea typeface="黑体" panose="02010609060101010101" pitchFamily="49" charset="-122"/>
              </a:rPr>
              <a:t>半负定的</a:t>
            </a:r>
          </a:p>
          <a:p>
            <a:pPr eaLnBrk="1" hangingPunct="1">
              <a:lnSpc>
                <a:spcPct val="165000"/>
              </a:lnSpc>
              <a:buNone/>
            </a:pPr>
            <a:r>
              <a:rPr lang="zh-CN" altLang="en-US" sz="2400" dirty="0">
                <a:ea typeface="黑体" panose="02010609060101010101" pitchFamily="49" charset="-122"/>
              </a:rPr>
              <a:t>    </a:t>
            </a:r>
            <a:r>
              <a:rPr lang="en-US" altLang="zh-CN" sz="2400" dirty="0">
                <a:ea typeface="黑体" panose="02010609060101010101" pitchFamily="49" charset="-122"/>
              </a:rPr>
              <a:t>5</a:t>
            </a:r>
            <a:r>
              <a:rPr lang="zh-CN" altLang="en-US" sz="2400" dirty="0">
                <a:ea typeface="黑体" panose="02010609060101010101" pitchFamily="49" charset="-122"/>
              </a:rPr>
              <a:t>）      		                </a:t>
            </a:r>
            <a:r>
              <a:rPr lang="zh-CN" altLang="en-US" sz="2400" dirty="0">
                <a:solidFill>
                  <a:srgbClr val="660066"/>
                </a:solidFill>
                <a:ea typeface="黑体" panose="02010609060101010101" pitchFamily="49" charset="-122"/>
              </a:rPr>
              <a:t>不定的</a:t>
            </a:r>
          </a:p>
        </p:txBody>
      </p:sp>
      <p:sp>
        <p:nvSpPr>
          <p:cNvPr id="44039" name="Rectangle 6"/>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44040" name="Object 7"/>
          <p:cNvGraphicFramePr>
            <a:graphicFrameLocks noChangeAspect="1"/>
          </p:cNvGraphicFramePr>
          <p:nvPr/>
        </p:nvGraphicFramePr>
        <p:xfrm>
          <a:off x="1692275" y="2035175"/>
          <a:ext cx="2374900" cy="593725"/>
        </p:xfrm>
        <a:graphic>
          <a:graphicData uri="http://schemas.openxmlformats.org/presentationml/2006/ole">
            <mc:AlternateContent xmlns:mc="http://schemas.openxmlformats.org/markup-compatibility/2006">
              <mc:Choice xmlns:v="urn:schemas-microsoft-com:vml" Requires="v">
                <p:oleObj r:id="rId4" imgW="1282700" imgH="317500" progId="Equation.DSMT4">
                  <p:embed/>
                </p:oleObj>
              </mc:Choice>
              <mc:Fallback>
                <p:oleObj r:id="rId4" imgW="1282700" imgH="317500" progId="Equation.DSMT4">
                  <p:embed/>
                  <p:pic>
                    <p:nvPicPr>
                      <p:cNvPr id="0" name="图片 3425"/>
                      <p:cNvPicPr/>
                      <p:nvPr/>
                    </p:nvPicPr>
                    <p:blipFill>
                      <a:blip r:embed="rId5">
                        <a:clrChange>
                          <a:clrFrom>
                            <a:srgbClr val="000000"/>
                          </a:clrFrom>
                          <a:clrTo>
                            <a:srgbClr val="000000"/>
                          </a:clrTo>
                        </a:clrChange>
                        <a:biLevel thresh="50000"/>
                        <a:grayscl/>
                      </a:blip>
                      <a:stretch>
                        <a:fillRect/>
                      </a:stretch>
                    </p:blipFill>
                    <p:spPr>
                      <a:xfrm>
                        <a:off x="1692275" y="2035175"/>
                        <a:ext cx="2374900" cy="593725"/>
                      </a:xfrm>
                      <a:prstGeom prst="rect">
                        <a:avLst/>
                      </a:prstGeom>
                      <a:noFill/>
                      <a:ln w="38100">
                        <a:noFill/>
                        <a:miter/>
                      </a:ln>
                    </p:spPr>
                  </p:pic>
                </p:oleObj>
              </mc:Fallback>
            </mc:AlternateContent>
          </a:graphicData>
        </a:graphic>
      </p:graphicFrame>
      <p:sp>
        <p:nvSpPr>
          <p:cNvPr id="44041" name="Rectangle 8"/>
          <p:cNvSpPr/>
          <p:nvPr/>
        </p:nvSpPr>
        <p:spPr>
          <a:xfrm>
            <a:off x="0" y="3309938"/>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44042" name="Object 9"/>
          <p:cNvGraphicFramePr>
            <a:graphicFrameLocks noChangeAspect="1"/>
          </p:cNvGraphicFramePr>
          <p:nvPr/>
        </p:nvGraphicFramePr>
        <p:xfrm>
          <a:off x="1692275" y="2692400"/>
          <a:ext cx="2520950" cy="592138"/>
        </p:xfrm>
        <a:graphic>
          <a:graphicData uri="http://schemas.openxmlformats.org/presentationml/2006/ole">
            <mc:AlternateContent xmlns:mc="http://schemas.openxmlformats.org/markup-compatibility/2006">
              <mc:Choice xmlns:v="urn:schemas-microsoft-com:vml" Requires="v">
                <p:oleObj r:id="rId6" imgW="1371600" imgH="317500" progId="Equation.DSMT4">
                  <p:embed/>
                </p:oleObj>
              </mc:Choice>
              <mc:Fallback>
                <p:oleObj r:id="rId6" imgW="1371600" imgH="317500" progId="Equation.DSMT4">
                  <p:embed/>
                  <p:pic>
                    <p:nvPicPr>
                      <p:cNvPr id="0" name="图片 3423"/>
                      <p:cNvPicPr/>
                      <p:nvPr/>
                    </p:nvPicPr>
                    <p:blipFill>
                      <a:blip r:embed="rId7">
                        <a:clrChange>
                          <a:clrFrom>
                            <a:srgbClr val="000000"/>
                          </a:clrFrom>
                          <a:clrTo>
                            <a:srgbClr val="000000"/>
                          </a:clrTo>
                        </a:clrChange>
                        <a:biLevel thresh="50000"/>
                        <a:grayscl/>
                      </a:blip>
                      <a:stretch>
                        <a:fillRect/>
                      </a:stretch>
                    </p:blipFill>
                    <p:spPr>
                      <a:xfrm>
                        <a:off x="1692275" y="2692400"/>
                        <a:ext cx="2520950" cy="592138"/>
                      </a:xfrm>
                      <a:prstGeom prst="rect">
                        <a:avLst/>
                      </a:prstGeom>
                      <a:noFill/>
                      <a:ln w="38100">
                        <a:noFill/>
                        <a:miter/>
                      </a:ln>
                    </p:spPr>
                  </p:pic>
                </p:oleObj>
              </mc:Fallback>
            </mc:AlternateContent>
          </a:graphicData>
        </a:graphic>
      </p:graphicFrame>
      <p:sp>
        <p:nvSpPr>
          <p:cNvPr id="44043" name="Rectangle 10"/>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44044" name="Object 11"/>
          <p:cNvGraphicFramePr>
            <a:graphicFrameLocks noChangeAspect="1"/>
          </p:cNvGraphicFramePr>
          <p:nvPr/>
        </p:nvGraphicFramePr>
        <p:xfrm>
          <a:off x="1692275" y="3390900"/>
          <a:ext cx="2519363" cy="576263"/>
        </p:xfrm>
        <a:graphic>
          <a:graphicData uri="http://schemas.openxmlformats.org/presentationml/2006/ole">
            <mc:AlternateContent xmlns:mc="http://schemas.openxmlformats.org/markup-compatibility/2006">
              <mc:Choice xmlns:v="urn:schemas-microsoft-com:vml" Requires="v">
                <p:oleObj r:id="rId8" imgW="1409700" imgH="317500" progId="Equation.DSMT4">
                  <p:embed/>
                </p:oleObj>
              </mc:Choice>
              <mc:Fallback>
                <p:oleObj r:id="rId8" imgW="1409700" imgH="317500" progId="Equation.DSMT4">
                  <p:embed/>
                  <p:pic>
                    <p:nvPicPr>
                      <p:cNvPr id="0" name="图片 3427"/>
                      <p:cNvPicPr/>
                      <p:nvPr/>
                    </p:nvPicPr>
                    <p:blipFill>
                      <a:blip r:embed="rId9">
                        <a:clrChange>
                          <a:clrFrom>
                            <a:srgbClr val="000000"/>
                          </a:clrFrom>
                          <a:clrTo>
                            <a:srgbClr val="000000"/>
                          </a:clrTo>
                        </a:clrChange>
                        <a:biLevel thresh="50000"/>
                        <a:grayscl/>
                      </a:blip>
                      <a:stretch>
                        <a:fillRect/>
                      </a:stretch>
                    </p:blipFill>
                    <p:spPr>
                      <a:xfrm>
                        <a:off x="1692275" y="3390900"/>
                        <a:ext cx="2519363" cy="576263"/>
                      </a:xfrm>
                      <a:prstGeom prst="rect">
                        <a:avLst/>
                      </a:prstGeom>
                      <a:noFill/>
                      <a:ln w="38100">
                        <a:noFill/>
                        <a:miter/>
                      </a:ln>
                    </p:spPr>
                  </p:pic>
                </p:oleObj>
              </mc:Fallback>
            </mc:AlternateContent>
          </a:graphicData>
        </a:graphic>
      </p:graphicFrame>
      <p:sp>
        <p:nvSpPr>
          <p:cNvPr id="44045" name="Rectangle 12"/>
          <p:cNvSpPr/>
          <p:nvPr/>
        </p:nvSpPr>
        <p:spPr>
          <a:xfrm>
            <a:off x="0" y="3309938"/>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44046" name="Object 13"/>
          <p:cNvGraphicFramePr>
            <a:graphicFrameLocks noChangeAspect="1"/>
          </p:cNvGraphicFramePr>
          <p:nvPr/>
        </p:nvGraphicFramePr>
        <p:xfrm>
          <a:off x="1641475" y="4076700"/>
          <a:ext cx="2952750" cy="561975"/>
        </p:xfrm>
        <a:graphic>
          <a:graphicData uri="http://schemas.openxmlformats.org/presentationml/2006/ole">
            <mc:AlternateContent xmlns:mc="http://schemas.openxmlformats.org/markup-compatibility/2006">
              <mc:Choice xmlns:v="urn:schemas-microsoft-com:vml" Requires="v">
                <p:oleObj r:id="rId10" imgW="1689100" imgH="317500" progId="Equation.DSMT4">
                  <p:embed/>
                </p:oleObj>
              </mc:Choice>
              <mc:Fallback>
                <p:oleObj r:id="rId10" imgW="1689100" imgH="317500" progId="Equation.DSMT4">
                  <p:embed/>
                  <p:pic>
                    <p:nvPicPr>
                      <p:cNvPr id="0" name="图片 3424"/>
                      <p:cNvPicPr/>
                      <p:nvPr/>
                    </p:nvPicPr>
                    <p:blipFill>
                      <a:blip r:embed="rId11">
                        <a:clrChange>
                          <a:clrFrom>
                            <a:srgbClr val="000000"/>
                          </a:clrFrom>
                          <a:clrTo>
                            <a:srgbClr val="000000"/>
                          </a:clrTo>
                        </a:clrChange>
                        <a:biLevel thresh="50000"/>
                        <a:grayscl/>
                      </a:blip>
                      <a:stretch>
                        <a:fillRect/>
                      </a:stretch>
                    </p:blipFill>
                    <p:spPr>
                      <a:xfrm>
                        <a:off x="1641475" y="4076700"/>
                        <a:ext cx="2952750" cy="561975"/>
                      </a:xfrm>
                      <a:prstGeom prst="rect">
                        <a:avLst/>
                      </a:prstGeom>
                      <a:noFill/>
                      <a:ln w="38100">
                        <a:noFill/>
                        <a:miter/>
                      </a:ln>
                    </p:spPr>
                  </p:pic>
                </p:oleObj>
              </mc:Fallback>
            </mc:AlternateContent>
          </a:graphicData>
        </a:graphic>
      </p:graphicFrame>
      <p:sp>
        <p:nvSpPr>
          <p:cNvPr id="44047" name="Rectangle 14"/>
          <p:cNvSpPr/>
          <p:nvPr/>
        </p:nvSpPr>
        <p:spPr>
          <a:xfrm>
            <a:off x="0" y="3284538"/>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44048" name="Object 15"/>
          <p:cNvGraphicFramePr>
            <a:graphicFrameLocks noChangeAspect="1"/>
          </p:cNvGraphicFramePr>
          <p:nvPr/>
        </p:nvGraphicFramePr>
        <p:xfrm>
          <a:off x="1692275" y="4759325"/>
          <a:ext cx="2447925" cy="568325"/>
        </p:xfrm>
        <a:graphic>
          <a:graphicData uri="http://schemas.openxmlformats.org/presentationml/2006/ole">
            <mc:AlternateContent xmlns:mc="http://schemas.openxmlformats.org/markup-compatibility/2006">
              <mc:Choice xmlns:v="urn:schemas-microsoft-com:vml" Requires="v">
                <p:oleObj r:id="rId12" imgW="1384300" imgH="317500" progId="Equation.DSMT4">
                  <p:embed/>
                </p:oleObj>
              </mc:Choice>
              <mc:Fallback>
                <p:oleObj r:id="rId12" imgW="1384300" imgH="317500" progId="Equation.DSMT4">
                  <p:embed/>
                  <p:pic>
                    <p:nvPicPr>
                      <p:cNvPr id="0" name="图片 3426"/>
                      <p:cNvPicPr/>
                      <p:nvPr/>
                    </p:nvPicPr>
                    <p:blipFill>
                      <a:blip r:embed="rId13">
                        <a:clrChange>
                          <a:clrFrom>
                            <a:srgbClr val="000000"/>
                          </a:clrFrom>
                          <a:clrTo>
                            <a:srgbClr val="000000"/>
                          </a:clrTo>
                        </a:clrChange>
                        <a:biLevel thresh="50000"/>
                        <a:grayscl/>
                      </a:blip>
                      <a:stretch>
                        <a:fillRect/>
                      </a:stretch>
                    </p:blipFill>
                    <p:spPr>
                      <a:xfrm>
                        <a:off x="1692275" y="4759325"/>
                        <a:ext cx="2447925" cy="568325"/>
                      </a:xfrm>
                      <a:prstGeom prst="rect">
                        <a:avLst/>
                      </a:prstGeom>
                      <a:noFill/>
                      <a:ln w="38100">
                        <a:noFill/>
                        <a:miter/>
                      </a:ln>
                    </p:spPr>
                  </p:pic>
                </p:oleObj>
              </mc:Fallback>
            </mc:AlternateContent>
          </a:graphicData>
        </a:graphic>
      </p:graphicFrame>
      <p:sp>
        <p:nvSpPr>
          <p:cNvPr id="44049" name="Rectangle 16"/>
          <p:cNvSpPr/>
          <p:nvPr/>
        </p:nvSpPr>
        <p:spPr>
          <a:xfrm>
            <a:off x="228600" y="6426200"/>
            <a:ext cx="20129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稳定性的基本概念</a:t>
            </a:r>
          </a:p>
        </p:txBody>
      </p:sp>
      <p:sp>
        <p:nvSpPr>
          <p:cNvPr id="44050" name="Rectangle 18"/>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44051" name="Text Box 19"/>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日期占位符 5"/>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49154" name="灯片编号占位符 7"/>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16</a:t>
            </a:fld>
            <a:endParaRPr lang="en-US" altLang="zh-CN" sz="1400" dirty="0"/>
          </a:p>
        </p:txBody>
      </p:sp>
      <p:grpSp>
        <p:nvGrpSpPr>
          <p:cNvPr id="49155" name="Group 2"/>
          <p:cNvGrpSpPr/>
          <p:nvPr/>
        </p:nvGrpSpPr>
        <p:grpSpPr>
          <a:xfrm>
            <a:off x="0" y="0"/>
            <a:ext cx="9144000" cy="6858000"/>
            <a:chOff x="0" y="0"/>
            <a:chExt cx="5760" cy="4320"/>
          </a:xfrm>
        </p:grpSpPr>
        <p:pic>
          <p:nvPicPr>
            <p:cNvPr id="49156"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49157"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49158" name="Rectangle 5"/>
          <p:cNvSpPr>
            <a:spLocks noGrp="1"/>
          </p:cNvSpPr>
          <p:nvPr>
            <p:ph type="title"/>
          </p:nvPr>
        </p:nvSpPr>
        <p:spPr>
          <a:xfrm>
            <a:off x="0" y="908050"/>
            <a:ext cx="4619625" cy="1143000"/>
          </a:xfrm>
          <a:ln/>
        </p:spPr>
        <p:txBody>
          <a:bodyPr vert="horz" wrap="square" lIns="91440" tIns="45720" rIns="91440" bIns="45720" anchor="ctr" anchorCtr="0"/>
          <a:lstStyle/>
          <a:p>
            <a:pPr algn="l" eaLnBrk="1" hangingPunct="1"/>
            <a:r>
              <a:rPr lang="en-US" altLang="zh-CN" sz="2800" dirty="0">
                <a:ea typeface="黑体" panose="02010609060101010101" pitchFamily="49" charset="-122"/>
              </a:rPr>
              <a:t>     </a:t>
            </a:r>
            <a:r>
              <a:rPr lang="zh-CN" altLang="en-US" sz="2400" dirty="0">
                <a:solidFill>
                  <a:schemeClr val="accent2"/>
                </a:solidFill>
                <a:ea typeface="黑体" panose="02010609060101010101" pitchFamily="49" charset="-122"/>
              </a:rPr>
              <a:t>定义</a:t>
            </a:r>
            <a:r>
              <a:rPr lang="en-US" altLang="zh-CN" sz="2400" dirty="0">
                <a:solidFill>
                  <a:schemeClr val="accent2"/>
                </a:solidFill>
                <a:ea typeface="黑体" panose="02010609060101010101" pitchFamily="49" charset="-122"/>
              </a:rPr>
              <a:t>5.1.10</a:t>
            </a:r>
            <a:r>
              <a:rPr lang="en-US" altLang="zh-CN" sz="2400" dirty="0">
                <a:ea typeface="黑体" panose="02010609060101010101" pitchFamily="49" charset="-122"/>
              </a:rPr>
              <a:t>     </a:t>
            </a:r>
            <a:r>
              <a:rPr lang="zh-CN" altLang="en-US" sz="2400" dirty="0">
                <a:solidFill>
                  <a:srgbClr val="FF0000"/>
                </a:solidFill>
                <a:ea typeface="黑体" panose="02010609060101010101" pitchFamily="49" charset="-122"/>
              </a:rPr>
              <a:t>二次型：</a:t>
            </a:r>
          </a:p>
        </p:txBody>
      </p:sp>
      <p:graphicFrame>
        <p:nvGraphicFramePr>
          <p:cNvPr id="49159" name="Object 6"/>
          <p:cNvGraphicFramePr>
            <a:graphicFrameLocks noGrp="1" noChangeAspect="1"/>
          </p:cNvGraphicFramePr>
          <p:nvPr>
            <p:ph sz="half" idx="1"/>
          </p:nvPr>
        </p:nvGraphicFramePr>
        <p:xfrm>
          <a:off x="4500563" y="1214438"/>
          <a:ext cx="1871662" cy="534987"/>
        </p:xfrm>
        <a:graphic>
          <a:graphicData uri="http://schemas.openxmlformats.org/presentationml/2006/ole">
            <mc:AlternateContent xmlns:mc="http://schemas.openxmlformats.org/markup-compatibility/2006">
              <mc:Choice xmlns:v="urn:schemas-microsoft-com:vml" Requires="v">
                <p:oleObj r:id="rId4" imgW="800100" imgH="228600" progId="Equation.3">
                  <p:embed/>
                </p:oleObj>
              </mc:Choice>
              <mc:Fallback>
                <p:oleObj r:id="rId4" imgW="800100" imgH="228600" progId="Equation.3">
                  <p:embed/>
                  <p:pic>
                    <p:nvPicPr>
                      <p:cNvPr id="0" name="图片 3438"/>
                      <p:cNvPicPr/>
                      <p:nvPr/>
                    </p:nvPicPr>
                    <p:blipFill>
                      <a:blip r:embed="rId5"/>
                      <a:stretch>
                        <a:fillRect/>
                      </a:stretch>
                    </p:blipFill>
                    <p:spPr>
                      <a:xfrm>
                        <a:off x="4500563" y="1214438"/>
                        <a:ext cx="1871662" cy="534987"/>
                      </a:xfrm>
                      <a:prstGeom prst="rect">
                        <a:avLst/>
                      </a:prstGeom>
                      <a:noFill/>
                      <a:ln w="38100">
                        <a:miter/>
                      </a:ln>
                    </p:spPr>
                  </p:pic>
                </p:oleObj>
              </mc:Fallback>
            </mc:AlternateContent>
          </a:graphicData>
        </a:graphic>
      </p:graphicFrame>
      <p:graphicFrame>
        <p:nvGraphicFramePr>
          <p:cNvPr id="49160" name="Object 7"/>
          <p:cNvGraphicFramePr>
            <a:graphicFrameLocks noGrp="1" noChangeAspect="1"/>
          </p:cNvGraphicFramePr>
          <p:nvPr>
            <p:ph sz="quarter" idx="2"/>
          </p:nvPr>
        </p:nvGraphicFramePr>
        <p:xfrm>
          <a:off x="2195513" y="2090738"/>
          <a:ext cx="3889375" cy="2265362"/>
        </p:xfrm>
        <a:graphic>
          <a:graphicData uri="http://schemas.openxmlformats.org/presentationml/2006/ole">
            <mc:AlternateContent xmlns:mc="http://schemas.openxmlformats.org/markup-compatibility/2006">
              <mc:Choice xmlns:v="urn:schemas-microsoft-com:vml" Requires="v">
                <p:oleObj r:id="rId6" imgW="1612900" imgH="939800" progId="Equation.3">
                  <p:embed/>
                </p:oleObj>
              </mc:Choice>
              <mc:Fallback>
                <p:oleObj r:id="rId6" imgW="1612900" imgH="939800" progId="Equation.3">
                  <p:embed/>
                  <p:pic>
                    <p:nvPicPr>
                      <p:cNvPr id="0" name="图片 3442"/>
                      <p:cNvPicPr/>
                      <p:nvPr/>
                    </p:nvPicPr>
                    <p:blipFill>
                      <a:blip r:embed="rId7"/>
                      <a:stretch>
                        <a:fillRect/>
                      </a:stretch>
                    </p:blipFill>
                    <p:spPr>
                      <a:xfrm>
                        <a:off x="2195513" y="2090738"/>
                        <a:ext cx="3889375" cy="2265362"/>
                      </a:xfrm>
                      <a:prstGeom prst="rect">
                        <a:avLst/>
                      </a:prstGeom>
                      <a:noFill/>
                      <a:ln w="38100">
                        <a:miter/>
                      </a:ln>
                    </p:spPr>
                  </p:pic>
                </p:oleObj>
              </mc:Fallback>
            </mc:AlternateContent>
          </a:graphicData>
        </a:graphic>
      </p:graphicFrame>
      <p:sp>
        <p:nvSpPr>
          <p:cNvPr id="49161" name="Rectangle 8"/>
          <p:cNvSpPr/>
          <p:nvPr/>
        </p:nvSpPr>
        <p:spPr>
          <a:xfrm>
            <a:off x="0" y="331470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49162" name="Rectangle 9"/>
          <p:cNvSpPr/>
          <p:nvPr/>
        </p:nvSpPr>
        <p:spPr>
          <a:xfrm>
            <a:off x="0" y="3348038"/>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49163" name="Rectangle 10"/>
          <p:cNvSpPr/>
          <p:nvPr/>
        </p:nvSpPr>
        <p:spPr>
          <a:xfrm>
            <a:off x="0" y="3309938"/>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49164" name="Object 11"/>
          <p:cNvGraphicFramePr>
            <a:graphicFrameLocks noGrp="1" noChangeAspect="1"/>
          </p:cNvGraphicFramePr>
          <p:nvPr>
            <p:ph sz="quarter" idx="3"/>
          </p:nvPr>
        </p:nvGraphicFramePr>
        <p:xfrm>
          <a:off x="2989263" y="4862513"/>
          <a:ext cx="3095625" cy="1095375"/>
        </p:xfrm>
        <a:graphic>
          <a:graphicData uri="http://schemas.openxmlformats.org/presentationml/2006/ole">
            <mc:AlternateContent xmlns:mc="http://schemas.openxmlformats.org/markup-compatibility/2006">
              <mc:Choice xmlns:v="urn:schemas-microsoft-com:vml" Requires="v">
                <p:oleObj r:id="rId8" imgW="1256665" imgH="444500" progId="Equation.3">
                  <p:embed/>
                </p:oleObj>
              </mc:Choice>
              <mc:Fallback>
                <p:oleObj r:id="rId8" imgW="1256665" imgH="444500" progId="Equation.3">
                  <p:embed/>
                  <p:pic>
                    <p:nvPicPr>
                      <p:cNvPr id="0" name="图片 3443"/>
                      <p:cNvPicPr/>
                      <p:nvPr/>
                    </p:nvPicPr>
                    <p:blipFill>
                      <a:blip r:embed="rId9"/>
                      <a:stretch>
                        <a:fillRect/>
                      </a:stretch>
                    </p:blipFill>
                    <p:spPr>
                      <a:xfrm>
                        <a:off x="2989263" y="4862513"/>
                        <a:ext cx="3095625" cy="1095375"/>
                      </a:xfrm>
                      <a:prstGeom prst="rect">
                        <a:avLst/>
                      </a:prstGeom>
                      <a:noFill/>
                      <a:ln w="38100">
                        <a:miter/>
                      </a:ln>
                    </p:spPr>
                  </p:pic>
                </p:oleObj>
              </mc:Fallback>
            </mc:AlternateContent>
          </a:graphicData>
        </a:graphic>
      </p:graphicFrame>
      <p:sp>
        <p:nvSpPr>
          <p:cNvPr id="49165" name="Text Box 12"/>
          <p:cNvSpPr txBox="1"/>
          <p:nvPr/>
        </p:nvSpPr>
        <p:spPr>
          <a:xfrm>
            <a:off x="7380288" y="2133600"/>
            <a:ext cx="549275" cy="2530475"/>
          </a:xfrm>
          <a:prstGeom prst="rect">
            <a:avLst/>
          </a:prstGeom>
          <a:noFill/>
          <a:ln w="9525">
            <a:noFill/>
          </a:ln>
        </p:spPr>
        <p:txBody>
          <a:bodyPr vert="eaVert" wrap="none" anchor="t" anchorCtr="0">
            <a:spAutoFit/>
          </a:bodyPr>
          <a:lstStyle/>
          <a:p>
            <a:pPr eaLnBrk="0" hangingPunct="0"/>
            <a:r>
              <a:rPr lang="zh-CN" altLang="en-US" sz="2400" dirty="0">
                <a:solidFill>
                  <a:srgbClr val="A50021"/>
                </a:solidFill>
                <a:latin typeface="Arial" panose="020B0604020202020204" pitchFamily="34" charset="0"/>
                <a:ea typeface="黑体" panose="02010609060101010101" pitchFamily="49" charset="-122"/>
              </a:rPr>
              <a:t>通常取为对称矩阵</a:t>
            </a:r>
          </a:p>
        </p:txBody>
      </p:sp>
      <p:sp>
        <p:nvSpPr>
          <p:cNvPr id="49166" name="Rectangle 13"/>
          <p:cNvSpPr/>
          <p:nvPr/>
        </p:nvSpPr>
        <p:spPr>
          <a:xfrm>
            <a:off x="228600" y="6426200"/>
            <a:ext cx="20129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稳定性的基本概念</a:t>
            </a:r>
          </a:p>
        </p:txBody>
      </p:sp>
      <p:sp>
        <p:nvSpPr>
          <p:cNvPr id="49167" name="Rectangle 15"/>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49168" name="Text Box 16"/>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50178"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17</a:t>
            </a:fld>
            <a:endParaRPr lang="en-US" altLang="zh-CN" sz="1400" dirty="0"/>
          </a:p>
        </p:txBody>
      </p:sp>
      <p:grpSp>
        <p:nvGrpSpPr>
          <p:cNvPr id="50179" name="Group 2"/>
          <p:cNvGrpSpPr/>
          <p:nvPr/>
        </p:nvGrpSpPr>
        <p:grpSpPr>
          <a:xfrm>
            <a:off x="0" y="0"/>
            <a:ext cx="9144000" cy="6858000"/>
            <a:chOff x="0" y="0"/>
            <a:chExt cx="5760" cy="4320"/>
          </a:xfrm>
        </p:grpSpPr>
        <p:pic>
          <p:nvPicPr>
            <p:cNvPr id="50180"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50181"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50182" name="Rectangle 5"/>
          <p:cNvSpPr>
            <a:spLocks noGrp="1"/>
          </p:cNvSpPr>
          <p:nvPr>
            <p:ph idx="1"/>
          </p:nvPr>
        </p:nvSpPr>
        <p:spPr>
          <a:xfrm>
            <a:off x="468313" y="1196975"/>
            <a:ext cx="8135937" cy="4859338"/>
          </a:xfrm>
          <a:ln/>
        </p:spPr>
        <p:txBody>
          <a:bodyPr vert="horz" wrap="square" lIns="91440" tIns="45720" rIns="91440" bIns="45720" anchor="t" anchorCtr="0"/>
          <a:lstStyle/>
          <a:p>
            <a:pPr algn="just" eaLnBrk="1" hangingPunct="1">
              <a:lnSpc>
                <a:spcPct val="150000"/>
              </a:lnSpc>
              <a:spcBef>
                <a:spcPct val="50000"/>
              </a:spcBef>
              <a:buNone/>
            </a:pPr>
            <a:r>
              <a:rPr lang="en-US" altLang="zh-CN" sz="2800" dirty="0">
                <a:ea typeface="黑体" panose="02010609060101010101" pitchFamily="49" charset="-122"/>
              </a:rPr>
              <a:t>   </a:t>
            </a:r>
            <a:r>
              <a:rPr lang="zh-CN" altLang="en-US" sz="2400" dirty="0">
                <a:solidFill>
                  <a:schemeClr val="accent2"/>
                </a:solidFill>
                <a:ea typeface="黑体" panose="02010609060101010101" pitchFamily="49" charset="-122"/>
              </a:rPr>
              <a:t>塞尔维斯特（</a:t>
            </a:r>
            <a:r>
              <a:rPr lang="en-US" altLang="zh-CN" sz="2400" dirty="0">
                <a:solidFill>
                  <a:schemeClr val="accent2"/>
                </a:solidFill>
                <a:ea typeface="黑体" panose="02010609060101010101" pitchFamily="49" charset="-122"/>
              </a:rPr>
              <a:t>Sylvester</a:t>
            </a:r>
            <a:r>
              <a:rPr lang="zh-CN" altLang="en-US" sz="2400" dirty="0">
                <a:solidFill>
                  <a:schemeClr val="accent2"/>
                </a:solidFill>
                <a:ea typeface="黑体" panose="02010609060101010101" pitchFamily="49" charset="-122"/>
              </a:rPr>
              <a:t>）定理</a:t>
            </a:r>
            <a:r>
              <a:rPr lang="zh-CN" altLang="en-US" sz="2400" dirty="0">
                <a:ea typeface="黑体" panose="02010609060101010101" pitchFamily="49" charset="-122"/>
              </a:rPr>
              <a:t>：</a:t>
            </a:r>
          </a:p>
          <a:p>
            <a:pPr algn="just" eaLnBrk="1" hangingPunct="1">
              <a:lnSpc>
                <a:spcPct val="150000"/>
              </a:lnSpc>
              <a:spcBef>
                <a:spcPct val="50000"/>
              </a:spcBef>
              <a:buNone/>
            </a:pPr>
            <a:endParaRPr lang="zh-CN" altLang="en-US" sz="2400" dirty="0">
              <a:ea typeface="黑体" panose="02010609060101010101" pitchFamily="49" charset="-122"/>
            </a:endParaRPr>
          </a:p>
          <a:p>
            <a:pPr eaLnBrk="1" hangingPunct="1">
              <a:lnSpc>
                <a:spcPct val="150000"/>
              </a:lnSpc>
              <a:spcBef>
                <a:spcPct val="50000"/>
              </a:spcBef>
              <a:buNone/>
            </a:pPr>
            <a:endParaRPr lang="zh-CN" altLang="en-US" sz="2400" dirty="0">
              <a:ea typeface="黑体" panose="02010609060101010101" pitchFamily="49" charset="-122"/>
            </a:endParaRPr>
          </a:p>
          <a:p>
            <a:pPr eaLnBrk="1" hangingPunct="1">
              <a:lnSpc>
                <a:spcPct val="150000"/>
              </a:lnSpc>
              <a:spcBef>
                <a:spcPct val="50000"/>
              </a:spcBef>
              <a:buNone/>
            </a:pPr>
            <a:r>
              <a:rPr lang="zh-CN" altLang="en-US" sz="2400" dirty="0">
                <a:ea typeface="黑体" panose="02010609060101010101" pitchFamily="49" charset="-122"/>
              </a:rPr>
              <a:t>                   </a:t>
            </a:r>
          </a:p>
        </p:txBody>
      </p:sp>
      <p:sp>
        <p:nvSpPr>
          <p:cNvPr id="50183" name="Rectangle 6"/>
          <p:cNvSpPr/>
          <p:nvPr/>
        </p:nvSpPr>
        <p:spPr>
          <a:xfrm>
            <a:off x="0" y="331470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50184" name="Rectangle 8"/>
          <p:cNvSpPr/>
          <p:nvPr/>
        </p:nvSpPr>
        <p:spPr>
          <a:xfrm>
            <a:off x="0" y="3328988"/>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50185" name="Rectangle 10"/>
          <p:cNvSpPr/>
          <p:nvPr/>
        </p:nvSpPr>
        <p:spPr>
          <a:xfrm>
            <a:off x="0" y="3309938"/>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50186" name="Rectangle 15"/>
          <p:cNvSpPr/>
          <p:nvPr/>
        </p:nvSpPr>
        <p:spPr>
          <a:xfrm>
            <a:off x="228600" y="6426200"/>
            <a:ext cx="20129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稳定性的基本概念</a:t>
            </a:r>
          </a:p>
        </p:txBody>
      </p:sp>
      <p:sp>
        <p:nvSpPr>
          <p:cNvPr id="50187" name="Rectangle 17"/>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50188" name="Text Box 18"/>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52226"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18</a:t>
            </a:fld>
            <a:endParaRPr lang="en-US" altLang="zh-CN" sz="1400" dirty="0"/>
          </a:p>
        </p:txBody>
      </p:sp>
      <p:grpSp>
        <p:nvGrpSpPr>
          <p:cNvPr id="52227" name="Group 2"/>
          <p:cNvGrpSpPr/>
          <p:nvPr/>
        </p:nvGrpSpPr>
        <p:grpSpPr>
          <a:xfrm>
            <a:off x="0" y="0"/>
            <a:ext cx="9144000" cy="6858000"/>
            <a:chOff x="0" y="0"/>
            <a:chExt cx="5760" cy="4320"/>
          </a:xfrm>
        </p:grpSpPr>
        <p:pic>
          <p:nvPicPr>
            <p:cNvPr id="52228"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52229"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52230" name="Rectangle 5"/>
          <p:cNvSpPr>
            <a:spLocks noGrp="1"/>
          </p:cNvSpPr>
          <p:nvPr>
            <p:ph idx="1"/>
          </p:nvPr>
        </p:nvSpPr>
        <p:spPr>
          <a:xfrm>
            <a:off x="468313" y="1196975"/>
            <a:ext cx="8135937" cy="4859338"/>
          </a:xfrm>
          <a:ln/>
        </p:spPr>
        <p:txBody>
          <a:bodyPr vert="horz" wrap="square" lIns="91440" tIns="45720" rIns="91440" bIns="45720" anchor="t" anchorCtr="0"/>
          <a:lstStyle/>
          <a:p>
            <a:pPr algn="just" eaLnBrk="1" hangingPunct="1">
              <a:lnSpc>
                <a:spcPct val="150000"/>
              </a:lnSpc>
              <a:spcBef>
                <a:spcPct val="50000"/>
              </a:spcBef>
              <a:buNone/>
            </a:pPr>
            <a:r>
              <a:rPr lang="en-US" altLang="zh-CN" sz="2800" dirty="0">
                <a:ea typeface="黑体" panose="02010609060101010101" pitchFamily="49" charset="-122"/>
              </a:rPr>
              <a:t>   </a:t>
            </a:r>
            <a:r>
              <a:rPr lang="zh-CN" altLang="en-US" sz="2400" dirty="0">
                <a:solidFill>
                  <a:schemeClr val="accent2"/>
                </a:solidFill>
                <a:ea typeface="黑体" panose="02010609060101010101" pitchFamily="49" charset="-122"/>
              </a:rPr>
              <a:t>塞尔维斯特（</a:t>
            </a:r>
            <a:r>
              <a:rPr lang="en-US" altLang="zh-CN" sz="2400" dirty="0">
                <a:solidFill>
                  <a:schemeClr val="accent2"/>
                </a:solidFill>
                <a:ea typeface="黑体" panose="02010609060101010101" pitchFamily="49" charset="-122"/>
              </a:rPr>
              <a:t>Sylvester</a:t>
            </a:r>
            <a:r>
              <a:rPr lang="zh-CN" altLang="en-US" sz="2400" dirty="0">
                <a:solidFill>
                  <a:schemeClr val="accent2"/>
                </a:solidFill>
                <a:ea typeface="黑体" panose="02010609060101010101" pitchFamily="49" charset="-122"/>
              </a:rPr>
              <a:t>）定理</a:t>
            </a:r>
            <a:r>
              <a:rPr lang="zh-CN" altLang="en-US" sz="2400" dirty="0">
                <a:ea typeface="黑体" panose="02010609060101010101" pitchFamily="49" charset="-122"/>
              </a:rPr>
              <a:t>：</a:t>
            </a:r>
          </a:p>
          <a:p>
            <a:pPr algn="just" eaLnBrk="1" hangingPunct="1">
              <a:lnSpc>
                <a:spcPct val="150000"/>
              </a:lnSpc>
              <a:spcBef>
                <a:spcPct val="50000"/>
              </a:spcBef>
              <a:buNone/>
            </a:pPr>
            <a:r>
              <a:rPr lang="zh-CN" altLang="en-US" sz="2400" dirty="0">
                <a:ea typeface="黑体" panose="02010609060101010101" pitchFamily="49" charset="-122"/>
              </a:rPr>
              <a:t>    二次型函数                  为正定的充要条件是    的所有顺序主子行列式都是正的。如果   的所有主子行列式为非负的</a:t>
            </a:r>
            <a:r>
              <a:rPr lang="en-US" altLang="zh-CN" sz="2400" dirty="0">
                <a:ea typeface="黑体" panose="02010609060101010101" pitchFamily="49" charset="-122"/>
              </a:rPr>
              <a:t>(</a:t>
            </a:r>
            <a:r>
              <a:rPr lang="zh-CN" altLang="en-US" sz="2400" dirty="0">
                <a:ea typeface="黑体" panose="02010609060101010101" pitchFamily="49" charset="-122"/>
              </a:rPr>
              <a:t>其中有的为零</a:t>
            </a:r>
            <a:r>
              <a:rPr lang="en-US" altLang="zh-CN" sz="2400" dirty="0">
                <a:ea typeface="黑体" panose="02010609060101010101" pitchFamily="49" charset="-122"/>
              </a:rPr>
              <a:t>)</a:t>
            </a:r>
            <a:r>
              <a:rPr lang="zh-CN" altLang="en-US" sz="2400" dirty="0">
                <a:ea typeface="黑体" panose="02010609060101010101" pitchFamily="49" charset="-122"/>
              </a:rPr>
              <a:t>，那么        为半正定的。</a:t>
            </a:r>
          </a:p>
          <a:p>
            <a:pPr eaLnBrk="1" hangingPunct="1">
              <a:lnSpc>
                <a:spcPct val="150000"/>
              </a:lnSpc>
              <a:spcBef>
                <a:spcPct val="50000"/>
              </a:spcBef>
              <a:buNone/>
            </a:pPr>
            <a:r>
              <a:rPr lang="zh-CN" altLang="en-US" sz="2400" dirty="0">
                <a:ea typeface="黑体" panose="02010609060101010101" pitchFamily="49" charset="-122"/>
              </a:rPr>
              <a:t>    如果          是正定的</a:t>
            </a:r>
            <a:r>
              <a:rPr lang="en-US" altLang="zh-CN" sz="2400" dirty="0">
                <a:ea typeface="黑体" panose="02010609060101010101" pitchFamily="49" charset="-122"/>
              </a:rPr>
              <a:t>(</a:t>
            </a:r>
            <a:r>
              <a:rPr lang="zh-CN" altLang="en-US" sz="2400" dirty="0">
                <a:ea typeface="黑体" panose="02010609060101010101" pitchFamily="49" charset="-122"/>
              </a:rPr>
              <a:t>半正定的</a:t>
            </a:r>
            <a:r>
              <a:rPr lang="en-US" altLang="zh-CN" sz="2400" dirty="0">
                <a:ea typeface="黑体" panose="02010609060101010101" pitchFamily="49" charset="-122"/>
              </a:rPr>
              <a:t>)</a:t>
            </a:r>
            <a:r>
              <a:rPr lang="zh-CN" altLang="en-US" sz="2400" dirty="0">
                <a:ea typeface="黑体" panose="02010609060101010101" pitchFamily="49" charset="-122"/>
              </a:rPr>
              <a:t>，则        将是负定的 </a:t>
            </a:r>
            <a:r>
              <a:rPr lang="en-US" altLang="zh-CN" sz="2400" dirty="0">
                <a:ea typeface="黑体" panose="02010609060101010101" pitchFamily="49" charset="-122"/>
              </a:rPr>
              <a:t>(</a:t>
            </a:r>
            <a:r>
              <a:rPr lang="zh-CN" altLang="en-US" sz="2400" dirty="0">
                <a:ea typeface="黑体" panose="02010609060101010101" pitchFamily="49" charset="-122"/>
              </a:rPr>
              <a:t>半负定的</a:t>
            </a:r>
            <a:r>
              <a:rPr lang="en-US" altLang="zh-CN" sz="2400" dirty="0">
                <a:ea typeface="黑体" panose="02010609060101010101" pitchFamily="49" charset="-122"/>
              </a:rPr>
              <a:t>)</a:t>
            </a:r>
            <a:r>
              <a:rPr lang="zh-CN" altLang="en-US" sz="2400" dirty="0">
                <a:ea typeface="黑体" panose="02010609060101010101" pitchFamily="49" charset="-122"/>
              </a:rPr>
              <a:t>。</a:t>
            </a:r>
          </a:p>
        </p:txBody>
      </p:sp>
      <p:sp>
        <p:nvSpPr>
          <p:cNvPr id="52231" name="Rectangle 6"/>
          <p:cNvSpPr/>
          <p:nvPr/>
        </p:nvSpPr>
        <p:spPr>
          <a:xfrm>
            <a:off x="0" y="331470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52232" name="Object 8"/>
          <p:cNvGraphicFramePr>
            <a:graphicFrameLocks noChangeAspect="1"/>
          </p:cNvGraphicFramePr>
          <p:nvPr/>
        </p:nvGraphicFramePr>
        <p:xfrm>
          <a:off x="6958013" y="2209800"/>
          <a:ext cx="341312" cy="369888"/>
        </p:xfrm>
        <a:graphic>
          <a:graphicData uri="http://schemas.openxmlformats.org/presentationml/2006/ole">
            <mc:AlternateContent xmlns:mc="http://schemas.openxmlformats.org/markup-compatibility/2006">
              <mc:Choice xmlns:v="urn:schemas-microsoft-com:vml" Requires="v">
                <p:oleObj r:id="rId4" imgW="203200" imgH="215900" progId="Equation.DSMT4">
                  <p:embed/>
                </p:oleObj>
              </mc:Choice>
              <mc:Fallback>
                <p:oleObj r:id="rId4" imgW="203200" imgH="215900" progId="Equation.DSMT4">
                  <p:embed/>
                  <p:pic>
                    <p:nvPicPr>
                      <p:cNvPr id="0" name="图片 3453"/>
                      <p:cNvPicPr/>
                      <p:nvPr/>
                    </p:nvPicPr>
                    <p:blipFill>
                      <a:blip r:embed="rId5">
                        <a:clrChange>
                          <a:clrFrom>
                            <a:srgbClr val="000000"/>
                          </a:clrFrom>
                          <a:clrTo>
                            <a:srgbClr val="000000"/>
                          </a:clrTo>
                        </a:clrChange>
                        <a:biLevel thresh="50000"/>
                        <a:grayscl/>
                      </a:blip>
                      <a:stretch>
                        <a:fillRect/>
                      </a:stretch>
                    </p:blipFill>
                    <p:spPr>
                      <a:xfrm>
                        <a:off x="6958013" y="2209800"/>
                        <a:ext cx="341312" cy="369888"/>
                      </a:xfrm>
                      <a:prstGeom prst="rect">
                        <a:avLst/>
                      </a:prstGeom>
                      <a:noFill/>
                      <a:ln w="38100">
                        <a:noFill/>
                        <a:miter/>
                      </a:ln>
                    </p:spPr>
                  </p:pic>
                </p:oleObj>
              </mc:Fallback>
            </mc:AlternateContent>
          </a:graphicData>
        </a:graphic>
      </p:graphicFrame>
      <p:sp>
        <p:nvSpPr>
          <p:cNvPr id="52233" name="Rectangle 9"/>
          <p:cNvSpPr/>
          <p:nvPr/>
        </p:nvSpPr>
        <p:spPr>
          <a:xfrm>
            <a:off x="0" y="3328988"/>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52234" name="Object 10"/>
          <p:cNvGraphicFramePr>
            <a:graphicFrameLocks noChangeAspect="1"/>
          </p:cNvGraphicFramePr>
          <p:nvPr/>
        </p:nvGraphicFramePr>
        <p:xfrm>
          <a:off x="4162425" y="3303588"/>
          <a:ext cx="741363" cy="455612"/>
        </p:xfrm>
        <a:graphic>
          <a:graphicData uri="http://schemas.openxmlformats.org/presentationml/2006/ole">
            <mc:AlternateContent xmlns:mc="http://schemas.openxmlformats.org/markup-compatibility/2006">
              <mc:Choice xmlns:v="urn:schemas-microsoft-com:vml" Requires="v">
                <p:oleObj r:id="rId6" imgW="444500" imgH="266700" progId="Equation.DSMT4">
                  <p:embed/>
                </p:oleObj>
              </mc:Choice>
              <mc:Fallback>
                <p:oleObj r:id="rId6" imgW="444500" imgH="266700" progId="Equation.DSMT4">
                  <p:embed/>
                  <p:pic>
                    <p:nvPicPr>
                      <p:cNvPr id="0" name="图片 3448"/>
                      <p:cNvPicPr/>
                      <p:nvPr/>
                    </p:nvPicPr>
                    <p:blipFill>
                      <a:blip r:embed="rId7">
                        <a:clrChange>
                          <a:clrFrom>
                            <a:srgbClr val="000000"/>
                          </a:clrFrom>
                          <a:clrTo>
                            <a:srgbClr val="000000"/>
                          </a:clrTo>
                        </a:clrChange>
                        <a:biLevel thresh="50000"/>
                        <a:grayscl/>
                      </a:blip>
                      <a:stretch>
                        <a:fillRect/>
                      </a:stretch>
                    </p:blipFill>
                    <p:spPr>
                      <a:xfrm>
                        <a:off x="4162425" y="3303588"/>
                        <a:ext cx="741363" cy="455612"/>
                      </a:xfrm>
                      <a:prstGeom prst="rect">
                        <a:avLst/>
                      </a:prstGeom>
                      <a:noFill/>
                      <a:ln w="38100">
                        <a:noFill/>
                        <a:miter/>
                      </a:ln>
                    </p:spPr>
                  </p:pic>
                </p:oleObj>
              </mc:Fallback>
            </mc:AlternateContent>
          </a:graphicData>
        </a:graphic>
      </p:graphicFrame>
      <p:sp>
        <p:nvSpPr>
          <p:cNvPr id="52235" name="Rectangle 11"/>
          <p:cNvSpPr/>
          <p:nvPr/>
        </p:nvSpPr>
        <p:spPr>
          <a:xfrm>
            <a:off x="0" y="3309938"/>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52236" name="Object 13"/>
          <p:cNvGraphicFramePr>
            <a:graphicFrameLocks noChangeAspect="1"/>
          </p:cNvGraphicFramePr>
          <p:nvPr/>
        </p:nvGraphicFramePr>
        <p:xfrm>
          <a:off x="2514600" y="2179638"/>
          <a:ext cx="1600200" cy="457200"/>
        </p:xfrm>
        <a:graphic>
          <a:graphicData uri="http://schemas.openxmlformats.org/presentationml/2006/ole">
            <mc:AlternateContent xmlns:mc="http://schemas.openxmlformats.org/markup-compatibility/2006">
              <mc:Choice xmlns:v="urn:schemas-microsoft-com:vml" Requires="v">
                <p:oleObj r:id="rId8" imgW="1066800" imgH="304800" progId="Equation.DSMT4">
                  <p:embed/>
                </p:oleObj>
              </mc:Choice>
              <mc:Fallback>
                <p:oleObj r:id="rId8" imgW="1066800" imgH="304800" progId="Equation.DSMT4">
                  <p:embed/>
                  <p:pic>
                    <p:nvPicPr>
                      <p:cNvPr id="0" name="图片 3452"/>
                      <p:cNvPicPr/>
                      <p:nvPr/>
                    </p:nvPicPr>
                    <p:blipFill>
                      <a:blip r:embed="rId9">
                        <a:clrChange>
                          <a:clrFrom>
                            <a:srgbClr val="000000"/>
                          </a:clrFrom>
                          <a:clrTo>
                            <a:srgbClr val="000000"/>
                          </a:clrTo>
                        </a:clrChange>
                        <a:biLevel thresh="50000"/>
                        <a:grayscl/>
                      </a:blip>
                      <a:stretch>
                        <a:fillRect/>
                      </a:stretch>
                    </p:blipFill>
                    <p:spPr>
                      <a:xfrm>
                        <a:off x="2514600" y="2179638"/>
                        <a:ext cx="1600200" cy="457200"/>
                      </a:xfrm>
                      <a:prstGeom prst="rect">
                        <a:avLst/>
                      </a:prstGeom>
                      <a:noFill/>
                      <a:ln w="38100">
                        <a:noFill/>
                        <a:miter/>
                      </a:ln>
                    </p:spPr>
                  </p:pic>
                </p:oleObj>
              </mc:Fallback>
            </mc:AlternateContent>
          </a:graphicData>
        </a:graphic>
      </p:graphicFrame>
      <p:graphicFrame>
        <p:nvGraphicFramePr>
          <p:cNvPr id="52237" name="Object 14"/>
          <p:cNvGraphicFramePr>
            <a:graphicFrameLocks noChangeAspect="1"/>
          </p:cNvGraphicFramePr>
          <p:nvPr/>
        </p:nvGraphicFramePr>
        <p:xfrm>
          <a:off x="4838700" y="2751138"/>
          <a:ext cx="396875" cy="360362"/>
        </p:xfrm>
        <a:graphic>
          <a:graphicData uri="http://schemas.openxmlformats.org/presentationml/2006/ole">
            <mc:AlternateContent xmlns:mc="http://schemas.openxmlformats.org/markup-compatibility/2006">
              <mc:Choice xmlns:v="urn:schemas-microsoft-com:vml" Requires="v">
                <p:oleObj r:id="rId4" imgW="203200" imgH="215900" progId="Equation.DSMT4">
                  <p:embed/>
                </p:oleObj>
              </mc:Choice>
              <mc:Fallback>
                <p:oleObj r:id="rId4" imgW="203200" imgH="215900" progId="Equation.DSMT4">
                  <p:embed/>
                  <p:pic>
                    <p:nvPicPr>
                      <p:cNvPr id="0" name="图片 3451"/>
                      <p:cNvPicPr/>
                      <p:nvPr/>
                    </p:nvPicPr>
                    <p:blipFill>
                      <a:blip r:embed="rId10">
                        <a:clrChange>
                          <a:clrFrom>
                            <a:srgbClr val="000000"/>
                          </a:clrFrom>
                          <a:clrTo>
                            <a:srgbClr val="000000"/>
                          </a:clrTo>
                        </a:clrChange>
                        <a:biLevel thresh="50000"/>
                        <a:grayscl/>
                      </a:blip>
                      <a:stretch>
                        <a:fillRect/>
                      </a:stretch>
                    </p:blipFill>
                    <p:spPr>
                      <a:xfrm>
                        <a:off x="4838700" y="2751138"/>
                        <a:ext cx="396875" cy="360362"/>
                      </a:xfrm>
                      <a:prstGeom prst="rect">
                        <a:avLst/>
                      </a:prstGeom>
                      <a:noFill/>
                      <a:ln w="38100">
                        <a:noFill/>
                        <a:miter/>
                      </a:ln>
                    </p:spPr>
                  </p:pic>
                </p:oleObj>
              </mc:Fallback>
            </mc:AlternateContent>
          </a:graphicData>
        </a:graphic>
      </p:graphicFrame>
      <p:graphicFrame>
        <p:nvGraphicFramePr>
          <p:cNvPr id="52238" name="Object 15"/>
          <p:cNvGraphicFramePr>
            <a:graphicFrameLocks noChangeAspect="1"/>
          </p:cNvGraphicFramePr>
          <p:nvPr/>
        </p:nvGraphicFramePr>
        <p:xfrm>
          <a:off x="1504950" y="4038600"/>
          <a:ext cx="849313" cy="412750"/>
        </p:xfrm>
        <a:graphic>
          <a:graphicData uri="http://schemas.openxmlformats.org/presentationml/2006/ole">
            <mc:AlternateContent xmlns:mc="http://schemas.openxmlformats.org/markup-compatibility/2006">
              <mc:Choice xmlns:v="urn:schemas-microsoft-com:vml" Requires="v">
                <p:oleObj r:id="rId11" imgW="558800" imgH="266700" progId="Equation.DSMT4">
                  <p:embed/>
                </p:oleObj>
              </mc:Choice>
              <mc:Fallback>
                <p:oleObj r:id="rId11" imgW="558800" imgH="266700" progId="Equation.DSMT4">
                  <p:embed/>
                  <p:pic>
                    <p:nvPicPr>
                      <p:cNvPr id="0" name="图片 3449"/>
                      <p:cNvPicPr/>
                      <p:nvPr/>
                    </p:nvPicPr>
                    <p:blipFill>
                      <a:blip r:embed="rId12">
                        <a:clrChange>
                          <a:clrFrom>
                            <a:srgbClr val="000000"/>
                          </a:clrFrom>
                          <a:clrTo>
                            <a:srgbClr val="000000"/>
                          </a:clrTo>
                        </a:clrChange>
                        <a:biLevel thresh="50000"/>
                        <a:grayscl/>
                      </a:blip>
                      <a:stretch>
                        <a:fillRect/>
                      </a:stretch>
                    </p:blipFill>
                    <p:spPr>
                      <a:xfrm>
                        <a:off x="1504950" y="4038600"/>
                        <a:ext cx="849313" cy="412750"/>
                      </a:xfrm>
                      <a:prstGeom prst="rect">
                        <a:avLst/>
                      </a:prstGeom>
                      <a:noFill/>
                      <a:ln w="38100">
                        <a:noFill/>
                        <a:miter/>
                      </a:ln>
                    </p:spPr>
                  </p:pic>
                </p:oleObj>
              </mc:Fallback>
            </mc:AlternateContent>
          </a:graphicData>
        </a:graphic>
      </p:graphicFrame>
      <p:graphicFrame>
        <p:nvGraphicFramePr>
          <p:cNvPr id="52239" name="Object 16"/>
          <p:cNvGraphicFramePr>
            <a:graphicFrameLocks noChangeAspect="1"/>
          </p:cNvGraphicFramePr>
          <p:nvPr/>
        </p:nvGraphicFramePr>
        <p:xfrm>
          <a:off x="5594350" y="4022725"/>
          <a:ext cx="720725" cy="442913"/>
        </p:xfrm>
        <a:graphic>
          <a:graphicData uri="http://schemas.openxmlformats.org/presentationml/2006/ole">
            <mc:AlternateContent xmlns:mc="http://schemas.openxmlformats.org/markup-compatibility/2006">
              <mc:Choice xmlns:v="urn:schemas-microsoft-com:vml" Requires="v">
                <p:oleObj r:id="rId6" imgW="444500" imgH="266700" progId="Equation.DSMT4">
                  <p:embed/>
                </p:oleObj>
              </mc:Choice>
              <mc:Fallback>
                <p:oleObj r:id="rId6" imgW="444500" imgH="266700" progId="Equation.DSMT4">
                  <p:embed/>
                  <p:pic>
                    <p:nvPicPr>
                      <p:cNvPr id="0" name="图片 3450"/>
                      <p:cNvPicPr/>
                      <p:nvPr/>
                    </p:nvPicPr>
                    <p:blipFill>
                      <a:blip r:embed="rId13">
                        <a:clrChange>
                          <a:clrFrom>
                            <a:srgbClr val="000000"/>
                          </a:clrFrom>
                          <a:clrTo>
                            <a:srgbClr val="000000"/>
                          </a:clrTo>
                        </a:clrChange>
                        <a:biLevel thresh="50000"/>
                        <a:grayscl/>
                      </a:blip>
                      <a:stretch>
                        <a:fillRect/>
                      </a:stretch>
                    </p:blipFill>
                    <p:spPr>
                      <a:xfrm>
                        <a:off x="5594350" y="4022725"/>
                        <a:ext cx="720725" cy="442913"/>
                      </a:xfrm>
                      <a:prstGeom prst="rect">
                        <a:avLst/>
                      </a:prstGeom>
                      <a:noFill/>
                      <a:ln w="38100">
                        <a:noFill/>
                        <a:miter/>
                      </a:ln>
                    </p:spPr>
                  </p:pic>
                </p:oleObj>
              </mc:Fallback>
            </mc:AlternateContent>
          </a:graphicData>
        </a:graphic>
      </p:graphicFrame>
      <p:sp>
        <p:nvSpPr>
          <p:cNvPr id="52240" name="Rectangle 17"/>
          <p:cNvSpPr/>
          <p:nvPr/>
        </p:nvSpPr>
        <p:spPr>
          <a:xfrm>
            <a:off x="228600" y="6426200"/>
            <a:ext cx="20129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稳定性的基本概念</a:t>
            </a:r>
          </a:p>
        </p:txBody>
      </p:sp>
      <p:sp>
        <p:nvSpPr>
          <p:cNvPr id="52241" name="Rectangle 19"/>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52242" name="Text Box 20"/>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54274"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19</a:t>
            </a:fld>
            <a:endParaRPr lang="en-US" altLang="zh-CN" sz="1400" dirty="0"/>
          </a:p>
        </p:txBody>
      </p:sp>
      <p:grpSp>
        <p:nvGrpSpPr>
          <p:cNvPr id="54275" name="Group 2"/>
          <p:cNvGrpSpPr/>
          <p:nvPr/>
        </p:nvGrpSpPr>
        <p:grpSpPr>
          <a:xfrm>
            <a:off x="0" y="0"/>
            <a:ext cx="9144000" cy="6858000"/>
            <a:chOff x="0" y="0"/>
            <a:chExt cx="5760" cy="4320"/>
          </a:xfrm>
        </p:grpSpPr>
        <p:pic>
          <p:nvPicPr>
            <p:cNvPr id="54276"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54277"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54278" name="Rectangle 6"/>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54279" name="Rectangle 8"/>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54280" name="Rectangle 10"/>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54281" name="Rectangle 14"/>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54282" name="Rectangle 19"/>
          <p:cNvSpPr/>
          <p:nvPr/>
        </p:nvSpPr>
        <p:spPr>
          <a:xfrm>
            <a:off x="228600" y="6426200"/>
            <a:ext cx="20129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稳定性的基本概念</a:t>
            </a:r>
          </a:p>
        </p:txBody>
      </p:sp>
      <p:graphicFrame>
        <p:nvGraphicFramePr>
          <p:cNvPr id="54283" name="Object 21"/>
          <p:cNvGraphicFramePr>
            <a:graphicFrameLocks noChangeAspect="1"/>
          </p:cNvGraphicFramePr>
          <p:nvPr/>
        </p:nvGraphicFramePr>
        <p:xfrm>
          <a:off x="1778000" y="1598613"/>
          <a:ext cx="5530850" cy="482600"/>
        </p:xfrm>
        <a:graphic>
          <a:graphicData uri="http://schemas.openxmlformats.org/presentationml/2006/ole">
            <mc:AlternateContent xmlns:mc="http://schemas.openxmlformats.org/markup-compatibility/2006">
              <mc:Choice xmlns:v="urn:schemas-microsoft-com:vml" Requires="v">
                <p:oleObj r:id="rId4" imgW="2870200" imgH="241300" progId="Equation.DSMT4">
                  <p:embed/>
                </p:oleObj>
              </mc:Choice>
              <mc:Fallback>
                <p:oleObj r:id="rId4" imgW="2870200" imgH="241300" progId="Equation.DSMT4">
                  <p:embed/>
                  <p:pic>
                    <p:nvPicPr>
                      <p:cNvPr id="0" name="图片 3454"/>
                      <p:cNvPicPr/>
                      <p:nvPr/>
                    </p:nvPicPr>
                    <p:blipFill>
                      <a:blip r:embed="rId5"/>
                      <a:stretch>
                        <a:fillRect/>
                      </a:stretch>
                    </p:blipFill>
                    <p:spPr>
                      <a:xfrm>
                        <a:off x="1778000" y="1598613"/>
                        <a:ext cx="5530850" cy="482600"/>
                      </a:xfrm>
                      <a:prstGeom prst="rect">
                        <a:avLst/>
                      </a:prstGeom>
                      <a:noFill/>
                      <a:ln w="38100">
                        <a:noFill/>
                        <a:miter/>
                      </a:ln>
                    </p:spPr>
                  </p:pic>
                </p:oleObj>
              </mc:Fallback>
            </mc:AlternateContent>
          </a:graphicData>
        </a:graphic>
      </p:graphicFrame>
      <p:sp>
        <p:nvSpPr>
          <p:cNvPr id="54284" name="Text Box 22"/>
          <p:cNvSpPr txBox="1"/>
          <p:nvPr/>
        </p:nvSpPr>
        <p:spPr>
          <a:xfrm>
            <a:off x="468313" y="1100138"/>
            <a:ext cx="5686425" cy="457200"/>
          </a:xfrm>
          <a:prstGeom prst="rect">
            <a:avLst/>
          </a:prstGeom>
          <a:noFill/>
          <a:ln w="9525">
            <a:noFill/>
          </a:ln>
        </p:spPr>
        <p:txBody>
          <a:bodyPr wrap="none" anchor="t" anchorCtr="0">
            <a:spAutoFit/>
          </a:bodyPr>
          <a:lstStyle/>
          <a:p>
            <a:pPr eaLnBrk="0" hangingPunct="0"/>
            <a:r>
              <a:rPr lang="en-US" altLang="zh-CN" sz="2400" dirty="0">
                <a:latin typeface="Arial" panose="020B0604020202020204" pitchFamily="34" charset="0"/>
                <a:ea typeface="黑体" panose="02010609060101010101" pitchFamily="49" charset="-122"/>
              </a:rPr>
              <a:t> </a:t>
            </a:r>
            <a:r>
              <a:rPr lang="zh-CN" altLang="en-US" sz="2400" dirty="0">
                <a:solidFill>
                  <a:srgbClr val="A50021"/>
                </a:solidFill>
                <a:latin typeface="Arial" panose="020B0604020202020204" pitchFamily="34" charset="0"/>
                <a:ea typeface="黑体" panose="02010609060101010101" pitchFamily="49" charset="-122"/>
              </a:rPr>
              <a:t>例</a:t>
            </a:r>
            <a:r>
              <a:rPr lang="en-US" altLang="zh-CN" sz="2400" dirty="0">
                <a:solidFill>
                  <a:srgbClr val="A50021"/>
                </a:solidFill>
                <a:latin typeface="Arial" panose="020B0604020202020204" pitchFamily="34" charset="0"/>
                <a:ea typeface="黑体" panose="02010609060101010101" pitchFamily="49" charset="-122"/>
              </a:rPr>
              <a:t>5.1.2</a:t>
            </a:r>
            <a:r>
              <a:rPr lang="en-US" altLang="zh-CN" sz="2400" dirty="0">
                <a:latin typeface="Arial" panose="020B0604020202020204" pitchFamily="34" charset="0"/>
                <a:ea typeface="黑体" panose="02010609060101010101" pitchFamily="49" charset="-122"/>
              </a:rPr>
              <a:t>  </a:t>
            </a:r>
            <a:r>
              <a:rPr lang="zh-CN" altLang="en-US" sz="2400" dirty="0">
                <a:latin typeface="Arial" panose="020B0604020202020204" pitchFamily="34" charset="0"/>
                <a:ea typeface="黑体" panose="02010609060101010101" pitchFamily="49" charset="-122"/>
              </a:rPr>
              <a:t>证明如下二次型函数是正定的。</a:t>
            </a:r>
          </a:p>
        </p:txBody>
      </p:sp>
      <p:sp>
        <p:nvSpPr>
          <p:cNvPr id="54285" name="Rectangle 25"/>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54286" name="Text Box 26"/>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56322"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20</a:t>
            </a:fld>
            <a:endParaRPr lang="en-US" altLang="zh-CN" sz="1400" dirty="0"/>
          </a:p>
        </p:txBody>
      </p:sp>
      <p:grpSp>
        <p:nvGrpSpPr>
          <p:cNvPr id="56323" name="Group 2"/>
          <p:cNvGrpSpPr/>
          <p:nvPr/>
        </p:nvGrpSpPr>
        <p:grpSpPr>
          <a:xfrm>
            <a:off x="0" y="0"/>
            <a:ext cx="9144000" cy="6858000"/>
            <a:chOff x="0" y="0"/>
            <a:chExt cx="5760" cy="4320"/>
          </a:xfrm>
        </p:grpSpPr>
        <p:pic>
          <p:nvPicPr>
            <p:cNvPr id="56324"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56325"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56326" name="Rectangle 5"/>
          <p:cNvSpPr>
            <a:spLocks noGrp="1"/>
          </p:cNvSpPr>
          <p:nvPr>
            <p:ph idx="1"/>
          </p:nvPr>
        </p:nvSpPr>
        <p:spPr>
          <a:xfrm>
            <a:off x="466725" y="2203450"/>
            <a:ext cx="4681538" cy="504825"/>
          </a:xfrm>
          <a:ln/>
        </p:spPr>
        <p:txBody>
          <a:bodyPr vert="horz" wrap="square" lIns="91440" tIns="45720" rIns="91440" bIns="45720" anchor="t" anchorCtr="0"/>
          <a:lstStyle/>
          <a:p>
            <a:pPr eaLnBrk="1" hangingPunct="1">
              <a:lnSpc>
                <a:spcPct val="90000"/>
              </a:lnSpc>
              <a:buNone/>
            </a:pPr>
            <a:r>
              <a:rPr lang="en-US" altLang="zh-CN" sz="2400" dirty="0">
                <a:ea typeface="黑体" panose="02010609060101010101" pitchFamily="49" charset="-122"/>
              </a:rPr>
              <a:t> </a:t>
            </a:r>
            <a:r>
              <a:rPr lang="zh-CN" altLang="en-US" sz="2400" dirty="0">
                <a:ea typeface="黑体" panose="02010609060101010101" pitchFamily="49" charset="-122"/>
              </a:rPr>
              <a:t>解：二次型         可以写为</a:t>
            </a:r>
          </a:p>
        </p:txBody>
      </p:sp>
      <p:sp>
        <p:nvSpPr>
          <p:cNvPr id="56327" name="Rectangle 6"/>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56328" name="Object 7"/>
          <p:cNvGraphicFramePr>
            <a:graphicFrameLocks noChangeAspect="1"/>
          </p:cNvGraphicFramePr>
          <p:nvPr/>
        </p:nvGraphicFramePr>
        <p:xfrm>
          <a:off x="1547813" y="2492375"/>
          <a:ext cx="5976937" cy="1455738"/>
        </p:xfrm>
        <a:graphic>
          <a:graphicData uri="http://schemas.openxmlformats.org/presentationml/2006/ole">
            <mc:AlternateContent xmlns:mc="http://schemas.openxmlformats.org/markup-compatibility/2006">
              <mc:Choice xmlns:v="urn:schemas-microsoft-com:vml" Requires="v">
                <p:oleObj r:id="rId4" imgW="3898900" imgH="952500" progId="Equation.DSMT4">
                  <p:embed/>
                </p:oleObj>
              </mc:Choice>
              <mc:Fallback>
                <p:oleObj r:id="rId4" imgW="3898900" imgH="952500" progId="Equation.DSMT4">
                  <p:embed/>
                  <p:pic>
                    <p:nvPicPr>
                      <p:cNvPr id="0" name="图片 3613"/>
                      <p:cNvPicPr/>
                      <p:nvPr/>
                    </p:nvPicPr>
                    <p:blipFill>
                      <a:blip r:embed="rId5">
                        <a:clrChange>
                          <a:clrFrom>
                            <a:srgbClr val="000000"/>
                          </a:clrFrom>
                          <a:clrTo>
                            <a:srgbClr val="000000"/>
                          </a:clrTo>
                        </a:clrChange>
                        <a:biLevel thresh="50000"/>
                        <a:grayscl/>
                      </a:blip>
                      <a:stretch>
                        <a:fillRect/>
                      </a:stretch>
                    </p:blipFill>
                    <p:spPr>
                      <a:xfrm>
                        <a:off x="1547813" y="2492375"/>
                        <a:ext cx="5976937" cy="1455738"/>
                      </a:xfrm>
                      <a:prstGeom prst="rect">
                        <a:avLst/>
                      </a:prstGeom>
                      <a:noFill/>
                      <a:ln w="38100">
                        <a:noFill/>
                        <a:miter/>
                      </a:ln>
                    </p:spPr>
                  </p:pic>
                </p:oleObj>
              </mc:Fallback>
            </mc:AlternateContent>
          </a:graphicData>
        </a:graphic>
      </p:graphicFrame>
      <p:sp>
        <p:nvSpPr>
          <p:cNvPr id="56329" name="Rectangle 8"/>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56330" name="Rectangle 10"/>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56331" name="Rectangle 14"/>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56332" name="Object 15"/>
          <p:cNvGraphicFramePr>
            <a:graphicFrameLocks noChangeAspect="1"/>
          </p:cNvGraphicFramePr>
          <p:nvPr/>
        </p:nvGraphicFramePr>
        <p:xfrm>
          <a:off x="2238375" y="2236788"/>
          <a:ext cx="673100" cy="414337"/>
        </p:xfrm>
        <a:graphic>
          <a:graphicData uri="http://schemas.openxmlformats.org/presentationml/2006/ole">
            <mc:AlternateContent xmlns:mc="http://schemas.openxmlformats.org/markup-compatibility/2006">
              <mc:Choice xmlns:v="urn:schemas-microsoft-com:vml" Requires="v">
                <p:oleObj r:id="rId6" imgW="444500" imgH="266700" progId="Equation.DSMT4">
                  <p:embed/>
                </p:oleObj>
              </mc:Choice>
              <mc:Fallback>
                <p:oleObj r:id="rId6" imgW="444500" imgH="266700" progId="Equation.DSMT4">
                  <p:embed/>
                  <p:pic>
                    <p:nvPicPr>
                      <p:cNvPr id="0" name="图片 3612"/>
                      <p:cNvPicPr/>
                      <p:nvPr/>
                    </p:nvPicPr>
                    <p:blipFill>
                      <a:blip r:embed="rId7">
                        <a:clrChange>
                          <a:clrFrom>
                            <a:srgbClr val="000000"/>
                          </a:clrFrom>
                          <a:clrTo>
                            <a:srgbClr val="000000"/>
                          </a:clrTo>
                        </a:clrChange>
                        <a:biLevel thresh="50000"/>
                        <a:grayscl/>
                      </a:blip>
                      <a:stretch>
                        <a:fillRect/>
                      </a:stretch>
                    </p:blipFill>
                    <p:spPr>
                      <a:xfrm>
                        <a:off x="2238375" y="2236788"/>
                        <a:ext cx="673100" cy="414337"/>
                      </a:xfrm>
                      <a:prstGeom prst="rect">
                        <a:avLst/>
                      </a:prstGeom>
                      <a:noFill/>
                      <a:ln w="38100">
                        <a:noFill/>
                        <a:miter/>
                      </a:ln>
                    </p:spPr>
                  </p:pic>
                </p:oleObj>
              </mc:Fallback>
            </mc:AlternateContent>
          </a:graphicData>
        </a:graphic>
      </p:graphicFrame>
      <p:sp>
        <p:nvSpPr>
          <p:cNvPr id="56333" name="Rectangle 19"/>
          <p:cNvSpPr/>
          <p:nvPr/>
        </p:nvSpPr>
        <p:spPr>
          <a:xfrm>
            <a:off x="228600" y="6426200"/>
            <a:ext cx="20129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稳定性的基本概念</a:t>
            </a:r>
          </a:p>
        </p:txBody>
      </p:sp>
      <p:graphicFrame>
        <p:nvGraphicFramePr>
          <p:cNvPr id="56334" name="Object 21"/>
          <p:cNvGraphicFramePr>
            <a:graphicFrameLocks noChangeAspect="1"/>
          </p:cNvGraphicFramePr>
          <p:nvPr/>
        </p:nvGraphicFramePr>
        <p:xfrm>
          <a:off x="1778000" y="1598613"/>
          <a:ext cx="5530850" cy="482600"/>
        </p:xfrm>
        <a:graphic>
          <a:graphicData uri="http://schemas.openxmlformats.org/presentationml/2006/ole">
            <mc:AlternateContent xmlns:mc="http://schemas.openxmlformats.org/markup-compatibility/2006">
              <mc:Choice xmlns:v="urn:schemas-microsoft-com:vml" Requires="v">
                <p:oleObj r:id="rId8" imgW="2870200" imgH="241300" progId="Equation.DSMT4">
                  <p:embed/>
                </p:oleObj>
              </mc:Choice>
              <mc:Fallback>
                <p:oleObj r:id="rId8" imgW="2870200" imgH="241300" progId="Equation.DSMT4">
                  <p:embed/>
                  <p:pic>
                    <p:nvPicPr>
                      <p:cNvPr id="0" name="图片 3611"/>
                      <p:cNvPicPr/>
                      <p:nvPr/>
                    </p:nvPicPr>
                    <p:blipFill>
                      <a:blip r:embed="rId9"/>
                      <a:stretch>
                        <a:fillRect/>
                      </a:stretch>
                    </p:blipFill>
                    <p:spPr>
                      <a:xfrm>
                        <a:off x="1778000" y="1598613"/>
                        <a:ext cx="5530850" cy="482600"/>
                      </a:xfrm>
                      <a:prstGeom prst="rect">
                        <a:avLst/>
                      </a:prstGeom>
                      <a:noFill/>
                      <a:ln w="38100">
                        <a:noFill/>
                        <a:miter/>
                      </a:ln>
                    </p:spPr>
                  </p:pic>
                </p:oleObj>
              </mc:Fallback>
            </mc:AlternateContent>
          </a:graphicData>
        </a:graphic>
      </p:graphicFrame>
      <p:sp>
        <p:nvSpPr>
          <p:cNvPr id="56335" name="Text Box 22"/>
          <p:cNvSpPr txBox="1"/>
          <p:nvPr/>
        </p:nvSpPr>
        <p:spPr>
          <a:xfrm>
            <a:off x="468313" y="1100138"/>
            <a:ext cx="5686425" cy="457200"/>
          </a:xfrm>
          <a:prstGeom prst="rect">
            <a:avLst/>
          </a:prstGeom>
          <a:noFill/>
          <a:ln w="9525">
            <a:noFill/>
          </a:ln>
        </p:spPr>
        <p:txBody>
          <a:bodyPr wrap="none" anchor="t" anchorCtr="0">
            <a:spAutoFit/>
          </a:bodyPr>
          <a:lstStyle/>
          <a:p>
            <a:pPr eaLnBrk="0" hangingPunct="0"/>
            <a:r>
              <a:rPr lang="en-US" altLang="zh-CN" sz="2400" dirty="0">
                <a:latin typeface="Arial" panose="020B0604020202020204" pitchFamily="34" charset="0"/>
                <a:ea typeface="黑体" panose="02010609060101010101" pitchFamily="49" charset="-122"/>
              </a:rPr>
              <a:t> </a:t>
            </a:r>
            <a:r>
              <a:rPr lang="zh-CN" altLang="en-US" sz="2400" dirty="0">
                <a:solidFill>
                  <a:srgbClr val="A50021"/>
                </a:solidFill>
                <a:latin typeface="Arial" panose="020B0604020202020204" pitchFamily="34" charset="0"/>
                <a:ea typeface="黑体" panose="02010609060101010101" pitchFamily="49" charset="-122"/>
              </a:rPr>
              <a:t>例</a:t>
            </a:r>
            <a:r>
              <a:rPr lang="en-US" altLang="zh-CN" sz="2400" dirty="0">
                <a:solidFill>
                  <a:srgbClr val="A50021"/>
                </a:solidFill>
                <a:latin typeface="Arial" panose="020B0604020202020204" pitchFamily="34" charset="0"/>
                <a:ea typeface="黑体" panose="02010609060101010101" pitchFamily="49" charset="-122"/>
              </a:rPr>
              <a:t>5.1.2</a:t>
            </a:r>
            <a:r>
              <a:rPr lang="en-US" altLang="zh-CN" sz="2400" dirty="0">
                <a:latin typeface="Arial" panose="020B0604020202020204" pitchFamily="34" charset="0"/>
                <a:ea typeface="黑体" panose="02010609060101010101" pitchFamily="49" charset="-122"/>
              </a:rPr>
              <a:t>  </a:t>
            </a:r>
            <a:r>
              <a:rPr lang="zh-CN" altLang="en-US" sz="2400" dirty="0">
                <a:latin typeface="Arial" panose="020B0604020202020204" pitchFamily="34" charset="0"/>
                <a:ea typeface="黑体" panose="02010609060101010101" pitchFamily="49" charset="-122"/>
              </a:rPr>
              <a:t>证明如下二次型函数是正定的。</a:t>
            </a:r>
          </a:p>
        </p:txBody>
      </p:sp>
      <p:sp>
        <p:nvSpPr>
          <p:cNvPr id="56336" name="Rectangle 24"/>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56337" name="Text Box 25"/>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60418"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21</a:t>
            </a:fld>
            <a:endParaRPr lang="en-US" altLang="zh-CN" sz="1400" dirty="0"/>
          </a:p>
        </p:txBody>
      </p:sp>
      <p:grpSp>
        <p:nvGrpSpPr>
          <p:cNvPr id="60419" name="Group 2"/>
          <p:cNvGrpSpPr/>
          <p:nvPr/>
        </p:nvGrpSpPr>
        <p:grpSpPr>
          <a:xfrm>
            <a:off x="0" y="0"/>
            <a:ext cx="9144000" cy="6858000"/>
            <a:chOff x="0" y="0"/>
            <a:chExt cx="5760" cy="4320"/>
          </a:xfrm>
        </p:grpSpPr>
        <p:pic>
          <p:nvPicPr>
            <p:cNvPr id="60420"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60421"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60422" name="Rectangle 5"/>
          <p:cNvSpPr>
            <a:spLocks noGrp="1"/>
          </p:cNvSpPr>
          <p:nvPr>
            <p:ph idx="1"/>
          </p:nvPr>
        </p:nvSpPr>
        <p:spPr>
          <a:xfrm>
            <a:off x="466725" y="2203450"/>
            <a:ext cx="4681538" cy="504825"/>
          </a:xfrm>
          <a:ln/>
        </p:spPr>
        <p:txBody>
          <a:bodyPr vert="horz" wrap="square" lIns="91440" tIns="45720" rIns="91440" bIns="45720" anchor="t" anchorCtr="0"/>
          <a:lstStyle/>
          <a:p>
            <a:pPr eaLnBrk="1" hangingPunct="1">
              <a:lnSpc>
                <a:spcPct val="90000"/>
              </a:lnSpc>
              <a:buNone/>
            </a:pPr>
            <a:r>
              <a:rPr lang="en-US" altLang="zh-CN" sz="2400" dirty="0">
                <a:ea typeface="黑体" panose="02010609060101010101" pitchFamily="49" charset="-122"/>
              </a:rPr>
              <a:t> </a:t>
            </a:r>
            <a:r>
              <a:rPr lang="zh-CN" altLang="en-US" sz="2400" dirty="0">
                <a:ea typeface="黑体" panose="02010609060101010101" pitchFamily="49" charset="-122"/>
              </a:rPr>
              <a:t>解：二次型         可以写为</a:t>
            </a:r>
          </a:p>
        </p:txBody>
      </p:sp>
      <p:graphicFrame>
        <p:nvGraphicFramePr>
          <p:cNvPr id="60423" name="Object 7"/>
          <p:cNvGraphicFramePr>
            <a:graphicFrameLocks noChangeAspect="1"/>
          </p:cNvGraphicFramePr>
          <p:nvPr/>
        </p:nvGraphicFramePr>
        <p:xfrm>
          <a:off x="1547813" y="2492375"/>
          <a:ext cx="5976937" cy="1455738"/>
        </p:xfrm>
        <a:graphic>
          <a:graphicData uri="http://schemas.openxmlformats.org/presentationml/2006/ole">
            <mc:AlternateContent xmlns:mc="http://schemas.openxmlformats.org/markup-compatibility/2006">
              <mc:Choice xmlns:v="urn:schemas-microsoft-com:vml" Requires="v">
                <p:oleObj r:id="rId4" imgW="3898900" imgH="952500" progId="Equation.DSMT4">
                  <p:embed/>
                </p:oleObj>
              </mc:Choice>
              <mc:Fallback>
                <p:oleObj r:id="rId4" imgW="3898900" imgH="952500" progId="Equation.DSMT4">
                  <p:embed/>
                  <p:pic>
                    <p:nvPicPr>
                      <p:cNvPr id="0" name="图片 3632"/>
                      <p:cNvPicPr/>
                      <p:nvPr/>
                    </p:nvPicPr>
                    <p:blipFill>
                      <a:blip r:embed="rId5">
                        <a:clrChange>
                          <a:clrFrom>
                            <a:srgbClr val="000000"/>
                          </a:clrFrom>
                          <a:clrTo>
                            <a:srgbClr val="000000"/>
                          </a:clrTo>
                        </a:clrChange>
                        <a:biLevel thresh="50000"/>
                        <a:grayscl/>
                      </a:blip>
                      <a:stretch>
                        <a:fillRect/>
                      </a:stretch>
                    </p:blipFill>
                    <p:spPr>
                      <a:xfrm>
                        <a:off x="1547813" y="2492375"/>
                        <a:ext cx="5976937" cy="1455738"/>
                      </a:xfrm>
                      <a:prstGeom prst="rect">
                        <a:avLst/>
                      </a:prstGeom>
                      <a:noFill/>
                      <a:ln w="38100">
                        <a:noFill/>
                        <a:miter/>
                      </a:ln>
                    </p:spPr>
                  </p:pic>
                </p:oleObj>
              </mc:Fallback>
            </mc:AlternateContent>
          </a:graphicData>
        </a:graphic>
      </p:graphicFrame>
      <p:graphicFrame>
        <p:nvGraphicFramePr>
          <p:cNvPr id="60424" name="Object 9"/>
          <p:cNvGraphicFramePr>
            <a:graphicFrameLocks noChangeAspect="1"/>
          </p:cNvGraphicFramePr>
          <p:nvPr/>
        </p:nvGraphicFramePr>
        <p:xfrm>
          <a:off x="468313" y="4530725"/>
          <a:ext cx="936625" cy="411163"/>
        </p:xfrm>
        <a:graphic>
          <a:graphicData uri="http://schemas.openxmlformats.org/presentationml/2006/ole">
            <mc:AlternateContent xmlns:mc="http://schemas.openxmlformats.org/markup-compatibility/2006">
              <mc:Choice xmlns:v="urn:schemas-microsoft-com:vml" Requires="v">
                <p:oleObj r:id="rId6" imgW="546100" imgH="241300" progId="Equation.3">
                  <p:embed/>
                </p:oleObj>
              </mc:Choice>
              <mc:Fallback>
                <p:oleObj r:id="rId6" imgW="546100" imgH="241300" progId="Equation.3">
                  <p:embed/>
                  <p:pic>
                    <p:nvPicPr>
                      <p:cNvPr id="0" name="图片 3634"/>
                      <p:cNvPicPr/>
                      <p:nvPr/>
                    </p:nvPicPr>
                    <p:blipFill>
                      <a:blip r:embed="rId7">
                        <a:clrChange>
                          <a:clrFrom>
                            <a:srgbClr val="000000"/>
                          </a:clrFrom>
                          <a:clrTo>
                            <a:srgbClr val="000000"/>
                          </a:clrTo>
                        </a:clrChange>
                        <a:biLevel thresh="50000"/>
                        <a:grayscl/>
                      </a:blip>
                      <a:stretch>
                        <a:fillRect/>
                      </a:stretch>
                    </p:blipFill>
                    <p:spPr>
                      <a:xfrm>
                        <a:off x="468313" y="4530725"/>
                        <a:ext cx="936625" cy="411163"/>
                      </a:xfrm>
                      <a:prstGeom prst="rect">
                        <a:avLst/>
                      </a:prstGeom>
                      <a:noFill/>
                      <a:ln w="38100">
                        <a:noFill/>
                        <a:miter/>
                      </a:ln>
                    </p:spPr>
                  </p:pic>
                </p:oleObj>
              </mc:Fallback>
            </mc:AlternateContent>
          </a:graphicData>
        </a:graphic>
      </p:graphicFrame>
      <p:graphicFrame>
        <p:nvGraphicFramePr>
          <p:cNvPr id="60425" name="Object 11"/>
          <p:cNvGraphicFramePr>
            <a:graphicFrameLocks noChangeAspect="1"/>
          </p:cNvGraphicFramePr>
          <p:nvPr/>
        </p:nvGraphicFramePr>
        <p:xfrm>
          <a:off x="1692275" y="4292600"/>
          <a:ext cx="1439863" cy="996950"/>
        </p:xfrm>
        <a:graphic>
          <a:graphicData uri="http://schemas.openxmlformats.org/presentationml/2006/ole">
            <mc:AlternateContent xmlns:mc="http://schemas.openxmlformats.org/markup-compatibility/2006">
              <mc:Choice xmlns:v="urn:schemas-microsoft-com:vml" Requires="v">
                <p:oleObj r:id="rId8" imgW="876300" imgH="609600" progId="Equation.3">
                  <p:embed/>
                </p:oleObj>
              </mc:Choice>
              <mc:Fallback>
                <p:oleObj r:id="rId8" imgW="876300" imgH="609600" progId="Equation.3">
                  <p:embed/>
                  <p:pic>
                    <p:nvPicPr>
                      <p:cNvPr id="0" name="图片 3629"/>
                      <p:cNvPicPr/>
                      <p:nvPr/>
                    </p:nvPicPr>
                    <p:blipFill>
                      <a:blip r:embed="rId9">
                        <a:clrChange>
                          <a:clrFrom>
                            <a:srgbClr val="000000"/>
                          </a:clrFrom>
                          <a:clrTo>
                            <a:srgbClr val="000000"/>
                          </a:clrTo>
                        </a:clrChange>
                        <a:biLevel thresh="50000"/>
                        <a:grayscl/>
                      </a:blip>
                      <a:stretch>
                        <a:fillRect/>
                      </a:stretch>
                    </p:blipFill>
                    <p:spPr>
                      <a:xfrm>
                        <a:off x="1692275" y="4292600"/>
                        <a:ext cx="1439863" cy="996950"/>
                      </a:xfrm>
                      <a:prstGeom prst="rect">
                        <a:avLst/>
                      </a:prstGeom>
                      <a:noFill/>
                      <a:ln w="38100">
                        <a:noFill/>
                        <a:miter/>
                      </a:ln>
                    </p:spPr>
                  </p:pic>
                </p:oleObj>
              </mc:Fallback>
            </mc:AlternateContent>
          </a:graphicData>
        </a:graphic>
      </p:graphicFrame>
      <p:graphicFrame>
        <p:nvGraphicFramePr>
          <p:cNvPr id="60426" name="Object 12"/>
          <p:cNvGraphicFramePr>
            <a:graphicFrameLocks noChangeAspect="1"/>
          </p:cNvGraphicFramePr>
          <p:nvPr/>
        </p:nvGraphicFramePr>
        <p:xfrm>
          <a:off x="3571875" y="4106863"/>
          <a:ext cx="5103813" cy="1482725"/>
        </p:xfrm>
        <a:graphic>
          <a:graphicData uri="http://schemas.openxmlformats.org/presentationml/2006/ole">
            <mc:AlternateContent xmlns:mc="http://schemas.openxmlformats.org/markup-compatibility/2006">
              <mc:Choice xmlns:v="urn:schemas-microsoft-com:vml" Requires="v">
                <p:oleObj r:id="rId10" imgW="3403600" imgH="952500" progId="Equation.3">
                  <p:embed/>
                </p:oleObj>
              </mc:Choice>
              <mc:Fallback>
                <p:oleObj r:id="rId10" imgW="3403600" imgH="952500" progId="Equation.3">
                  <p:embed/>
                  <p:pic>
                    <p:nvPicPr>
                      <p:cNvPr id="0" name="图片 3633"/>
                      <p:cNvPicPr/>
                      <p:nvPr/>
                    </p:nvPicPr>
                    <p:blipFill>
                      <a:blip r:embed="rId11">
                        <a:clrChange>
                          <a:clrFrom>
                            <a:srgbClr val="000000"/>
                          </a:clrFrom>
                          <a:clrTo>
                            <a:srgbClr val="000000"/>
                          </a:clrTo>
                        </a:clrChange>
                        <a:biLevel thresh="50000"/>
                        <a:grayscl/>
                      </a:blip>
                      <a:stretch>
                        <a:fillRect/>
                      </a:stretch>
                    </p:blipFill>
                    <p:spPr>
                      <a:xfrm>
                        <a:off x="3571875" y="4106863"/>
                        <a:ext cx="5103813" cy="1482725"/>
                      </a:xfrm>
                      <a:prstGeom prst="rect">
                        <a:avLst/>
                      </a:prstGeom>
                      <a:noFill/>
                      <a:ln w="38100">
                        <a:noFill/>
                        <a:miter/>
                      </a:ln>
                    </p:spPr>
                  </p:pic>
                </p:oleObj>
              </mc:Fallback>
            </mc:AlternateContent>
          </a:graphicData>
        </a:graphic>
      </p:graphicFrame>
      <p:graphicFrame>
        <p:nvGraphicFramePr>
          <p:cNvPr id="60427" name="Object 13"/>
          <p:cNvGraphicFramePr>
            <a:graphicFrameLocks noChangeAspect="1"/>
          </p:cNvGraphicFramePr>
          <p:nvPr/>
        </p:nvGraphicFramePr>
        <p:xfrm>
          <a:off x="4979988" y="5722938"/>
          <a:ext cx="1176337" cy="428625"/>
        </p:xfrm>
        <a:graphic>
          <a:graphicData uri="http://schemas.openxmlformats.org/presentationml/2006/ole">
            <mc:AlternateContent xmlns:mc="http://schemas.openxmlformats.org/markup-compatibility/2006">
              <mc:Choice xmlns:v="urn:schemas-microsoft-com:vml" Requires="v">
                <p:oleObj r:id="rId12" imgW="749300" imgH="266700" progId="Equation.3">
                  <p:embed/>
                </p:oleObj>
              </mc:Choice>
              <mc:Fallback>
                <p:oleObj r:id="rId12" imgW="749300" imgH="266700" progId="Equation.3">
                  <p:embed/>
                  <p:pic>
                    <p:nvPicPr>
                      <p:cNvPr id="0" name="图片 3635"/>
                      <p:cNvPicPr/>
                      <p:nvPr/>
                    </p:nvPicPr>
                    <p:blipFill>
                      <a:blip r:embed="rId13">
                        <a:clrChange>
                          <a:clrFrom>
                            <a:srgbClr val="000000"/>
                          </a:clrFrom>
                          <a:clrTo>
                            <a:srgbClr val="000000"/>
                          </a:clrTo>
                        </a:clrChange>
                        <a:biLevel thresh="50000"/>
                        <a:grayscl/>
                      </a:blip>
                      <a:stretch>
                        <a:fillRect/>
                      </a:stretch>
                    </p:blipFill>
                    <p:spPr>
                      <a:xfrm>
                        <a:off x="4979988" y="5722938"/>
                        <a:ext cx="1176337" cy="428625"/>
                      </a:xfrm>
                      <a:prstGeom prst="rect">
                        <a:avLst/>
                      </a:prstGeom>
                      <a:noFill/>
                      <a:ln w="38100">
                        <a:noFill/>
                        <a:miter/>
                      </a:ln>
                    </p:spPr>
                  </p:pic>
                </p:oleObj>
              </mc:Fallback>
            </mc:AlternateContent>
          </a:graphicData>
        </a:graphic>
      </p:graphicFrame>
      <p:graphicFrame>
        <p:nvGraphicFramePr>
          <p:cNvPr id="60428" name="Object 15"/>
          <p:cNvGraphicFramePr>
            <a:graphicFrameLocks noChangeAspect="1"/>
          </p:cNvGraphicFramePr>
          <p:nvPr/>
        </p:nvGraphicFramePr>
        <p:xfrm>
          <a:off x="2238375" y="2236788"/>
          <a:ext cx="673100" cy="414337"/>
        </p:xfrm>
        <a:graphic>
          <a:graphicData uri="http://schemas.openxmlformats.org/presentationml/2006/ole">
            <mc:AlternateContent xmlns:mc="http://schemas.openxmlformats.org/markup-compatibility/2006">
              <mc:Choice xmlns:v="urn:schemas-microsoft-com:vml" Requires="v">
                <p:oleObj r:id="rId14" imgW="444500" imgH="266700" progId="Equation.DSMT4">
                  <p:embed/>
                </p:oleObj>
              </mc:Choice>
              <mc:Fallback>
                <p:oleObj r:id="rId14" imgW="444500" imgH="266700" progId="Equation.DSMT4">
                  <p:embed/>
                  <p:pic>
                    <p:nvPicPr>
                      <p:cNvPr id="0" name="图片 3630"/>
                      <p:cNvPicPr/>
                      <p:nvPr/>
                    </p:nvPicPr>
                    <p:blipFill>
                      <a:blip r:embed="rId15">
                        <a:clrChange>
                          <a:clrFrom>
                            <a:srgbClr val="000000"/>
                          </a:clrFrom>
                          <a:clrTo>
                            <a:srgbClr val="000000"/>
                          </a:clrTo>
                        </a:clrChange>
                        <a:biLevel thresh="50000"/>
                        <a:grayscl/>
                      </a:blip>
                      <a:stretch>
                        <a:fillRect/>
                      </a:stretch>
                    </p:blipFill>
                    <p:spPr>
                      <a:xfrm>
                        <a:off x="2238375" y="2236788"/>
                        <a:ext cx="673100" cy="414337"/>
                      </a:xfrm>
                      <a:prstGeom prst="rect">
                        <a:avLst/>
                      </a:prstGeom>
                      <a:noFill/>
                      <a:ln w="38100">
                        <a:noFill/>
                        <a:miter/>
                      </a:ln>
                    </p:spPr>
                  </p:pic>
                </p:oleObj>
              </mc:Fallback>
            </mc:AlternateContent>
          </a:graphicData>
        </a:graphic>
      </p:graphicFrame>
      <p:sp>
        <p:nvSpPr>
          <p:cNvPr id="60429" name="Text Box 16"/>
          <p:cNvSpPr txBox="1"/>
          <p:nvPr/>
        </p:nvSpPr>
        <p:spPr>
          <a:xfrm>
            <a:off x="1331913" y="4724400"/>
            <a:ext cx="184150" cy="366713"/>
          </a:xfrm>
          <a:prstGeom prst="rect">
            <a:avLst/>
          </a:prstGeom>
          <a:noFill/>
          <a:ln w="9525">
            <a:noFill/>
          </a:ln>
        </p:spPr>
        <p:txBody>
          <a:bodyPr wrap="none" anchor="t" anchorCtr="0">
            <a:spAutoFit/>
          </a:bodyPr>
          <a:lstStyle/>
          <a:p>
            <a:pPr eaLnBrk="0" hangingPunct="0"/>
            <a:endParaRPr lang="zh-CN" altLang="zh-CN" dirty="0">
              <a:latin typeface="Arial" panose="020B0604020202020204" pitchFamily="34" charset="0"/>
              <a:ea typeface="黑体" panose="02010609060101010101" pitchFamily="49" charset="-122"/>
            </a:endParaRPr>
          </a:p>
        </p:txBody>
      </p:sp>
      <p:sp>
        <p:nvSpPr>
          <p:cNvPr id="60430" name="Text Box 17"/>
          <p:cNvSpPr txBox="1"/>
          <p:nvPr/>
        </p:nvSpPr>
        <p:spPr>
          <a:xfrm>
            <a:off x="3059113" y="4508500"/>
            <a:ext cx="268287" cy="457200"/>
          </a:xfrm>
          <a:prstGeom prst="rect">
            <a:avLst/>
          </a:prstGeom>
          <a:noFill/>
          <a:ln w="9525">
            <a:noFill/>
          </a:ln>
        </p:spPr>
        <p:txBody>
          <a:bodyPr wrap="none" anchor="t" anchorCtr="0">
            <a:spAutoFit/>
          </a:bodyPr>
          <a:lstStyle/>
          <a:p>
            <a:pPr eaLnBrk="0" hangingPunct="0"/>
            <a:r>
              <a:rPr lang="en-US" altLang="zh-CN" sz="2400" dirty="0">
                <a:solidFill>
                  <a:srgbClr val="000000"/>
                </a:solidFill>
                <a:latin typeface="Arial" panose="020B0604020202020204" pitchFamily="34" charset="0"/>
                <a:ea typeface="黑体" panose="02010609060101010101" pitchFamily="49" charset="-122"/>
              </a:rPr>
              <a:t>,</a:t>
            </a:r>
          </a:p>
        </p:txBody>
      </p:sp>
      <p:sp>
        <p:nvSpPr>
          <p:cNvPr id="60431" name="Text Box 18"/>
          <p:cNvSpPr txBox="1"/>
          <p:nvPr/>
        </p:nvSpPr>
        <p:spPr>
          <a:xfrm>
            <a:off x="1331913" y="4508500"/>
            <a:ext cx="360362" cy="457200"/>
          </a:xfrm>
          <a:prstGeom prst="rect">
            <a:avLst/>
          </a:prstGeom>
          <a:noFill/>
          <a:ln w="9525">
            <a:noFill/>
          </a:ln>
        </p:spPr>
        <p:txBody>
          <a:bodyPr anchor="t" anchorCtr="0">
            <a:spAutoFit/>
          </a:bodyPr>
          <a:lstStyle/>
          <a:p>
            <a:pPr eaLnBrk="0" hangingPunct="0"/>
            <a:r>
              <a:rPr lang="en-US" altLang="zh-CN" sz="2400" dirty="0">
                <a:solidFill>
                  <a:srgbClr val="000000"/>
                </a:solidFill>
                <a:latin typeface="Arial" panose="020B0604020202020204" pitchFamily="34" charset="0"/>
                <a:ea typeface="黑体" panose="02010609060101010101" pitchFamily="49" charset="-122"/>
              </a:rPr>
              <a:t>,</a:t>
            </a:r>
          </a:p>
        </p:txBody>
      </p:sp>
      <p:sp>
        <p:nvSpPr>
          <p:cNvPr id="60432" name="Rectangle 19"/>
          <p:cNvSpPr/>
          <p:nvPr/>
        </p:nvSpPr>
        <p:spPr>
          <a:xfrm>
            <a:off x="228600" y="6426200"/>
            <a:ext cx="20129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稳定性的基本概念</a:t>
            </a:r>
          </a:p>
        </p:txBody>
      </p:sp>
      <p:graphicFrame>
        <p:nvGraphicFramePr>
          <p:cNvPr id="60433" name="Object 24"/>
          <p:cNvGraphicFramePr>
            <a:graphicFrameLocks noChangeAspect="1"/>
          </p:cNvGraphicFramePr>
          <p:nvPr/>
        </p:nvGraphicFramePr>
        <p:xfrm>
          <a:off x="1778000" y="1598613"/>
          <a:ext cx="5530850" cy="482600"/>
        </p:xfrm>
        <a:graphic>
          <a:graphicData uri="http://schemas.openxmlformats.org/presentationml/2006/ole">
            <mc:AlternateContent xmlns:mc="http://schemas.openxmlformats.org/markup-compatibility/2006">
              <mc:Choice xmlns:v="urn:schemas-microsoft-com:vml" Requires="v">
                <p:oleObj r:id="rId16" imgW="2870200" imgH="241300" progId="Equation.DSMT4">
                  <p:embed/>
                </p:oleObj>
              </mc:Choice>
              <mc:Fallback>
                <p:oleObj r:id="rId16" imgW="2870200" imgH="241300" progId="Equation.DSMT4">
                  <p:embed/>
                  <p:pic>
                    <p:nvPicPr>
                      <p:cNvPr id="0" name="图片 3631"/>
                      <p:cNvPicPr/>
                      <p:nvPr/>
                    </p:nvPicPr>
                    <p:blipFill>
                      <a:blip r:embed="rId17"/>
                      <a:stretch>
                        <a:fillRect/>
                      </a:stretch>
                    </p:blipFill>
                    <p:spPr>
                      <a:xfrm>
                        <a:off x="1778000" y="1598613"/>
                        <a:ext cx="5530850" cy="482600"/>
                      </a:xfrm>
                      <a:prstGeom prst="rect">
                        <a:avLst/>
                      </a:prstGeom>
                      <a:noFill/>
                      <a:ln w="38100">
                        <a:noFill/>
                        <a:miter/>
                      </a:ln>
                    </p:spPr>
                  </p:pic>
                </p:oleObj>
              </mc:Fallback>
            </mc:AlternateContent>
          </a:graphicData>
        </a:graphic>
      </p:graphicFrame>
      <p:sp>
        <p:nvSpPr>
          <p:cNvPr id="60434" name="Text Box 27"/>
          <p:cNvSpPr txBox="1"/>
          <p:nvPr/>
        </p:nvSpPr>
        <p:spPr>
          <a:xfrm>
            <a:off x="468313" y="1100138"/>
            <a:ext cx="5686425" cy="457200"/>
          </a:xfrm>
          <a:prstGeom prst="rect">
            <a:avLst/>
          </a:prstGeom>
          <a:noFill/>
          <a:ln w="9525">
            <a:noFill/>
          </a:ln>
        </p:spPr>
        <p:txBody>
          <a:bodyPr wrap="none" anchor="t" anchorCtr="0">
            <a:spAutoFit/>
          </a:bodyPr>
          <a:lstStyle/>
          <a:p>
            <a:pPr eaLnBrk="0" hangingPunct="0"/>
            <a:r>
              <a:rPr lang="en-US" altLang="zh-CN" sz="2400" dirty="0">
                <a:latin typeface="Arial" panose="020B0604020202020204" pitchFamily="34" charset="0"/>
                <a:ea typeface="黑体" panose="02010609060101010101" pitchFamily="49" charset="-122"/>
              </a:rPr>
              <a:t> </a:t>
            </a:r>
            <a:r>
              <a:rPr lang="zh-CN" altLang="en-US" sz="2400" dirty="0">
                <a:solidFill>
                  <a:srgbClr val="A50021"/>
                </a:solidFill>
                <a:latin typeface="Arial" panose="020B0604020202020204" pitchFamily="34" charset="0"/>
                <a:ea typeface="黑体" panose="02010609060101010101" pitchFamily="49" charset="-122"/>
              </a:rPr>
              <a:t>例</a:t>
            </a:r>
            <a:r>
              <a:rPr lang="en-US" altLang="zh-CN" sz="2400" dirty="0">
                <a:solidFill>
                  <a:srgbClr val="A50021"/>
                </a:solidFill>
                <a:latin typeface="Arial" panose="020B0604020202020204" pitchFamily="34" charset="0"/>
                <a:ea typeface="黑体" panose="02010609060101010101" pitchFamily="49" charset="-122"/>
              </a:rPr>
              <a:t>5.1.2</a:t>
            </a:r>
            <a:r>
              <a:rPr lang="en-US" altLang="zh-CN" sz="2400" dirty="0">
                <a:latin typeface="Arial" panose="020B0604020202020204" pitchFamily="34" charset="0"/>
                <a:ea typeface="黑体" panose="02010609060101010101" pitchFamily="49" charset="-122"/>
              </a:rPr>
              <a:t>  </a:t>
            </a:r>
            <a:r>
              <a:rPr lang="zh-CN" altLang="en-US" sz="2400" dirty="0">
                <a:latin typeface="Arial" panose="020B0604020202020204" pitchFamily="34" charset="0"/>
                <a:ea typeface="黑体" panose="02010609060101010101" pitchFamily="49" charset="-122"/>
              </a:rPr>
              <a:t>证明如下二次型函数是正定的。</a:t>
            </a:r>
          </a:p>
        </p:txBody>
      </p:sp>
      <p:sp>
        <p:nvSpPr>
          <p:cNvPr id="60435" name="Text Box 28"/>
          <p:cNvSpPr txBox="1"/>
          <p:nvPr/>
        </p:nvSpPr>
        <p:spPr>
          <a:xfrm>
            <a:off x="585788" y="5635625"/>
            <a:ext cx="4451350" cy="457200"/>
          </a:xfrm>
          <a:prstGeom prst="rect">
            <a:avLst/>
          </a:prstGeom>
          <a:noFill/>
          <a:ln w="9525">
            <a:noFill/>
          </a:ln>
        </p:spPr>
        <p:txBody>
          <a:bodyPr wrap="none" anchor="t" anchorCtr="0">
            <a:spAutoFit/>
          </a:bodyPr>
          <a:lstStyle/>
          <a:p>
            <a:pPr eaLnBrk="0" hangingPunct="0"/>
            <a:r>
              <a:rPr lang="zh-CN" altLang="en-US" sz="2400" dirty="0">
                <a:latin typeface="Arial" panose="020B0604020202020204" pitchFamily="34" charset="0"/>
                <a:ea typeface="黑体" panose="02010609060101010101" pitchFamily="49" charset="-122"/>
              </a:rPr>
              <a:t>可见此二次型函数是正定的，即</a:t>
            </a:r>
          </a:p>
        </p:txBody>
      </p:sp>
      <p:sp>
        <p:nvSpPr>
          <p:cNvPr id="60436" name="Rectangle 29"/>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60437" name="Text Box 30"/>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61442"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22</a:t>
            </a:fld>
            <a:endParaRPr lang="en-US" altLang="zh-CN" sz="1400" dirty="0"/>
          </a:p>
        </p:txBody>
      </p:sp>
      <p:grpSp>
        <p:nvGrpSpPr>
          <p:cNvPr id="61443" name="Group 2"/>
          <p:cNvGrpSpPr/>
          <p:nvPr/>
        </p:nvGrpSpPr>
        <p:grpSpPr>
          <a:xfrm>
            <a:off x="0" y="0"/>
            <a:ext cx="9144000" cy="6858000"/>
            <a:chOff x="0" y="0"/>
            <a:chExt cx="5760" cy="4320"/>
          </a:xfrm>
        </p:grpSpPr>
        <p:pic>
          <p:nvPicPr>
            <p:cNvPr id="61444"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61445"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61446" name="Rectangle 5"/>
          <p:cNvSpPr/>
          <p:nvPr/>
        </p:nvSpPr>
        <p:spPr>
          <a:xfrm>
            <a:off x="228600" y="6426200"/>
            <a:ext cx="24701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李雅普诺夫稳定性理论</a:t>
            </a:r>
          </a:p>
        </p:txBody>
      </p:sp>
      <p:sp>
        <p:nvSpPr>
          <p:cNvPr id="316422" name="Rectangle 6"/>
          <p:cNvSpPr>
            <a:spLocks noGrp="1"/>
          </p:cNvSpPr>
          <p:nvPr>
            <p:ph type="title"/>
          </p:nvPr>
        </p:nvSpPr>
        <p:spPr>
          <a:xfrm>
            <a:off x="1800225" y="1481138"/>
            <a:ext cx="5580063" cy="652462"/>
          </a:xfrm>
          <a:ln/>
        </p:spPr>
        <p:txBody>
          <a:bodyPr vert="horz" wrap="square" lIns="91440" tIns="45720" rIns="91440" bIns="45720" anchor="ctr" anchorCtr="0"/>
          <a:lstStyle/>
          <a:p>
            <a:pPr algn="l" eaLnBrk="1" hangingPunct="1"/>
            <a:r>
              <a:rPr lang="en-US" altLang="zh-CN" dirty="0">
                <a:ea typeface="黑体" panose="02010609060101010101" pitchFamily="49" charset="-122"/>
              </a:rPr>
              <a:t>  </a:t>
            </a:r>
            <a:r>
              <a:rPr lang="en-US" altLang="zh-CN" sz="2800" dirty="0">
                <a:solidFill>
                  <a:schemeClr val="accent2"/>
                </a:solidFill>
                <a:ea typeface="黑体" panose="02010609060101010101" pitchFamily="49" charset="-122"/>
              </a:rPr>
              <a:t>5.2  </a:t>
            </a:r>
            <a:r>
              <a:rPr lang="zh-CN" altLang="en-US" sz="2800" dirty="0">
                <a:solidFill>
                  <a:schemeClr val="accent2"/>
                </a:solidFill>
                <a:ea typeface="黑体" panose="02010609060101010101" pitchFamily="49" charset="-122"/>
              </a:rPr>
              <a:t>李雅普诺夫稳定性理论</a:t>
            </a:r>
          </a:p>
        </p:txBody>
      </p:sp>
      <p:sp>
        <p:nvSpPr>
          <p:cNvPr id="316423" name="Rectangle 7"/>
          <p:cNvSpPr>
            <a:spLocks noGrp="1"/>
          </p:cNvSpPr>
          <p:nvPr>
            <p:ph idx="1"/>
          </p:nvPr>
        </p:nvSpPr>
        <p:spPr>
          <a:xfrm>
            <a:off x="2411413" y="2565400"/>
            <a:ext cx="4321175" cy="1727200"/>
          </a:xfrm>
          <a:ln/>
        </p:spPr>
        <p:txBody>
          <a:bodyPr vert="horz" wrap="square" lIns="91440" tIns="45720" rIns="91440" bIns="45720" anchor="t" anchorCtr="0"/>
          <a:lstStyle/>
          <a:p>
            <a:pPr eaLnBrk="1" hangingPunct="1">
              <a:spcBef>
                <a:spcPct val="55000"/>
              </a:spcBef>
              <a:buNone/>
            </a:pPr>
            <a:r>
              <a:rPr lang="en-US" altLang="zh-CN" sz="2400" dirty="0">
                <a:solidFill>
                  <a:srgbClr val="3333CC"/>
                </a:solidFill>
                <a:ea typeface="黑体" panose="02010609060101010101" pitchFamily="49" charset="-122"/>
              </a:rPr>
              <a:t>5.2.1  </a:t>
            </a:r>
            <a:r>
              <a:rPr lang="zh-CN" altLang="en-US" sz="2400" dirty="0">
                <a:solidFill>
                  <a:srgbClr val="3333CC"/>
                </a:solidFill>
                <a:ea typeface="黑体" panose="02010609060101010101" pitchFamily="49" charset="-122"/>
              </a:rPr>
              <a:t>李雅普诺夫第一方法</a:t>
            </a:r>
          </a:p>
          <a:p>
            <a:pPr eaLnBrk="1" hangingPunct="1">
              <a:spcBef>
                <a:spcPct val="55000"/>
              </a:spcBef>
              <a:buNone/>
            </a:pPr>
            <a:r>
              <a:rPr lang="en-US" altLang="zh-CN" sz="2400" dirty="0">
                <a:solidFill>
                  <a:srgbClr val="3333CC"/>
                </a:solidFill>
                <a:ea typeface="黑体" panose="02010609060101010101" pitchFamily="49" charset="-122"/>
              </a:rPr>
              <a:t>5.2.2  </a:t>
            </a:r>
            <a:r>
              <a:rPr lang="zh-CN" altLang="en-US" sz="2400" dirty="0">
                <a:solidFill>
                  <a:srgbClr val="3333CC"/>
                </a:solidFill>
                <a:ea typeface="黑体" panose="02010609060101010101" pitchFamily="49" charset="-122"/>
              </a:rPr>
              <a:t>李雅普诺夫第二方法</a:t>
            </a:r>
          </a:p>
          <a:p>
            <a:pPr eaLnBrk="1" hangingPunct="1">
              <a:spcBef>
                <a:spcPct val="55000"/>
              </a:spcBef>
              <a:buNone/>
            </a:pPr>
            <a:r>
              <a:rPr lang="en-US" altLang="zh-CN" sz="2400" dirty="0">
                <a:solidFill>
                  <a:srgbClr val="3333CC"/>
                </a:solidFill>
                <a:ea typeface="黑体" panose="02010609060101010101" pitchFamily="49" charset="-122"/>
              </a:rPr>
              <a:t>5.2.3  </a:t>
            </a:r>
            <a:r>
              <a:rPr lang="zh-CN" altLang="en-US" sz="2400" dirty="0">
                <a:solidFill>
                  <a:srgbClr val="3333CC"/>
                </a:solidFill>
                <a:ea typeface="黑体" panose="02010609060101010101" pitchFamily="49" charset="-122"/>
              </a:rPr>
              <a:t>几点说明</a:t>
            </a:r>
            <a:endParaRPr lang="zh-CN" altLang="en-US" sz="2400" dirty="0">
              <a:ea typeface="黑体" panose="02010609060101010101" pitchFamily="49" charset="-122"/>
            </a:endParaRPr>
          </a:p>
        </p:txBody>
      </p:sp>
      <p:sp>
        <p:nvSpPr>
          <p:cNvPr id="61449" name="Rectangle 22"/>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61450" name="Text Box 24"/>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316422"/>
                                        </p:tgtEl>
                                        <p:attrNameLst>
                                          <p:attrName>style.visibility</p:attrName>
                                        </p:attrNameLst>
                                      </p:cBhvr>
                                      <p:to>
                                        <p:strVal val="visible"/>
                                      </p:to>
                                    </p:set>
                                    <p:anim calcmode="lin" valueType="num">
                                      <p:cBhvr additive="base">
                                        <p:cTn id="7" dur="1000" fill="hold"/>
                                        <p:tgtEl>
                                          <p:spTgt spid="316422"/>
                                        </p:tgtEl>
                                        <p:attrNameLst>
                                          <p:attrName>ppt_x</p:attrName>
                                        </p:attrNameLst>
                                      </p:cBhvr>
                                      <p:tavLst>
                                        <p:tav tm="0">
                                          <p:val>
                                            <p:strVal val="#ppt_x"/>
                                          </p:val>
                                        </p:tav>
                                        <p:tav tm="100000">
                                          <p:val>
                                            <p:strVal val="#ppt_x"/>
                                          </p:val>
                                        </p:tav>
                                      </p:tavLst>
                                    </p:anim>
                                    <p:anim calcmode="lin" valueType="num">
                                      <p:cBhvr additive="base">
                                        <p:cTn id="8" dur="1000" fill="hold"/>
                                        <p:tgtEl>
                                          <p:spTgt spid="31642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16423">
                                            <p:txEl>
                                              <p:pRg st="0" end="0"/>
                                            </p:txEl>
                                          </p:spTgt>
                                        </p:tgtEl>
                                        <p:attrNameLst>
                                          <p:attrName>style.visibility</p:attrName>
                                        </p:attrNameLst>
                                      </p:cBhvr>
                                      <p:to>
                                        <p:strVal val="visible"/>
                                      </p:to>
                                    </p:set>
                                    <p:anim calcmode="lin" valueType="num">
                                      <p:cBhvr additive="base">
                                        <p:cTn id="13" dur="1000" fill="hold"/>
                                        <p:tgtEl>
                                          <p:spTgt spid="316423">
                                            <p:txEl>
                                              <p:pRg st="0" end="0"/>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3164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16423">
                                            <p:txEl>
                                              <p:pRg st="1" end="1"/>
                                            </p:txEl>
                                          </p:spTgt>
                                        </p:tgtEl>
                                        <p:attrNameLst>
                                          <p:attrName>style.visibility</p:attrName>
                                        </p:attrNameLst>
                                      </p:cBhvr>
                                      <p:to>
                                        <p:strVal val="visible"/>
                                      </p:to>
                                    </p:set>
                                    <p:anim calcmode="lin" valueType="num">
                                      <p:cBhvr additive="base">
                                        <p:cTn id="19" dur="1000" fill="hold"/>
                                        <p:tgtEl>
                                          <p:spTgt spid="316423">
                                            <p:txEl>
                                              <p:pRg st="1" end="1"/>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3164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16423">
                                            <p:txEl>
                                              <p:pRg st="2" end="2"/>
                                            </p:txEl>
                                          </p:spTgt>
                                        </p:tgtEl>
                                        <p:attrNameLst>
                                          <p:attrName>style.visibility</p:attrName>
                                        </p:attrNameLst>
                                      </p:cBhvr>
                                      <p:to>
                                        <p:strVal val="visible"/>
                                      </p:to>
                                    </p:set>
                                    <p:anim calcmode="lin" valueType="num">
                                      <p:cBhvr additive="base">
                                        <p:cTn id="25" dur="1000" fill="hold"/>
                                        <p:tgtEl>
                                          <p:spTgt spid="316423">
                                            <p:txEl>
                                              <p:pRg st="2" end="2"/>
                                            </p:txEl>
                                          </p:spTgt>
                                        </p:tgtEl>
                                        <p:attrNameLst>
                                          <p:attrName>ppt_x</p:attrName>
                                        </p:attrNameLst>
                                      </p:cBhvr>
                                      <p:tavLst>
                                        <p:tav tm="0">
                                          <p:val>
                                            <p:strVal val="0-#ppt_w/2"/>
                                          </p:val>
                                        </p:tav>
                                        <p:tav tm="100000">
                                          <p:val>
                                            <p:strVal val="#ppt_x"/>
                                          </p:val>
                                        </p:tav>
                                      </p:tavLst>
                                    </p:anim>
                                    <p:anim calcmode="lin" valueType="num">
                                      <p:cBhvr additive="base">
                                        <p:cTn id="26" dur="1000" fill="hold"/>
                                        <p:tgtEl>
                                          <p:spTgt spid="31642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422" grpId="0"/>
      <p:bldP spid="31642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68610"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23</a:t>
            </a:fld>
            <a:endParaRPr lang="en-US" altLang="zh-CN" sz="1400" dirty="0"/>
          </a:p>
        </p:txBody>
      </p:sp>
      <p:grpSp>
        <p:nvGrpSpPr>
          <p:cNvPr id="68611" name="Group 2"/>
          <p:cNvGrpSpPr/>
          <p:nvPr/>
        </p:nvGrpSpPr>
        <p:grpSpPr>
          <a:xfrm>
            <a:off x="0" y="0"/>
            <a:ext cx="9144000" cy="6858000"/>
            <a:chOff x="0" y="0"/>
            <a:chExt cx="5760" cy="4320"/>
          </a:xfrm>
        </p:grpSpPr>
        <p:pic>
          <p:nvPicPr>
            <p:cNvPr id="68612"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68613"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68614" name="Rectangle 5"/>
          <p:cNvSpPr/>
          <p:nvPr/>
        </p:nvSpPr>
        <p:spPr>
          <a:xfrm>
            <a:off x="228600" y="6426200"/>
            <a:ext cx="24701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李雅普诺夫稳定性理论</a:t>
            </a:r>
          </a:p>
        </p:txBody>
      </p:sp>
      <p:sp>
        <p:nvSpPr>
          <p:cNvPr id="68615" name="Rectangle 6"/>
          <p:cNvSpPr>
            <a:spLocks noGrp="1"/>
          </p:cNvSpPr>
          <p:nvPr>
            <p:ph type="title"/>
          </p:nvPr>
        </p:nvSpPr>
        <p:spPr>
          <a:xfrm>
            <a:off x="0" y="976313"/>
            <a:ext cx="5580063" cy="652462"/>
          </a:xfrm>
          <a:ln/>
        </p:spPr>
        <p:txBody>
          <a:bodyPr vert="horz" wrap="square" lIns="91440" tIns="45720" rIns="91440" bIns="45720" anchor="ctr" anchorCtr="0"/>
          <a:lstStyle/>
          <a:p>
            <a:pPr algn="l" eaLnBrk="1" hangingPunct="1"/>
            <a:r>
              <a:rPr lang="en-US" altLang="zh-CN" dirty="0">
                <a:ea typeface="黑体" panose="02010609060101010101" pitchFamily="49" charset="-122"/>
              </a:rPr>
              <a:t>  </a:t>
            </a:r>
            <a:r>
              <a:rPr lang="en-US" altLang="zh-CN" sz="2800" dirty="0">
                <a:solidFill>
                  <a:schemeClr val="accent2"/>
                </a:solidFill>
                <a:ea typeface="黑体" panose="02010609060101010101" pitchFamily="49" charset="-122"/>
              </a:rPr>
              <a:t>5.2  </a:t>
            </a:r>
            <a:r>
              <a:rPr lang="zh-CN" altLang="en-US" sz="2800" dirty="0">
                <a:solidFill>
                  <a:schemeClr val="accent2"/>
                </a:solidFill>
                <a:ea typeface="黑体" panose="02010609060101010101" pitchFamily="49" charset="-122"/>
              </a:rPr>
              <a:t>李雅普诺夫稳定性理论</a:t>
            </a:r>
          </a:p>
        </p:txBody>
      </p:sp>
      <p:sp>
        <p:nvSpPr>
          <p:cNvPr id="68616" name="Rectangle 7"/>
          <p:cNvSpPr>
            <a:spLocks noGrp="1"/>
          </p:cNvSpPr>
          <p:nvPr>
            <p:ph idx="1"/>
          </p:nvPr>
        </p:nvSpPr>
        <p:spPr>
          <a:xfrm>
            <a:off x="250825" y="1628775"/>
            <a:ext cx="8540750" cy="4895850"/>
          </a:xfrm>
          <a:ln/>
        </p:spPr>
        <p:txBody>
          <a:bodyPr vert="horz" wrap="square" lIns="91440" tIns="45720" rIns="91440" bIns="45720" anchor="t" anchorCtr="0"/>
          <a:lstStyle/>
          <a:p>
            <a:pPr eaLnBrk="1" hangingPunct="1">
              <a:lnSpc>
                <a:spcPct val="90000"/>
              </a:lnSpc>
              <a:buNone/>
            </a:pPr>
            <a:r>
              <a:rPr lang="en-US" altLang="zh-CN" sz="2800" dirty="0">
                <a:solidFill>
                  <a:srgbClr val="66CCFF"/>
                </a:solidFill>
                <a:ea typeface="黑体" panose="02010609060101010101" pitchFamily="49" charset="-122"/>
              </a:rPr>
              <a:t> </a:t>
            </a:r>
            <a:r>
              <a:rPr lang="en-US" altLang="zh-CN" sz="2400" dirty="0">
                <a:solidFill>
                  <a:srgbClr val="3333CC"/>
                </a:solidFill>
                <a:ea typeface="黑体" panose="02010609060101010101" pitchFamily="49" charset="-122"/>
              </a:rPr>
              <a:t>5.2.1  </a:t>
            </a:r>
            <a:r>
              <a:rPr lang="zh-CN" altLang="en-US" sz="2400" dirty="0">
                <a:solidFill>
                  <a:srgbClr val="3333CC"/>
                </a:solidFill>
                <a:ea typeface="黑体" panose="02010609060101010101" pitchFamily="49" charset="-122"/>
              </a:rPr>
              <a:t>李雅普诺夫第一方法</a:t>
            </a:r>
          </a:p>
          <a:p>
            <a:pPr lvl="2" eaLnBrk="1" hangingPunct="1">
              <a:lnSpc>
                <a:spcPct val="90000"/>
              </a:lnSpc>
              <a:buNone/>
            </a:pPr>
            <a:r>
              <a:rPr lang="zh-CN" altLang="en-US" dirty="0">
                <a:ea typeface="黑体" panose="02010609060101010101" pitchFamily="49" charset="-122"/>
              </a:rPr>
              <a:t> 设              ，      为孤立平衡点。 </a:t>
            </a:r>
          </a:p>
          <a:p>
            <a:pPr eaLnBrk="1" hangingPunct="1">
              <a:lnSpc>
                <a:spcPct val="90000"/>
              </a:lnSpc>
              <a:buNone/>
            </a:pPr>
            <a:r>
              <a:rPr lang="zh-CN" altLang="en-US" sz="2400" dirty="0">
                <a:ea typeface="黑体" panose="02010609060101010101" pitchFamily="49" charset="-122"/>
              </a:rPr>
              <a:t>     </a:t>
            </a:r>
            <a:r>
              <a:rPr lang="en-US" altLang="zh-CN" sz="2400" dirty="0">
                <a:ea typeface="黑体" panose="02010609060101010101" pitchFamily="49" charset="-122"/>
              </a:rPr>
              <a:t>(1) </a:t>
            </a:r>
            <a:r>
              <a:rPr lang="zh-CN" altLang="en-US" sz="2400" dirty="0">
                <a:ea typeface="黑体" panose="02010609060101010101" pitchFamily="49" charset="-122"/>
              </a:rPr>
              <a:t>平衡点平移：令                ，则                     。</a:t>
            </a:r>
          </a:p>
          <a:p>
            <a:pPr lvl="2" eaLnBrk="1" hangingPunct="1">
              <a:lnSpc>
                <a:spcPct val="90000"/>
              </a:lnSpc>
              <a:buNone/>
            </a:pPr>
            <a:r>
              <a:rPr lang="zh-CN" altLang="en-US" dirty="0">
                <a:ea typeface="黑体" panose="02010609060101010101" pitchFamily="49" charset="-122"/>
              </a:rPr>
              <a:t>将               在原点展开，得                         ，其中</a:t>
            </a:r>
          </a:p>
          <a:p>
            <a:pPr lvl="2" eaLnBrk="1" hangingPunct="1">
              <a:lnSpc>
                <a:spcPct val="90000"/>
              </a:lnSpc>
              <a:buNone/>
            </a:pPr>
            <a:endParaRPr lang="zh-CN" altLang="en-US" dirty="0">
              <a:ea typeface="黑体" panose="02010609060101010101" pitchFamily="49" charset="-122"/>
            </a:endParaRPr>
          </a:p>
          <a:p>
            <a:pPr lvl="2" eaLnBrk="1" hangingPunct="1">
              <a:lnSpc>
                <a:spcPct val="90000"/>
              </a:lnSpc>
              <a:buNone/>
            </a:pPr>
            <a:endParaRPr lang="zh-CN" altLang="en-US" dirty="0">
              <a:ea typeface="黑体" panose="02010609060101010101" pitchFamily="49" charset="-122"/>
            </a:endParaRPr>
          </a:p>
          <a:p>
            <a:pPr lvl="2" eaLnBrk="1" hangingPunct="1">
              <a:lnSpc>
                <a:spcPct val="90000"/>
              </a:lnSpc>
              <a:buNone/>
            </a:pPr>
            <a:endParaRPr lang="zh-CN" altLang="en-US" dirty="0">
              <a:ea typeface="黑体" panose="02010609060101010101" pitchFamily="49" charset="-122"/>
            </a:endParaRPr>
          </a:p>
          <a:p>
            <a:pPr lvl="2" eaLnBrk="1" hangingPunct="1">
              <a:lnSpc>
                <a:spcPct val="90000"/>
              </a:lnSpc>
              <a:buNone/>
            </a:pPr>
            <a:endParaRPr lang="zh-CN" altLang="en-US" dirty="0">
              <a:ea typeface="黑体" panose="02010609060101010101" pitchFamily="49" charset="-122"/>
            </a:endParaRPr>
          </a:p>
          <a:p>
            <a:pPr lvl="2" eaLnBrk="1" hangingPunct="1">
              <a:lnSpc>
                <a:spcPct val="90000"/>
              </a:lnSpc>
              <a:buNone/>
            </a:pPr>
            <a:endParaRPr lang="zh-CN" altLang="en-US" sz="2800" dirty="0">
              <a:ea typeface="黑体" panose="02010609060101010101" pitchFamily="49" charset="-122"/>
            </a:endParaRPr>
          </a:p>
          <a:p>
            <a:pPr lvl="1" eaLnBrk="1" hangingPunct="1">
              <a:lnSpc>
                <a:spcPct val="90000"/>
              </a:lnSpc>
              <a:buNone/>
            </a:pPr>
            <a:endParaRPr lang="zh-CN" altLang="en-US" sz="2400" dirty="0">
              <a:ea typeface="黑体" panose="02010609060101010101" pitchFamily="49" charset="-122"/>
            </a:endParaRPr>
          </a:p>
          <a:p>
            <a:pPr lvl="1" eaLnBrk="1" hangingPunct="1">
              <a:lnSpc>
                <a:spcPct val="90000"/>
              </a:lnSpc>
              <a:spcBef>
                <a:spcPct val="0"/>
              </a:spcBef>
              <a:buNone/>
            </a:pPr>
            <a:r>
              <a:rPr lang="zh-CN" altLang="en-US" sz="3200" dirty="0">
                <a:ea typeface="黑体" panose="02010609060101010101" pitchFamily="49" charset="-122"/>
              </a:rPr>
              <a:t>     </a:t>
            </a:r>
          </a:p>
        </p:txBody>
      </p:sp>
      <p:sp>
        <p:nvSpPr>
          <p:cNvPr id="68617" name="Rectangle 8"/>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68618" name="Object 9"/>
          <p:cNvGraphicFramePr>
            <a:graphicFrameLocks noChangeAspect="1"/>
          </p:cNvGraphicFramePr>
          <p:nvPr/>
        </p:nvGraphicFramePr>
        <p:xfrm>
          <a:off x="1679575" y="2105025"/>
          <a:ext cx="1208088" cy="431800"/>
        </p:xfrm>
        <a:graphic>
          <a:graphicData uri="http://schemas.openxmlformats.org/presentationml/2006/ole">
            <mc:AlternateContent xmlns:mc="http://schemas.openxmlformats.org/markup-compatibility/2006">
              <mc:Choice xmlns:v="urn:schemas-microsoft-com:vml" Requires="v">
                <p:oleObj r:id="rId4" imgW="571500" imgH="203200" progId="Equation.3">
                  <p:embed/>
                </p:oleObj>
              </mc:Choice>
              <mc:Fallback>
                <p:oleObj r:id="rId4" imgW="571500" imgH="203200" progId="Equation.3">
                  <p:embed/>
                  <p:pic>
                    <p:nvPicPr>
                      <p:cNvPr id="0" name="图片 3184"/>
                      <p:cNvPicPr/>
                      <p:nvPr/>
                    </p:nvPicPr>
                    <p:blipFill>
                      <a:blip r:embed="rId5"/>
                      <a:stretch>
                        <a:fillRect/>
                      </a:stretch>
                    </p:blipFill>
                    <p:spPr>
                      <a:xfrm>
                        <a:off x="1679575" y="2105025"/>
                        <a:ext cx="1208088" cy="431800"/>
                      </a:xfrm>
                      <a:prstGeom prst="rect">
                        <a:avLst/>
                      </a:prstGeom>
                      <a:noFill/>
                      <a:ln w="38100">
                        <a:noFill/>
                        <a:miter/>
                      </a:ln>
                    </p:spPr>
                  </p:pic>
                </p:oleObj>
              </mc:Fallback>
            </mc:AlternateContent>
          </a:graphicData>
        </a:graphic>
      </p:graphicFrame>
      <p:sp>
        <p:nvSpPr>
          <p:cNvPr id="68619" name="Rectangle 10"/>
          <p:cNvSpPr/>
          <p:nvPr/>
        </p:nvSpPr>
        <p:spPr>
          <a:xfrm>
            <a:off x="0" y="331470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68620" name="Object 11"/>
          <p:cNvGraphicFramePr>
            <a:graphicFrameLocks noChangeAspect="1"/>
          </p:cNvGraphicFramePr>
          <p:nvPr/>
        </p:nvGraphicFramePr>
        <p:xfrm>
          <a:off x="3289300" y="2003425"/>
          <a:ext cx="366713" cy="503238"/>
        </p:xfrm>
        <a:graphic>
          <a:graphicData uri="http://schemas.openxmlformats.org/presentationml/2006/ole">
            <mc:AlternateContent xmlns:mc="http://schemas.openxmlformats.org/markup-compatibility/2006">
              <mc:Choice xmlns:v="urn:schemas-microsoft-com:vml" Requires="v">
                <p:oleObj r:id="rId6" imgW="139700" imgH="190500" progId="Equation.DSMT4">
                  <p:embed/>
                </p:oleObj>
              </mc:Choice>
              <mc:Fallback>
                <p:oleObj r:id="rId6" imgW="139700" imgH="190500" progId="Equation.DSMT4">
                  <p:embed/>
                  <p:pic>
                    <p:nvPicPr>
                      <p:cNvPr id="0" name="图片 3183"/>
                      <p:cNvPicPr/>
                      <p:nvPr/>
                    </p:nvPicPr>
                    <p:blipFill>
                      <a:blip r:embed="rId7"/>
                      <a:stretch>
                        <a:fillRect/>
                      </a:stretch>
                    </p:blipFill>
                    <p:spPr>
                      <a:xfrm>
                        <a:off x="3289300" y="2003425"/>
                        <a:ext cx="366713" cy="503238"/>
                      </a:xfrm>
                      <a:prstGeom prst="rect">
                        <a:avLst/>
                      </a:prstGeom>
                      <a:noFill/>
                      <a:ln w="38100">
                        <a:noFill/>
                        <a:miter/>
                      </a:ln>
                    </p:spPr>
                  </p:pic>
                </p:oleObj>
              </mc:Fallback>
            </mc:AlternateContent>
          </a:graphicData>
        </a:graphic>
      </p:graphicFrame>
      <p:sp>
        <p:nvSpPr>
          <p:cNvPr id="68621" name="Rectangle 12"/>
          <p:cNvSpPr/>
          <p:nvPr/>
        </p:nvSpPr>
        <p:spPr>
          <a:xfrm>
            <a:off x="0" y="331470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68622" name="Object 13"/>
          <p:cNvGraphicFramePr>
            <a:graphicFrameLocks noChangeAspect="1"/>
          </p:cNvGraphicFramePr>
          <p:nvPr/>
        </p:nvGraphicFramePr>
        <p:xfrm>
          <a:off x="3276600" y="2401888"/>
          <a:ext cx="1444625" cy="517525"/>
        </p:xfrm>
        <a:graphic>
          <a:graphicData uri="http://schemas.openxmlformats.org/presentationml/2006/ole">
            <mc:AlternateContent xmlns:mc="http://schemas.openxmlformats.org/markup-compatibility/2006">
              <mc:Choice xmlns:v="urn:schemas-microsoft-com:vml" Requires="v">
                <p:oleObj r:id="rId8" imgW="533400" imgH="190500" progId="Equation.DSMT4">
                  <p:embed/>
                </p:oleObj>
              </mc:Choice>
              <mc:Fallback>
                <p:oleObj r:id="rId8" imgW="533400" imgH="190500" progId="Equation.DSMT4">
                  <p:embed/>
                  <p:pic>
                    <p:nvPicPr>
                      <p:cNvPr id="0" name="图片 3177"/>
                      <p:cNvPicPr/>
                      <p:nvPr/>
                    </p:nvPicPr>
                    <p:blipFill>
                      <a:blip r:embed="rId9"/>
                      <a:stretch>
                        <a:fillRect/>
                      </a:stretch>
                    </p:blipFill>
                    <p:spPr>
                      <a:xfrm>
                        <a:off x="3276600" y="2401888"/>
                        <a:ext cx="1444625" cy="517525"/>
                      </a:xfrm>
                      <a:prstGeom prst="rect">
                        <a:avLst/>
                      </a:prstGeom>
                      <a:noFill/>
                      <a:ln w="38100">
                        <a:noFill/>
                        <a:miter/>
                      </a:ln>
                    </p:spPr>
                  </p:pic>
                </p:oleObj>
              </mc:Fallback>
            </mc:AlternateContent>
          </a:graphicData>
        </a:graphic>
      </p:graphicFrame>
      <p:sp>
        <p:nvSpPr>
          <p:cNvPr id="68623" name="Rectangle 14"/>
          <p:cNvSpPr/>
          <p:nvPr/>
        </p:nvSpPr>
        <p:spPr>
          <a:xfrm>
            <a:off x="0" y="331470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68624" name="Object 15"/>
          <p:cNvGraphicFramePr>
            <a:graphicFrameLocks noChangeAspect="1"/>
          </p:cNvGraphicFramePr>
          <p:nvPr/>
        </p:nvGraphicFramePr>
        <p:xfrm>
          <a:off x="5292725" y="2420938"/>
          <a:ext cx="1871663" cy="460375"/>
        </p:xfrm>
        <a:graphic>
          <a:graphicData uri="http://schemas.openxmlformats.org/presentationml/2006/ole">
            <mc:AlternateContent xmlns:mc="http://schemas.openxmlformats.org/markup-compatibility/2006">
              <mc:Choice xmlns:v="urn:schemas-microsoft-com:vml" Requires="v">
                <p:oleObj r:id="rId10" imgW="736600" imgH="190500" progId="Equation.DSMT4">
                  <p:embed/>
                </p:oleObj>
              </mc:Choice>
              <mc:Fallback>
                <p:oleObj r:id="rId10" imgW="736600" imgH="190500" progId="Equation.DSMT4">
                  <p:embed/>
                  <p:pic>
                    <p:nvPicPr>
                      <p:cNvPr id="0" name="图片 3178"/>
                      <p:cNvPicPr/>
                      <p:nvPr/>
                    </p:nvPicPr>
                    <p:blipFill>
                      <a:blip r:embed="rId11"/>
                      <a:stretch>
                        <a:fillRect/>
                      </a:stretch>
                    </p:blipFill>
                    <p:spPr>
                      <a:xfrm>
                        <a:off x="5292725" y="2420938"/>
                        <a:ext cx="1871663" cy="460375"/>
                      </a:xfrm>
                      <a:prstGeom prst="rect">
                        <a:avLst/>
                      </a:prstGeom>
                      <a:noFill/>
                      <a:ln w="38100">
                        <a:noFill/>
                        <a:miter/>
                      </a:ln>
                    </p:spPr>
                  </p:pic>
                </p:oleObj>
              </mc:Fallback>
            </mc:AlternateContent>
          </a:graphicData>
        </a:graphic>
      </p:graphicFrame>
      <p:sp>
        <p:nvSpPr>
          <p:cNvPr id="68625" name="Rectangle 16"/>
          <p:cNvSpPr/>
          <p:nvPr/>
        </p:nvSpPr>
        <p:spPr>
          <a:xfrm>
            <a:off x="0" y="331470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68626" name="Object 17"/>
          <p:cNvGraphicFramePr>
            <a:graphicFrameLocks noChangeAspect="1"/>
          </p:cNvGraphicFramePr>
          <p:nvPr/>
        </p:nvGraphicFramePr>
        <p:xfrm>
          <a:off x="1535113" y="2847975"/>
          <a:ext cx="1308100" cy="479425"/>
        </p:xfrm>
        <a:graphic>
          <a:graphicData uri="http://schemas.openxmlformats.org/presentationml/2006/ole">
            <mc:AlternateContent xmlns:mc="http://schemas.openxmlformats.org/markup-compatibility/2006">
              <mc:Choice xmlns:v="urn:schemas-microsoft-com:vml" Requires="v">
                <p:oleObj r:id="rId12" imgW="520700" imgH="190500" progId="Equation.DSMT4">
                  <p:embed/>
                </p:oleObj>
              </mc:Choice>
              <mc:Fallback>
                <p:oleObj r:id="rId12" imgW="520700" imgH="190500" progId="Equation.DSMT4">
                  <p:embed/>
                  <p:pic>
                    <p:nvPicPr>
                      <p:cNvPr id="0" name="图片 3179"/>
                      <p:cNvPicPr/>
                      <p:nvPr/>
                    </p:nvPicPr>
                    <p:blipFill>
                      <a:blip r:embed="rId13"/>
                      <a:stretch>
                        <a:fillRect/>
                      </a:stretch>
                    </p:blipFill>
                    <p:spPr>
                      <a:xfrm>
                        <a:off x="1535113" y="2847975"/>
                        <a:ext cx="1308100" cy="479425"/>
                      </a:xfrm>
                      <a:prstGeom prst="rect">
                        <a:avLst/>
                      </a:prstGeom>
                      <a:noFill/>
                      <a:ln w="38100">
                        <a:noFill/>
                        <a:miter/>
                      </a:ln>
                    </p:spPr>
                  </p:pic>
                </p:oleObj>
              </mc:Fallback>
            </mc:AlternateContent>
          </a:graphicData>
        </a:graphic>
      </p:graphicFrame>
      <p:graphicFrame>
        <p:nvGraphicFramePr>
          <p:cNvPr id="68627" name="Object 18"/>
          <p:cNvGraphicFramePr>
            <a:graphicFrameLocks noChangeAspect="1"/>
          </p:cNvGraphicFramePr>
          <p:nvPr/>
        </p:nvGraphicFramePr>
        <p:xfrm>
          <a:off x="5011738" y="2878138"/>
          <a:ext cx="2008187" cy="406400"/>
        </p:xfrm>
        <a:graphic>
          <a:graphicData uri="http://schemas.openxmlformats.org/presentationml/2006/ole">
            <mc:AlternateContent xmlns:mc="http://schemas.openxmlformats.org/markup-compatibility/2006">
              <mc:Choice xmlns:v="urn:schemas-microsoft-com:vml" Requires="v">
                <p:oleObj r:id="rId14" imgW="1002665" imgH="203200" progId="Equation.3">
                  <p:embed/>
                </p:oleObj>
              </mc:Choice>
              <mc:Fallback>
                <p:oleObj r:id="rId14" imgW="1002665" imgH="203200" progId="Equation.3">
                  <p:embed/>
                  <p:pic>
                    <p:nvPicPr>
                      <p:cNvPr id="0" name="图片 3180"/>
                      <p:cNvPicPr/>
                      <p:nvPr/>
                    </p:nvPicPr>
                    <p:blipFill>
                      <a:blip r:embed="rId15"/>
                      <a:stretch>
                        <a:fillRect/>
                      </a:stretch>
                    </p:blipFill>
                    <p:spPr>
                      <a:xfrm>
                        <a:off x="5011738" y="2878138"/>
                        <a:ext cx="2008187" cy="406400"/>
                      </a:xfrm>
                      <a:prstGeom prst="rect">
                        <a:avLst/>
                      </a:prstGeom>
                      <a:noFill/>
                      <a:ln w="38100">
                        <a:noFill/>
                        <a:miter/>
                      </a:ln>
                    </p:spPr>
                  </p:pic>
                </p:oleObj>
              </mc:Fallback>
            </mc:AlternateContent>
          </a:graphicData>
        </a:graphic>
      </p:graphicFrame>
      <p:graphicFrame>
        <p:nvGraphicFramePr>
          <p:cNvPr id="68628" name="Object 19"/>
          <p:cNvGraphicFramePr>
            <a:graphicFrameLocks noChangeAspect="1"/>
          </p:cNvGraphicFramePr>
          <p:nvPr/>
        </p:nvGraphicFramePr>
        <p:xfrm>
          <a:off x="900113" y="3370263"/>
          <a:ext cx="5903912" cy="2363787"/>
        </p:xfrm>
        <a:graphic>
          <a:graphicData uri="http://schemas.openxmlformats.org/presentationml/2006/ole">
            <mc:AlternateContent xmlns:mc="http://schemas.openxmlformats.org/markup-compatibility/2006">
              <mc:Choice xmlns:v="urn:schemas-microsoft-com:vml" Requires="v">
                <p:oleObj r:id="rId16" imgW="2730500" imgH="1168400" progId="Equation.DSMT4">
                  <p:embed/>
                </p:oleObj>
              </mc:Choice>
              <mc:Fallback>
                <p:oleObj r:id="rId16" imgW="2730500" imgH="1168400" progId="Equation.DSMT4">
                  <p:embed/>
                  <p:pic>
                    <p:nvPicPr>
                      <p:cNvPr id="0" name="图片 3181"/>
                      <p:cNvPicPr/>
                      <p:nvPr/>
                    </p:nvPicPr>
                    <p:blipFill>
                      <a:blip r:embed="rId17"/>
                      <a:stretch>
                        <a:fillRect/>
                      </a:stretch>
                    </p:blipFill>
                    <p:spPr>
                      <a:xfrm>
                        <a:off x="900113" y="3370263"/>
                        <a:ext cx="5903912" cy="2363787"/>
                      </a:xfrm>
                      <a:prstGeom prst="rect">
                        <a:avLst/>
                      </a:prstGeom>
                      <a:noFill/>
                      <a:ln w="38100">
                        <a:noFill/>
                        <a:miter/>
                      </a:ln>
                    </p:spPr>
                  </p:pic>
                </p:oleObj>
              </mc:Fallback>
            </mc:AlternateContent>
          </a:graphicData>
        </a:graphic>
      </p:graphicFrame>
      <p:sp>
        <p:nvSpPr>
          <p:cNvPr id="68629" name="Rectangle 20"/>
          <p:cNvSpPr/>
          <p:nvPr/>
        </p:nvSpPr>
        <p:spPr>
          <a:xfrm>
            <a:off x="0" y="4433888"/>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68630" name="Object 21"/>
          <p:cNvGraphicFramePr>
            <a:graphicFrameLocks noChangeAspect="1"/>
          </p:cNvGraphicFramePr>
          <p:nvPr/>
        </p:nvGraphicFramePr>
        <p:xfrm>
          <a:off x="6597650" y="4240213"/>
          <a:ext cx="2068513" cy="484187"/>
        </p:xfrm>
        <a:graphic>
          <a:graphicData uri="http://schemas.openxmlformats.org/presentationml/2006/ole">
            <mc:AlternateContent xmlns:mc="http://schemas.openxmlformats.org/markup-compatibility/2006">
              <mc:Choice xmlns:v="urn:schemas-microsoft-com:vml" Requires="v">
                <p:oleObj r:id="rId18" imgW="977900" imgH="228600" progId="Equation.DSMT4">
                  <p:embed/>
                </p:oleObj>
              </mc:Choice>
              <mc:Fallback>
                <p:oleObj r:id="rId18" imgW="977900" imgH="228600" progId="Equation.DSMT4">
                  <p:embed/>
                  <p:pic>
                    <p:nvPicPr>
                      <p:cNvPr id="0" name="图片 3182"/>
                      <p:cNvPicPr/>
                      <p:nvPr/>
                    </p:nvPicPr>
                    <p:blipFill>
                      <a:blip r:embed="rId19"/>
                      <a:stretch>
                        <a:fillRect/>
                      </a:stretch>
                    </p:blipFill>
                    <p:spPr>
                      <a:xfrm>
                        <a:off x="6597650" y="4240213"/>
                        <a:ext cx="2068513" cy="484187"/>
                      </a:xfrm>
                      <a:prstGeom prst="rect">
                        <a:avLst/>
                      </a:prstGeom>
                      <a:noFill/>
                      <a:ln w="38100">
                        <a:noFill/>
                        <a:miter/>
                      </a:ln>
                    </p:spPr>
                  </p:pic>
                </p:oleObj>
              </mc:Fallback>
            </mc:AlternateContent>
          </a:graphicData>
        </a:graphic>
      </p:graphicFrame>
      <p:sp>
        <p:nvSpPr>
          <p:cNvPr id="68631" name="Rectangle 22"/>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68632" name="Text Box 27"/>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70658"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24</a:t>
            </a:fld>
            <a:endParaRPr lang="en-US" altLang="zh-CN" sz="1400" dirty="0"/>
          </a:p>
        </p:txBody>
      </p:sp>
      <p:grpSp>
        <p:nvGrpSpPr>
          <p:cNvPr id="70659" name="Group 2"/>
          <p:cNvGrpSpPr/>
          <p:nvPr/>
        </p:nvGrpSpPr>
        <p:grpSpPr>
          <a:xfrm>
            <a:off x="0" y="0"/>
            <a:ext cx="9144000" cy="6858000"/>
            <a:chOff x="0" y="0"/>
            <a:chExt cx="5760" cy="4320"/>
          </a:xfrm>
        </p:grpSpPr>
        <p:pic>
          <p:nvPicPr>
            <p:cNvPr id="70660"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70661"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70662" name="Rectangle 5"/>
          <p:cNvSpPr/>
          <p:nvPr/>
        </p:nvSpPr>
        <p:spPr>
          <a:xfrm>
            <a:off x="228600" y="6426200"/>
            <a:ext cx="24701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李雅普诺夫稳定性理论</a:t>
            </a:r>
          </a:p>
        </p:txBody>
      </p:sp>
      <p:sp>
        <p:nvSpPr>
          <p:cNvPr id="70663" name="Rectangle 6"/>
          <p:cNvSpPr>
            <a:spLocks noGrp="1"/>
          </p:cNvSpPr>
          <p:nvPr>
            <p:ph type="title"/>
          </p:nvPr>
        </p:nvSpPr>
        <p:spPr>
          <a:xfrm>
            <a:off x="0" y="976313"/>
            <a:ext cx="5580063" cy="652462"/>
          </a:xfrm>
          <a:ln/>
        </p:spPr>
        <p:txBody>
          <a:bodyPr vert="horz" wrap="square" lIns="91440" tIns="45720" rIns="91440" bIns="45720" anchor="ctr" anchorCtr="0"/>
          <a:lstStyle/>
          <a:p>
            <a:pPr algn="l" eaLnBrk="1" hangingPunct="1"/>
            <a:r>
              <a:rPr lang="en-US" altLang="zh-CN" dirty="0">
                <a:ea typeface="黑体" panose="02010609060101010101" pitchFamily="49" charset="-122"/>
              </a:rPr>
              <a:t>  </a:t>
            </a:r>
            <a:r>
              <a:rPr lang="en-US" altLang="zh-CN" sz="2800" dirty="0">
                <a:solidFill>
                  <a:schemeClr val="accent2"/>
                </a:solidFill>
                <a:ea typeface="黑体" panose="02010609060101010101" pitchFamily="49" charset="-122"/>
              </a:rPr>
              <a:t>5.2  </a:t>
            </a:r>
            <a:r>
              <a:rPr lang="zh-CN" altLang="en-US" sz="2800" dirty="0">
                <a:solidFill>
                  <a:schemeClr val="accent2"/>
                </a:solidFill>
                <a:ea typeface="黑体" panose="02010609060101010101" pitchFamily="49" charset="-122"/>
              </a:rPr>
              <a:t>李雅普诺夫稳定性理论</a:t>
            </a:r>
          </a:p>
        </p:txBody>
      </p:sp>
      <p:sp>
        <p:nvSpPr>
          <p:cNvPr id="70664" name="Rectangle 7"/>
          <p:cNvSpPr>
            <a:spLocks noGrp="1"/>
          </p:cNvSpPr>
          <p:nvPr>
            <p:ph idx="1"/>
          </p:nvPr>
        </p:nvSpPr>
        <p:spPr>
          <a:xfrm>
            <a:off x="250825" y="1628775"/>
            <a:ext cx="8540750" cy="4895850"/>
          </a:xfrm>
          <a:ln/>
        </p:spPr>
        <p:txBody>
          <a:bodyPr vert="horz" wrap="square" lIns="91440" tIns="45720" rIns="91440" bIns="45720" anchor="t" anchorCtr="0"/>
          <a:lstStyle/>
          <a:p>
            <a:pPr eaLnBrk="1" hangingPunct="1">
              <a:lnSpc>
                <a:spcPct val="90000"/>
              </a:lnSpc>
              <a:buNone/>
            </a:pPr>
            <a:r>
              <a:rPr lang="en-US" altLang="zh-CN" sz="2800" dirty="0">
                <a:solidFill>
                  <a:srgbClr val="66CCFF"/>
                </a:solidFill>
                <a:ea typeface="黑体" panose="02010609060101010101" pitchFamily="49" charset="-122"/>
              </a:rPr>
              <a:t> </a:t>
            </a:r>
            <a:r>
              <a:rPr lang="en-US" altLang="zh-CN" sz="2400" dirty="0">
                <a:solidFill>
                  <a:srgbClr val="3333CC"/>
                </a:solidFill>
                <a:ea typeface="黑体" panose="02010609060101010101" pitchFamily="49" charset="-122"/>
              </a:rPr>
              <a:t>5.2.1  </a:t>
            </a:r>
            <a:r>
              <a:rPr lang="zh-CN" altLang="en-US" sz="2400" dirty="0">
                <a:solidFill>
                  <a:srgbClr val="3333CC"/>
                </a:solidFill>
                <a:ea typeface="黑体" panose="02010609060101010101" pitchFamily="49" charset="-122"/>
              </a:rPr>
              <a:t>李雅普诺夫第一方法</a:t>
            </a:r>
          </a:p>
          <a:p>
            <a:pPr lvl="2" eaLnBrk="1" hangingPunct="1">
              <a:lnSpc>
                <a:spcPct val="90000"/>
              </a:lnSpc>
              <a:buNone/>
            </a:pPr>
            <a:r>
              <a:rPr lang="zh-CN" altLang="en-US" dirty="0">
                <a:ea typeface="黑体" panose="02010609060101010101" pitchFamily="49" charset="-122"/>
              </a:rPr>
              <a:t> 设              ，      为孤立平衡点。 </a:t>
            </a:r>
          </a:p>
          <a:p>
            <a:pPr eaLnBrk="1" hangingPunct="1">
              <a:lnSpc>
                <a:spcPct val="90000"/>
              </a:lnSpc>
              <a:buNone/>
            </a:pPr>
            <a:r>
              <a:rPr lang="zh-CN" altLang="en-US" sz="2400" dirty="0">
                <a:ea typeface="黑体" panose="02010609060101010101" pitchFamily="49" charset="-122"/>
              </a:rPr>
              <a:t>     </a:t>
            </a:r>
            <a:r>
              <a:rPr lang="en-US" altLang="zh-CN" sz="2400" dirty="0">
                <a:ea typeface="黑体" panose="02010609060101010101" pitchFamily="49" charset="-122"/>
              </a:rPr>
              <a:t>(1) </a:t>
            </a:r>
            <a:r>
              <a:rPr lang="zh-CN" altLang="en-US" sz="2400" dirty="0">
                <a:ea typeface="黑体" panose="02010609060101010101" pitchFamily="49" charset="-122"/>
              </a:rPr>
              <a:t>平衡点平移：令                ，则                     。</a:t>
            </a:r>
          </a:p>
          <a:p>
            <a:pPr lvl="2" eaLnBrk="1" hangingPunct="1">
              <a:lnSpc>
                <a:spcPct val="90000"/>
              </a:lnSpc>
              <a:buNone/>
            </a:pPr>
            <a:r>
              <a:rPr lang="zh-CN" altLang="en-US" dirty="0">
                <a:ea typeface="黑体" panose="02010609060101010101" pitchFamily="49" charset="-122"/>
              </a:rPr>
              <a:t>将               在原点展开，得                         ，其中</a:t>
            </a:r>
          </a:p>
          <a:p>
            <a:pPr lvl="2" eaLnBrk="1" hangingPunct="1">
              <a:lnSpc>
                <a:spcPct val="90000"/>
              </a:lnSpc>
              <a:buNone/>
            </a:pPr>
            <a:endParaRPr lang="zh-CN" altLang="en-US" dirty="0">
              <a:ea typeface="黑体" panose="02010609060101010101" pitchFamily="49" charset="-122"/>
            </a:endParaRPr>
          </a:p>
          <a:p>
            <a:pPr lvl="2" eaLnBrk="1" hangingPunct="1">
              <a:lnSpc>
                <a:spcPct val="90000"/>
              </a:lnSpc>
              <a:buNone/>
            </a:pPr>
            <a:endParaRPr lang="zh-CN" altLang="en-US" dirty="0">
              <a:ea typeface="黑体" panose="02010609060101010101" pitchFamily="49" charset="-122"/>
            </a:endParaRPr>
          </a:p>
          <a:p>
            <a:pPr lvl="2" eaLnBrk="1" hangingPunct="1">
              <a:lnSpc>
                <a:spcPct val="90000"/>
              </a:lnSpc>
              <a:buNone/>
            </a:pPr>
            <a:endParaRPr lang="zh-CN" altLang="en-US" dirty="0">
              <a:ea typeface="黑体" panose="02010609060101010101" pitchFamily="49" charset="-122"/>
            </a:endParaRPr>
          </a:p>
          <a:p>
            <a:pPr lvl="2" eaLnBrk="1" hangingPunct="1">
              <a:lnSpc>
                <a:spcPct val="90000"/>
              </a:lnSpc>
              <a:buNone/>
            </a:pPr>
            <a:endParaRPr lang="zh-CN" altLang="en-US" dirty="0">
              <a:ea typeface="黑体" panose="02010609060101010101" pitchFamily="49" charset="-122"/>
            </a:endParaRPr>
          </a:p>
          <a:p>
            <a:pPr lvl="2" eaLnBrk="1" hangingPunct="1">
              <a:lnSpc>
                <a:spcPct val="90000"/>
              </a:lnSpc>
              <a:buNone/>
            </a:pPr>
            <a:endParaRPr lang="zh-CN" altLang="en-US" sz="2800" dirty="0">
              <a:ea typeface="黑体" panose="02010609060101010101" pitchFamily="49" charset="-122"/>
            </a:endParaRPr>
          </a:p>
          <a:p>
            <a:pPr lvl="1" eaLnBrk="1" hangingPunct="1">
              <a:lnSpc>
                <a:spcPct val="90000"/>
              </a:lnSpc>
              <a:buNone/>
            </a:pPr>
            <a:endParaRPr lang="zh-CN" altLang="en-US" sz="2400" dirty="0">
              <a:ea typeface="黑体" panose="02010609060101010101" pitchFamily="49" charset="-122"/>
            </a:endParaRPr>
          </a:p>
          <a:p>
            <a:pPr lvl="1" eaLnBrk="1" hangingPunct="1">
              <a:lnSpc>
                <a:spcPct val="90000"/>
              </a:lnSpc>
              <a:spcBef>
                <a:spcPct val="0"/>
              </a:spcBef>
              <a:buNone/>
            </a:pPr>
            <a:r>
              <a:rPr lang="zh-CN" altLang="en-US" sz="3200" dirty="0">
                <a:ea typeface="黑体" panose="02010609060101010101" pitchFamily="49" charset="-122"/>
              </a:rPr>
              <a:t>     </a:t>
            </a:r>
          </a:p>
        </p:txBody>
      </p:sp>
      <p:sp>
        <p:nvSpPr>
          <p:cNvPr id="70665" name="Rectangle 8"/>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70666" name="Object 9"/>
          <p:cNvGraphicFramePr>
            <a:graphicFrameLocks noChangeAspect="1"/>
          </p:cNvGraphicFramePr>
          <p:nvPr/>
        </p:nvGraphicFramePr>
        <p:xfrm>
          <a:off x="1679575" y="2105025"/>
          <a:ext cx="1208088" cy="431800"/>
        </p:xfrm>
        <a:graphic>
          <a:graphicData uri="http://schemas.openxmlformats.org/presentationml/2006/ole">
            <mc:AlternateContent xmlns:mc="http://schemas.openxmlformats.org/markup-compatibility/2006">
              <mc:Choice xmlns:v="urn:schemas-microsoft-com:vml" Requires="v">
                <p:oleObj r:id="rId4" imgW="571500" imgH="203200" progId="Equation.3">
                  <p:embed/>
                </p:oleObj>
              </mc:Choice>
              <mc:Fallback>
                <p:oleObj r:id="rId4" imgW="571500" imgH="203200" progId="Equation.3">
                  <p:embed/>
                  <p:pic>
                    <p:nvPicPr>
                      <p:cNvPr id="0" name="图片 3200"/>
                      <p:cNvPicPr/>
                      <p:nvPr/>
                    </p:nvPicPr>
                    <p:blipFill>
                      <a:blip r:embed="rId5"/>
                      <a:stretch>
                        <a:fillRect/>
                      </a:stretch>
                    </p:blipFill>
                    <p:spPr>
                      <a:xfrm>
                        <a:off x="1679575" y="2105025"/>
                        <a:ext cx="1208088" cy="431800"/>
                      </a:xfrm>
                      <a:prstGeom prst="rect">
                        <a:avLst/>
                      </a:prstGeom>
                      <a:noFill/>
                      <a:ln w="38100">
                        <a:noFill/>
                        <a:miter/>
                      </a:ln>
                    </p:spPr>
                  </p:pic>
                </p:oleObj>
              </mc:Fallback>
            </mc:AlternateContent>
          </a:graphicData>
        </a:graphic>
      </p:graphicFrame>
      <p:sp>
        <p:nvSpPr>
          <p:cNvPr id="70667" name="Rectangle 10"/>
          <p:cNvSpPr/>
          <p:nvPr/>
        </p:nvSpPr>
        <p:spPr>
          <a:xfrm>
            <a:off x="0" y="331470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70668" name="Object 11"/>
          <p:cNvGraphicFramePr>
            <a:graphicFrameLocks noChangeAspect="1"/>
          </p:cNvGraphicFramePr>
          <p:nvPr/>
        </p:nvGraphicFramePr>
        <p:xfrm>
          <a:off x="3289300" y="2003425"/>
          <a:ext cx="366713" cy="503238"/>
        </p:xfrm>
        <a:graphic>
          <a:graphicData uri="http://schemas.openxmlformats.org/presentationml/2006/ole">
            <mc:AlternateContent xmlns:mc="http://schemas.openxmlformats.org/markup-compatibility/2006">
              <mc:Choice xmlns:v="urn:schemas-microsoft-com:vml" Requires="v">
                <p:oleObj r:id="rId6" imgW="139700" imgH="190500" progId="Equation.DSMT4">
                  <p:embed/>
                </p:oleObj>
              </mc:Choice>
              <mc:Fallback>
                <p:oleObj r:id="rId6" imgW="139700" imgH="190500" progId="Equation.DSMT4">
                  <p:embed/>
                  <p:pic>
                    <p:nvPicPr>
                      <p:cNvPr id="0" name="图片 3198"/>
                      <p:cNvPicPr/>
                      <p:nvPr/>
                    </p:nvPicPr>
                    <p:blipFill>
                      <a:blip r:embed="rId7"/>
                      <a:stretch>
                        <a:fillRect/>
                      </a:stretch>
                    </p:blipFill>
                    <p:spPr>
                      <a:xfrm>
                        <a:off x="3289300" y="2003425"/>
                        <a:ext cx="366713" cy="503238"/>
                      </a:xfrm>
                      <a:prstGeom prst="rect">
                        <a:avLst/>
                      </a:prstGeom>
                      <a:noFill/>
                      <a:ln w="38100">
                        <a:noFill/>
                        <a:miter/>
                      </a:ln>
                    </p:spPr>
                  </p:pic>
                </p:oleObj>
              </mc:Fallback>
            </mc:AlternateContent>
          </a:graphicData>
        </a:graphic>
      </p:graphicFrame>
      <p:sp>
        <p:nvSpPr>
          <p:cNvPr id="70669" name="Rectangle 12"/>
          <p:cNvSpPr/>
          <p:nvPr/>
        </p:nvSpPr>
        <p:spPr>
          <a:xfrm>
            <a:off x="0" y="331470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70670" name="Object 13"/>
          <p:cNvGraphicFramePr>
            <a:graphicFrameLocks noChangeAspect="1"/>
          </p:cNvGraphicFramePr>
          <p:nvPr/>
        </p:nvGraphicFramePr>
        <p:xfrm>
          <a:off x="3276600" y="2401888"/>
          <a:ext cx="1444625" cy="517525"/>
        </p:xfrm>
        <a:graphic>
          <a:graphicData uri="http://schemas.openxmlformats.org/presentationml/2006/ole">
            <mc:AlternateContent xmlns:mc="http://schemas.openxmlformats.org/markup-compatibility/2006">
              <mc:Choice xmlns:v="urn:schemas-microsoft-com:vml" Requires="v">
                <p:oleObj r:id="rId8" imgW="533400" imgH="190500" progId="Equation.DSMT4">
                  <p:embed/>
                </p:oleObj>
              </mc:Choice>
              <mc:Fallback>
                <p:oleObj r:id="rId8" imgW="533400" imgH="190500" progId="Equation.DSMT4">
                  <p:embed/>
                  <p:pic>
                    <p:nvPicPr>
                      <p:cNvPr id="0" name="图片 3193"/>
                      <p:cNvPicPr/>
                      <p:nvPr/>
                    </p:nvPicPr>
                    <p:blipFill>
                      <a:blip r:embed="rId9"/>
                      <a:stretch>
                        <a:fillRect/>
                      </a:stretch>
                    </p:blipFill>
                    <p:spPr>
                      <a:xfrm>
                        <a:off x="3276600" y="2401888"/>
                        <a:ext cx="1444625" cy="517525"/>
                      </a:xfrm>
                      <a:prstGeom prst="rect">
                        <a:avLst/>
                      </a:prstGeom>
                      <a:noFill/>
                      <a:ln w="38100">
                        <a:noFill/>
                        <a:miter/>
                      </a:ln>
                    </p:spPr>
                  </p:pic>
                </p:oleObj>
              </mc:Fallback>
            </mc:AlternateContent>
          </a:graphicData>
        </a:graphic>
      </p:graphicFrame>
      <p:sp>
        <p:nvSpPr>
          <p:cNvPr id="70671" name="Rectangle 14"/>
          <p:cNvSpPr/>
          <p:nvPr/>
        </p:nvSpPr>
        <p:spPr>
          <a:xfrm>
            <a:off x="0" y="331470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70672" name="Object 15"/>
          <p:cNvGraphicFramePr>
            <a:graphicFrameLocks noChangeAspect="1"/>
          </p:cNvGraphicFramePr>
          <p:nvPr/>
        </p:nvGraphicFramePr>
        <p:xfrm>
          <a:off x="5292725" y="2420938"/>
          <a:ext cx="1871663" cy="460375"/>
        </p:xfrm>
        <a:graphic>
          <a:graphicData uri="http://schemas.openxmlformats.org/presentationml/2006/ole">
            <mc:AlternateContent xmlns:mc="http://schemas.openxmlformats.org/markup-compatibility/2006">
              <mc:Choice xmlns:v="urn:schemas-microsoft-com:vml" Requires="v">
                <p:oleObj r:id="rId10" imgW="736600" imgH="190500" progId="Equation.DSMT4">
                  <p:embed/>
                </p:oleObj>
              </mc:Choice>
              <mc:Fallback>
                <p:oleObj r:id="rId10" imgW="736600" imgH="190500" progId="Equation.DSMT4">
                  <p:embed/>
                  <p:pic>
                    <p:nvPicPr>
                      <p:cNvPr id="0" name="图片 3194"/>
                      <p:cNvPicPr/>
                      <p:nvPr/>
                    </p:nvPicPr>
                    <p:blipFill>
                      <a:blip r:embed="rId11"/>
                      <a:stretch>
                        <a:fillRect/>
                      </a:stretch>
                    </p:blipFill>
                    <p:spPr>
                      <a:xfrm>
                        <a:off x="5292725" y="2420938"/>
                        <a:ext cx="1871663" cy="460375"/>
                      </a:xfrm>
                      <a:prstGeom prst="rect">
                        <a:avLst/>
                      </a:prstGeom>
                      <a:noFill/>
                      <a:ln w="38100">
                        <a:noFill/>
                        <a:miter/>
                      </a:ln>
                    </p:spPr>
                  </p:pic>
                </p:oleObj>
              </mc:Fallback>
            </mc:AlternateContent>
          </a:graphicData>
        </a:graphic>
      </p:graphicFrame>
      <p:sp>
        <p:nvSpPr>
          <p:cNvPr id="70673" name="Rectangle 16"/>
          <p:cNvSpPr/>
          <p:nvPr/>
        </p:nvSpPr>
        <p:spPr>
          <a:xfrm>
            <a:off x="0" y="331470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70674" name="Object 17"/>
          <p:cNvGraphicFramePr>
            <a:graphicFrameLocks noChangeAspect="1"/>
          </p:cNvGraphicFramePr>
          <p:nvPr/>
        </p:nvGraphicFramePr>
        <p:xfrm>
          <a:off x="1535113" y="2847975"/>
          <a:ext cx="1308100" cy="479425"/>
        </p:xfrm>
        <a:graphic>
          <a:graphicData uri="http://schemas.openxmlformats.org/presentationml/2006/ole">
            <mc:AlternateContent xmlns:mc="http://schemas.openxmlformats.org/markup-compatibility/2006">
              <mc:Choice xmlns:v="urn:schemas-microsoft-com:vml" Requires="v">
                <p:oleObj r:id="rId12" imgW="520700" imgH="190500" progId="Equation.DSMT4">
                  <p:embed/>
                </p:oleObj>
              </mc:Choice>
              <mc:Fallback>
                <p:oleObj r:id="rId12" imgW="520700" imgH="190500" progId="Equation.DSMT4">
                  <p:embed/>
                  <p:pic>
                    <p:nvPicPr>
                      <p:cNvPr id="0" name="图片 3199"/>
                      <p:cNvPicPr/>
                      <p:nvPr/>
                    </p:nvPicPr>
                    <p:blipFill>
                      <a:blip r:embed="rId13"/>
                      <a:stretch>
                        <a:fillRect/>
                      </a:stretch>
                    </p:blipFill>
                    <p:spPr>
                      <a:xfrm>
                        <a:off x="1535113" y="2847975"/>
                        <a:ext cx="1308100" cy="479425"/>
                      </a:xfrm>
                      <a:prstGeom prst="rect">
                        <a:avLst/>
                      </a:prstGeom>
                      <a:noFill/>
                      <a:ln w="38100">
                        <a:noFill/>
                        <a:miter/>
                      </a:ln>
                    </p:spPr>
                  </p:pic>
                </p:oleObj>
              </mc:Fallback>
            </mc:AlternateContent>
          </a:graphicData>
        </a:graphic>
      </p:graphicFrame>
      <p:graphicFrame>
        <p:nvGraphicFramePr>
          <p:cNvPr id="70675" name="Object 18"/>
          <p:cNvGraphicFramePr>
            <a:graphicFrameLocks noChangeAspect="1"/>
          </p:cNvGraphicFramePr>
          <p:nvPr/>
        </p:nvGraphicFramePr>
        <p:xfrm>
          <a:off x="5011738" y="2878138"/>
          <a:ext cx="2008187" cy="406400"/>
        </p:xfrm>
        <a:graphic>
          <a:graphicData uri="http://schemas.openxmlformats.org/presentationml/2006/ole">
            <mc:AlternateContent xmlns:mc="http://schemas.openxmlformats.org/markup-compatibility/2006">
              <mc:Choice xmlns:v="urn:schemas-microsoft-com:vml" Requires="v">
                <p:oleObj r:id="rId14" imgW="1002665" imgH="203200" progId="Equation.3">
                  <p:embed/>
                </p:oleObj>
              </mc:Choice>
              <mc:Fallback>
                <p:oleObj r:id="rId14" imgW="1002665" imgH="203200" progId="Equation.3">
                  <p:embed/>
                  <p:pic>
                    <p:nvPicPr>
                      <p:cNvPr id="0" name="图片 3195"/>
                      <p:cNvPicPr/>
                      <p:nvPr/>
                    </p:nvPicPr>
                    <p:blipFill>
                      <a:blip r:embed="rId15"/>
                      <a:stretch>
                        <a:fillRect/>
                      </a:stretch>
                    </p:blipFill>
                    <p:spPr>
                      <a:xfrm>
                        <a:off x="5011738" y="2878138"/>
                        <a:ext cx="2008187" cy="406400"/>
                      </a:xfrm>
                      <a:prstGeom prst="rect">
                        <a:avLst/>
                      </a:prstGeom>
                      <a:noFill/>
                      <a:ln w="38100">
                        <a:noFill/>
                        <a:miter/>
                      </a:ln>
                    </p:spPr>
                  </p:pic>
                </p:oleObj>
              </mc:Fallback>
            </mc:AlternateContent>
          </a:graphicData>
        </a:graphic>
      </p:graphicFrame>
      <p:graphicFrame>
        <p:nvGraphicFramePr>
          <p:cNvPr id="70676" name="Object 19"/>
          <p:cNvGraphicFramePr>
            <a:graphicFrameLocks noChangeAspect="1"/>
          </p:cNvGraphicFramePr>
          <p:nvPr/>
        </p:nvGraphicFramePr>
        <p:xfrm>
          <a:off x="900113" y="3370263"/>
          <a:ext cx="5903912" cy="2363787"/>
        </p:xfrm>
        <a:graphic>
          <a:graphicData uri="http://schemas.openxmlformats.org/presentationml/2006/ole">
            <mc:AlternateContent xmlns:mc="http://schemas.openxmlformats.org/markup-compatibility/2006">
              <mc:Choice xmlns:v="urn:schemas-microsoft-com:vml" Requires="v">
                <p:oleObj r:id="rId16" imgW="2730500" imgH="1168400" progId="Equation.DSMT4">
                  <p:embed/>
                </p:oleObj>
              </mc:Choice>
              <mc:Fallback>
                <p:oleObj r:id="rId16" imgW="2730500" imgH="1168400" progId="Equation.DSMT4">
                  <p:embed/>
                  <p:pic>
                    <p:nvPicPr>
                      <p:cNvPr id="0" name="图片 3197"/>
                      <p:cNvPicPr/>
                      <p:nvPr/>
                    </p:nvPicPr>
                    <p:blipFill>
                      <a:blip r:embed="rId17"/>
                      <a:stretch>
                        <a:fillRect/>
                      </a:stretch>
                    </p:blipFill>
                    <p:spPr>
                      <a:xfrm>
                        <a:off x="900113" y="3370263"/>
                        <a:ext cx="5903912" cy="2363787"/>
                      </a:xfrm>
                      <a:prstGeom prst="rect">
                        <a:avLst/>
                      </a:prstGeom>
                      <a:noFill/>
                      <a:ln w="38100">
                        <a:noFill/>
                        <a:miter/>
                      </a:ln>
                    </p:spPr>
                  </p:pic>
                </p:oleObj>
              </mc:Fallback>
            </mc:AlternateContent>
          </a:graphicData>
        </a:graphic>
      </p:graphicFrame>
      <p:sp>
        <p:nvSpPr>
          <p:cNvPr id="70677" name="Rectangle 20"/>
          <p:cNvSpPr/>
          <p:nvPr/>
        </p:nvSpPr>
        <p:spPr>
          <a:xfrm>
            <a:off x="0" y="4433888"/>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70678" name="Object 21"/>
          <p:cNvGraphicFramePr>
            <a:graphicFrameLocks noChangeAspect="1"/>
          </p:cNvGraphicFramePr>
          <p:nvPr/>
        </p:nvGraphicFramePr>
        <p:xfrm>
          <a:off x="6599238" y="4240213"/>
          <a:ext cx="2068512" cy="484187"/>
        </p:xfrm>
        <a:graphic>
          <a:graphicData uri="http://schemas.openxmlformats.org/presentationml/2006/ole">
            <mc:AlternateContent xmlns:mc="http://schemas.openxmlformats.org/markup-compatibility/2006">
              <mc:Choice xmlns:v="urn:schemas-microsoft-com:vml" Requires="v">
                <p:oleObj r:id="rId18" imgW="977900" imgH="228600" progId="Equation.DSMT4">
                  <p:embed/>
                </p:oleObj>
              </mc:Choice>
              <mc:Fallback>
                <p:oleObj r:id="rId18" imgW="977900" imgH="228600" progId="Equation.DSMT4">
                  <p:embed/>
                  <p:pic>
                    <p:nvPicPr>
                      <p:cNvPr id="0" name="图片 3196"/>
                      <p:cNvPicPr/>
                      <p:nvPr/>
                    </p:nvPicPr>
                    <p:blipFill>
                      <a:blip r:embed="rId19"/>
                      <a:stretch>
                        <a:fillRect/>
                      </a:stretch>
                    </p:blipFill>
                    <p:spPr>
                      <a:xfrm>
                        <a:off x="6599238" y="4240213"/>
                        <a:ext cx="2068512" cy="484187"/>
                      </a:xfrm>
                      <a:prstGeom prst="rect">
                        <a:avLst/>
                      </a:prstGeom>
                      <a:noFill/>
                      <a:ln w="38100">
                        <a:noFill/>
                        <a:miter/>
                      </a:ln>
                    </p:spPr>
                  </p:pic>
                </p:oleObj>
              </mc:Fallback>
            </mc:AlternateContent>
          </a:graphicData>
        </a:graphic>
      </p:graphicFrame>
      <p:sp>
        <p:nvSpPr>
          <p:cNvPr id="70679" name="Rectangle 22"/>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70680" name="AutoShape 23"/>
          <p:cNvSpPr/>
          <p:nvPr/>
        </p:nvSpPr>
        <p:spPr>
          <a:xfrm>
            <a:off x="684213" y="3716338"/>
            <a:ext cx="1584325" cy="504825"/>
          </a:xfrm>
          <a:prstGeom prst="wedgeRoundRectCallout">
            <a:avLst>
              <a:gd name="adj1" fmla="val 173245"/>
              <a:gd name="adj2" fmla="val 68866"/>
              <a:gd name="adj3" fmla="val 16667"/>
            </a:avLst>
          </a:prstGeom>
          <a:solidFill>
            <a:schemeClr val="accent1"/>
          </a:solidFill>
          <a:ln w="9525" cap="flat" cmpd="sng">
            <a:solidFill>
              <a:schemeClr val="tx1"/>
            </a:solidFill>
            <a:prstDash val="solid"/>
            <a:miter/>
            <a:headEnd type="none" w="med" len="med"/>
            <a:tailEnd type="none" w="med" len="med"/>
          </a:ln>
        </p:spPr>
        <p:txBody>
          <a:bodyPr anchor="t" anchorCtr="0"/>
          <a:lstStyle/>
          <a:p>
            <a:pPr eaLnBrk="0" hangingPunct="0"/>
            <a:r>
              <a:rPr lang="zh-CN" altLang="en-US" sz="2000" dirty="0">
                <a:latin typeface="Arial" panose="020B0604020202020204" pitchFamily="34" charset="0"/>
                <a:ea typeface="黑体" panose="02010609060101010101" pitchFamily="49" charset="-122"/>
              </a:rPr>
              <a:t>雅可比矩阵</a:t>
            </a:r>
          </a:p>
        </p:txBody>
      </p:sp>
      <p:sp>
        <p:nvSpPr>
          <p:cNvPr id="70681" name="AutoShape 24"/>
          <p:cNvSpPr/>
          <p:nvPr/>
        </p:nvSpPr>
        <p:spPr>
          <a:xfrm>
            <a:off x="7092950" y="3429000"/>
            <a:ext cx="1582738" cy="431800"/>
          </a:xfrm>
          <a:prstGeom prst="wedgeRoundRectCallout">
            <a:avLst>
              <a:gd name="adj1" fmla="val -46190"/>
              <a:gd name="adj2" fmla="val 136764"/>
              <a:gd name="adj3" fmla="val 16667"/>
            </a:avLst>
          </a:prstGeom>
          <a:solidFill>
            <a:schemeClr val="accent1"/>
          </a:solidFill>
          <a:ln w="9525" cap="flat" cmpd="sng">
            <a:solidFill>
              <a:schemeClr val="tx1"/>
            </a:solidFill>
            <a:prstDash val="solid"/>
            <a:miter/>
            <a:headEnd type="none" w="med" len="med"/>
            <a:tailEnd type="none" w="med" len="med"/>
          </a:ln>
        </p:spPr>
        <p:txBody>
          <a:bodyPr anchor="t" anchorCtr="0"/>
          <a:lstStyle/>
          <a:p>
            <a:pPr eaLnBrk="0" hangingPunct="0"/>
            <a:r>
              <a:rPr lang="zh-CN" altLang="en-US" sz="2000" dirty="0">
                <a:latin typeface="Arial" panose="020B0604020202020204" pitchFamily="34" charset="0"/>
                <a:ea typeface="黑体" panose="02010609060101010101" pitchFamily="49" charset="-122"/>
              </a:rPr>
              <a:t>高阶导数项</a:t>
            </a:r>
          </a:p>
        </p:txBody>
      </p:sp>
      <p:sp>
        <p:nvSpPr>
          <p:cNvPr id="70682" name="Text Box 25"/>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72706"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25</a:t>
            </a:fld>
            <a:endParaRPr lang="en-US" altLang="zh-CN" sz="1400" dirty="0"/>
          </a:p>
        </p:txBody>
      </p:sp>
      <p:grpSp>
        <p:nvGrpSpPr>
          <p:cNvPr id="72707" name="Group 2"/>
          <p:cNvGrpSpPr/>
          <p:nvPr/>
        </p:nvGrpSpPr>
        <p:grpSpPr>
          <a:xfrm>
            <a:off x="0" y="0"/>
            <a:ext cx="9144000" cy="6858000"/>
            <a:chOff x="0" y="0"/>
            <a:chExt cx="5760" cy="4320"/>
          </a:xfrm>
        </p:grpSpPr>
        <p:pic>
          <p:nvPicPr>
            <p:cNvPr id="72708"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72709"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72710" name="Rectangle 5"/>
          <p:cNvSpPr/>
          <p:nvPr/>
        </p:nvSpPr>
        <p:spPr>
          <a:xfrm>
            <a:off x="228600" y="6426200"/>
            <a:ext cx="24701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李雅普诺夫稳定性理论</a:t>
            </a:r>
          </a:p>
        </p:txBody>
      </p:sp>
      <p:sp>
        <p:nvSpPr>
          <p:cNvPr id="72711" name="Rectangle 6"/>
          <p:cNvSpPr>
            <a:spLocks noGrp="1"/>
          </p:cNvSpPr>
          <p:nvPr>
            <p:ph type="title"/>
          </p:nvPr>
        </p:nvSpPr>
        <p:spPr>
          <a:xfrm>
            <a:off x="0" y="976313"/>
            <a:ext cx="5580063" cy="652462"/>
          </a:xfrm>
          <a:ln/>
        </p:spPr>
        <p:txBody>
          <a:bodyPr vert="horz" wrap="square" lIns="91440" tIns="45720" rIns="91440" bIns="45720" anchor="ctr" anchorCtr="0"/>
          <a:lstStyle/>
          <a:p>
            <a:pPr algn="l" eaLnBrk="1" hangingPunct="1"/>
            <a:r>
              <a:rPr lang="en-US" altLang="zh-CN" dirty="0">
                <a:ea typeface="黑体" panose="02010609060101010101" pitchFamily="49" charset="-122"/>
              </a:rPr>
              <a:t>  </a:t>
            </a:r>
            <a:r>
              <a:rPr lang="en-US" altLang="zh-CN" sz="2800" dirty="0">
                <a:solidFill>
                  <a:schemeClr val="accent2"/>
                </a:solidFill>
                <a:ea typeface="黑体" panose="02010609060101010101" pitchFamily="49" charset="-122"/>
              </a:rPr>
              <a:t>5.2  </a:t>
            </a:r>
            <a:r>
              <a:rPr lang="zh-CN" altLang="en-US" sz="2800" dirty="0">
                <a:solidFill>
                  <a:schemeClr val="accent2"/>
                </a:solidFill>
                <a:ea typeface="黑体" panose="02010609060101010101" pitchFamily="49" charset="-122"/>
              </a:rPr>
              <a:t>李雅普诺夫稳定性理论</a:t>
            </a:r>
          </a:p>
        </p:txBody>
      </p:sp>
      <p:sp>
        <p:nvSpPr>
          <p:cNvPr id="72712" name="Rectangle 7"/>
          <p:cNvSpPr>
            <a:spLocks noGrp="1"/>
          </p:cNvSpPr>
          <p:nvPr>
            <p:ph idx="1"/>
          </p:nvPr>
        </p:nvSpPr>
        <p:spPr>
          <a:xfrm>
            <a:off x="250825" y="1628775"/>
            <a:ext cx="8540750" cy="4895850"/>
          </a:xfrm>
          <a:ln/>
        </p:spPr>
        <p:txBody>
          <a:bodyPr vert="horz" wrap="square" lIns="91440" tIns="45720" rIns="91440" bIns="45720" anchor="t" anchorCtr="0"/>
          <a:lstStyle/>
          <a:p>
            <a:pPr eaLnBrk="1" hangingPunct="1">
              <a:lnSpc>
                <a:spcPct val="90000"/>
              </a:lnSpc>
              <a:buNone/>
            </a:pPr>
            <a:r>
              <a:rPr lang="en-US" altLang="zh-CN" sz="2800" dirty="0">
                <a:solidFill>
                  <a:srgbClr val="66CCFF"/>
                </a:solidFill>
                <a:ea typeface="黑体" panose="02010609060101010101" pitchFamily="49" charset="-122"/>
              </a:rPr>
              <a:t> </a:t>
            </a:r>
            <a:r>
              <a:rPr lang="en-US" altLang="zh-CN" sz="2400" dirty="0">
                <a:solidFill>
                  <a:srgbClr val="3333CC"/>
                </a:solidFill>
                <a:ea typeface="黑体" panose="02010609060101010101" pitchFamily="49" charset="-122"/>
              </a:rPr>
              <a:t>5.2.1  </a:t>
            </a:r>
            <a:r>
              <a:rPr lang="zh-CN" altLang="en-US" sz="2400" dirty="0">
                <a:solidFill>
                  <a:srgbClr val="3333CC"/>
                </a:solidFill>
                <a:ea typeface="黑体" panose="02010609060101010101" pitchFamily="49" charset="-122"/>
              </a:rPr>
              <a:t>李雅普诺夫第一方法</a:t>
            </a:r>
          </a:p>
          <a:p>
            <a:pPr lvl="2" eaLnBrk="1" hangingPunct="1">
              <a:lnSpc>
                <a:spcPct val="90000"/>
              </a:lnSpc>
              <a:buNone/>
            </a:pPr>
            <a:r>
              <a:rPr lang="zh-CN" altLang="en-US" dirty="0">
                <a:ea typeface="黑体" panose="02010609060101010101" pitchFamily="49" charset="-122"/>
              </a:rPr>
              <a:t> 设              ，      为孤立平衡点。 </a:t>
            </a:r>
          </a:p>
          <a:p>
            <a:pPr eaLnBrk="1" hangingPunct="1">
              <a:lnSpc>
                <a:spcPct val="90000"/>
              </a:lnSpc>
              <a:buNone/>
            </a:pPr>
            <a:r>
              <a:rPr lang="zh-CN" altLang="en-US" sz="2400" dirty="0">
                <a:ea typeface="黑体" panose="02010609060101010101" pitchFamily="49" charset="-122"/>
              </a:rPr>
              <a:t>     </a:t>
            </a:r>
            <a:r>
              <a:rPr lang="en-US" altLang="zh-CN" sz="2400" dirty="0">
                <a:ea typeface="黑体" panose="02010609060101010101" pitchFamily="49" charset="-122"/>
              </a:rPr>
              <a:t>(1) </a:t>
            </a:r>
            <a:r>
              <a:rPr lang="zh-CN" altLang="en-US" sz="2400" dirty="0">
                <a:ea typeface="黑体" panose="02010609060101010101" pitchFamily="49" charset="-122"/>
              </a:rPr>
              <a:t>平衡点平移：令                ，则                     。</a:t>
            </a:r>
          </a:p>
          <a:p>
            <a:pPr lvl="2" eaLnBrk="1" hangingPunct="1">
              <a:lnSpc>
                <a:spcPct val="90000"/>
              </a:lnSpc>
              <a:buNone/>
            </a:pPr>
            <a:r>
              <a:rPr lang="zh-CN" altLang="en-US" dirty="0">
                <a:ea typeface="黑体" panose="02010609060101010101" pitchFamily="49" charset="-122"/>
              </a:rPr>
              <a:t>将               在原点展开，得                         ，其中</a:t>
            </a:r>
          </a:p>
          <a:p>
            <a:pPr lvl="2" eaLnBrk="1" hangingPunct="1">
              <a:lnSpc>
                <a:spcPct val="90000"/>
              </a:lnSpc>
              <a:buNone/>
            </a:pPr>
            <a:endParaRPr lang="zh-CN" altLang="en-US" dirty="0">
              <a:ea typeface="黑体" panose="02010609060101010101" pitchFamily="49" charset="-122"/>
            </a:endParaRPr>
          </a:p>
          <a:p>
            <a:pPr lvl="2" eaLnBrk="1" hangingPunct="1">
              <a:lnSpc>
                <a:spcPct val="90000"/>
              </a:lnSpc>
              <a:buNone/>
            </a:pPr>
            <a:endParaRPr lang="zh-CN" altLang="en-US" dirty="0">
              <a:ea typeface="黑体" panose="02010609060101010101" pitchFamily="49" charset="-122"/>
            </a:endParaRPr>
          </a:p>
          <a:p>
            <a:pPr lvl="2" eaLnBrk="1" hangingPunct="1">
              <a:lnSpc>
                <a:spcPct val="90000"/>
              </a:lnSpc>
              <a:buNone/>
            </a:pPr>
            <a:endParaRPr lang="zh-CN" altLang="en-US" dirty="0">
              <a:ea typeface="黑体" panose="02010609060101010101" pitchFamily="49" charset="-122"/>
            </a:endParaRPr>
          </a:p>
          <a:p>
            <a:pPr lvl="2" eaLnBrk="1" hangingPunct="1">
              <a:lnSpc>
                <a:spcPct val="90000"/>
              </a:lnSpc>
              <a:buNone/>
            </a:pPr>
            <a:endParaRPr lang="zh-CN" altLang="en-US" dirty="0">
              <a:ea typeface="黑体" panose="02010609060101010101" pitchFamily="49" charset="-122"/>
            </a:endParaRPr>
          </a:p>
          <a:p>
            <a:pPr lvl="2" eaLnBrk="1" hangingPunct="1">
              <a:lnSpc>
                <a:spcPct val="90000"/>
              </a:lnSpc>
              <a:buNone/>
            </a:pPr>
            <a:endParaRPr lang="zh-CN" altLang="en-US" sz="2800" dirty="0">
              <a:ea typeface="黑体" panose="02010609060101010101" pitchFamily="49" charset="-122"/>
            </a:endParaRPr>
          </a:p>
          <a:p>
            <a:pPr lvl="1" eaLnBrk="1" hangingPunct="1">
              <a:lnSpc>
                <a:spcPct val="90000"/>
              </a:lnSpc>
              <a:buNone/>
            </a:pPr>
            <a:endParaRPr lang="zh-CN" altLang="en-US" sz="2400" dirty="0">
              <a:ea typeface="黑体" panose="02010609060101010101" pitchFamily="49" charset="-122"/>
            </a:endParaRPr>
          </a:p>
          <a:p>
            <a:pPr lvl="1" eaLnBrk="1" hangingPunct="1">
              <a:lnSpc>
                <a:spcPct val="90000"/>
              </a:lnSpc>
              <a:spcBef>
                <a:spcPct val="0"/>
              </a:spcBef>
              <a:buNone/>
            </a:pPr>
            <a:r>
              <a:rPr lang="en-US" altLang="zh-CN" sz="2400" dirty="0">
                <a:ea typeface="黑体" panose="02010609060101010101" pitchFamily="49" charset="-122"/>
              </a:rPr>
              <a:t>(2)  </a:t>
            </a:r>
            <a:r>
              <a:rPr lang="zh-CN" altLang="en-US" sz="2400" dirty="0">
                <a:ea typeface="黑体" panose="02010609060101010101" pitchFamily="49" charset="-122"/>
              </a:rPr>
              <a:t>近似线性化：</a:t>
            </a:r>
            <a:r>
              <a:rPr lang="zh-CN" altLang="en-US" sz="3200" dirty="0">
                <a:ea typeface="黑体" panose="02010609060101010101" pitchFamily="49" charset="-122"/>
              </a:rPr>
              <a:t>     </a:t>
            </a:r>
          </a:p>
        </p:txBody>
      </p:sp>
      <p:sp>
        <p:nvSpPr>
          <p:cNvPr id="72713" name="Rectangle 8"/>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72714" name="Object 9"/>
          <p:cNvGraphicFramePr>
            <a:graphicFrameLocks noChangeAspect="1"/>
          </p:cNvGraphicFramePr>
          <p:nvPr/>
        </p:nvGraphicFramePr>
        <p:xfrm>
          <a:off x="1679575" y="2105025"/>
          <a:ext cx="1208088" cy="431800"/>
        </p:xfrm>
        <a:graphic>
          <a:graphicData uri="http://schemas.openxmlformats.org/presentationml/2006/ole">
            <mc:AlternateContent xmlns:mc="http://schemas.openxmlformats.org/markup-compatibility/2006">
              <mc:Choice xmlns:v="urn:schemas-microsoft-com:vml" Requires="v">
                <p:oleObj r:id="rId4" imgW="571500" imgH="203200" progId="Equation.3">
                  <p:embed/>
                </p:oleObj>
              </mc:Choice>
              <mc:Fallback>
                <p:oleObj r:id="rId4" imgW="571500" imgH="203200" progId="Equation.3">
                  <p:embed/>
                  <p:pic>
                    <p:nvPicPr>
                      <p:cNvPr id="0" name="图片 3209"/>
                      <p:cNvPicPr/>
                      <p:nvPr/>
                    </p:nvPicPr>
                    <p:blipFill>
                      <a:blip r:embed="rId5"/>
                      <a:stretch>
                        <a:fillRect/>
                      </a:stretch>
                    </p:blipFill>
                    <p:spPr>
                      <a:xfrm>
                        <a:off x="1679575" y="2105025"/>
                        <a:ext cx="1208088" cy="431800"/>
                      </a:xfrm>
                      <a:prstGeom prst="rect">
                        <a:avLst/>
                      </a:prstGeom>
                      <a:noFill/>
                      <a:ln w="38100">
                        <a:noFill/>
                        <a:miter/>
                      </a:ln>
                    </p:spPr>
                  </p:pic>
                </p:oleObj>
              </mc:Fallback>
            </mc:AlternateContent>
          </a:graphicData>
        </a:graphic>
      </p:graphicFrame>
      <p:sp>
        <p:nvSpPr>
          <p:cNvPr id="72715" name="Rectangle 10"/>
          <p:cNvSpPr/>
          <p:nvPr/>
        </p:nvSpPr>
        <p:spPr>
          <a:xfrm>
            <a:off x="0" y="331470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72716" name="Object 11"/>
          <p:cNvGraphicFramePr>
            <a:graphicFrameLocks noChangeAspect="1"/>
          </p:cNvGraphicFramePr>
          <p:nvPr/>
        </p:nvGraphicFramePr>
        <p:xfrm>
          <a:off x="3289300" y="2003425"/>
          <a:ext cx="366713" cy="503238"/>
        </p:xfrm>
        <a:graphic>
          <a:graphicData uri="http://schemas.openxmlformats.org/presentationml/2006/ole">
            <mc:AlternateContent xmlns:mc="http://schemas.openxmlformats.org/markup-compatibility/2006">
              <mc:Choice xmlns:v="urn:schemas-microsoft-com:vml" Requires="v">
                <p:oleObj r:id="rId6" imgW="139700" imgH="190500" progId="Equation.DSMT4">
                  <p:embed/>
                </p:oleObj>
              </mc:Choice>
              <mc:Fallback>
                <p:oleObj r:id="rId6" imgW="139700" imgH="190500" progId="Equation.DSMT4">
                  <p:embed/>
                  <p:pic>
                    <p:nvPicPr>
                      <p:cNvPr id="0" name="图片 3214"/>
                      <p:cNvPicPr/>
                      <p:nvPr/>
                    </p:nvPicPr>
                    <p:blipFill>
                      <a:blip r:embed="rId7"/>
                      <a:stretch>
                        <a:fillRect/>
                      </a:stretch>
                    </p:blipFill>
                    <p:spPr>
                      <a:xfrm>
                        <a:off x="3289300" y="2003425"/>
                        <a:ext cx="366713" cy="503238"/>
                      </a:xfrm>
                      <a:prstGeom prst="rect">
                        <a:avLst/>
                      </a:prstGeom>
                      <a:noFill/>
                      <a:ln w="38100">
                        <a:noFill/>
                        <a:miter/>
                      </a:ln>
                    </p:spPr>
                  </p:pic>
                </p:oleObj>
              </mc:Fallback>
            </mc:AlternateContent>
          </a:graphicData>
        </a:graphic>
      </p:graphicFrame>
      <p:sp>
        <p:nvSpPr>
          <p:cNvPr id="72717" name="Rectangle 12"/>
          <p:cNvSpPr/>
          <p:nvPr/>
        </p:nvSpPr>
        <p:spPr>
          <a:xfrm>
            <a:off x="0" y="331470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72718" name="Object 13"/>
          <p:cNvGraphicFramePr>
            <a:graphicFrameLocks noChangeAspect="1"/>
          </p:cNvGraphicFramePr>
          <p:nvPr/>
        </p:nvGraphicFramePr>
        <p:xfrm>
          <a:off x="3276600" y="2401888"/>
          <a:ext cx="1444625" cy="517525"/>
        </p:xfrm>
        <a:graphic>
          <a:graphicData uri="http://schemas.openxmlformats.org/presentationml/2006/ole">
            <mc:AlternateContent xmlns:mc="http://schemas.openxmlformats.org/markup-compatibility/2006">
              <mc:Choice xmlns:v="urn:schemas-microsoft-com:vml" Requires="v">
                <p:oleObj r:id="rId8" imgW="533400" imgH="190500" progId="Equation.DSMT4">
                  <p:embed/>
                </p:oleObj>
              </mc:Choice>
              <mc:Fallback>
                <p:oleObj r:id="rId8" imgW="533400" imgH="190500" progId="Equation.DSMT4">
                  <p:embed/>
                  <p:pic>
                    <p:nvPicPr>
                      <p:cNvPr id="0" name="图片 3217"/>
                      <p:cNvPicPr/>
                      <p:nvPr/>
                    </p:nvPicPr>
                    <p:blipFill>
                      <a:blip r:embed="rId9"/>
                      <a:stretch>
                        <a:fillRect/>
                      </a:stretch>
                    </p:blipFill>
                    <p:spPr>
                      <a:xfrm>
                        <a:off x="3276600" y="2401888"/>
                        <a:ext cx="1444625" cy="517525"/>
                      </a:xfrm>
                      <a:prstGeom prst="rect">
                        <a:avLst/>
                      </a:prstGeom>
                      <a:noFill/>
                      <a:ln w="38100">
                        <a:noFill/>
                        <a:miter/>
                      </a:ln>
                    </p:spPr>
                  </p:pic>
                </p:oleObj>
              </mc:Fallback>
            </mc:AlternateContent>
          </a:graphicData>
        </a:graphic>
      </p:graphicFrame>
      <p:sp>
        <p:nvSpPr>
          <p:cNvPr id="72719" name="Rectangle 14"/>
          <p:cNvSpPr/>
          <p:nvPr/>
        </p:nvSpPr>
        <p:spPr>
          <a:xfrm>
            <a:off x="0" y="331470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72720" name="Object 15"/>
          <p:cNvGraphicFramePr>
            <a:graphicFrameLocks noChangeAspect="1"/>
          </p:cNvGraphicFramePr>
          <p:nvPr/>
        </p:nvGraphicFramePr>
        <p:xfrm>
          <a:off x="5292725" y="2420938"/>
          <a:ext cx="1871663" cy="460375"/>
        </p:xfrm>
        <a:graphic>
          <a:graphicData uri="http://schemas.openxmlformats.org/presentationml/2006/ole">
            <mc:AlternateContent xmlns:mc="http://schemas.openxmlformats.org/markup-compatibility/2006">
              <mc:Choice xmlns:v="urn:schemas-microsoft-com:vml" Requires="v">
                <p:oleObj r:id="rId10" imgW="736600" imgH="190500" progId="Equation.DSMT4">
                  <p:embed/>
                </p:oleObj>
              </mc:Choice>
              <mc:Fallback>
                <p:oleObj r:id="rId10" imgW="736600" imgH="190500" progId="Equation.DSMT4">
                  <p:embed/>
                  <p:pic>
                    <p:nvPicPr>
                      <p:cNvPr id="0" name="图片 3213"/>
                      <p:cNvPicPr/>
                      <p:nvPr/>
                    </p:nvPicPr>
                    <p:blipFill>
                      <a:blip r:embed="rId11"/>
                      <a:stretch>
                        <a:fillRect/>
                      </a:stretch>
                    </p:blipFill>
                    <p:spPr>
                      <a:xfrm>
                        <a:off x="5292725" y="2420938"/>
                        <a:ext cx="1871663" cy="460375"/>
                      </a:xfrm>
                      <a:prstGeom prst="rect">
                        <a:avLst/>
                      </a:prstGeom>
                      <a:noFill/>
                      <a:ln w="38100">
                        <a:noFill/>
                        <a:miter/>
                      </a:ln>
                    </p:spPr>
                  </p:pic>
                </p:oleObj>
              </mc:Fallback>
            </mc:AlternateContent>
          </a:graphicData>
        </a:graphic>
      </p:graphicFrame>
      <p:sp>
        <p:nvSpPr>
          <p:cNvPr id="72721" name="Rectangle 16"/>
          <p:cNvSpPr/>
          <p:nvPr/>
        </p:nvSpPr>
        <p:spPr>
          <a:xfrm>
            <a:off x="0" y="331470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72722" name="Object 17"/>
          <p:cNvGraphicFramePr>
            <a:graphicFrameLocks noChangeAspect="1"/>
          </p:cNvGraphicFramePr>
          <p:nvPr/>
        </p:nvGraphicFramePr>
        <p:xfrm>
          <a:off x="1535113" y="2847975"/>
          <a:ext cx="1308100" cy="479425"/>
        </p:xfrm>
        <a:graphic>
          <a:graphicData uri="http://schemas.openxmlformats.org/presentationml/2006/ole">
            <mc:AlternateContent xmlns:mc="http://schemas.openxmlformats.org/markup-compatibility/2006">
              <mc:Choice xmlns:v="urn:schemas-microsoft-com:vml" Requires="v">
                <p:oleObj r:id="rId12" imgW="520700" imgH="190500" progId="Equation.DSMT4">
                  <p:embed/>
                </p:oleObj>
              </mc:Choice>
              <mc:Fallback>
                <p:oleObj r:id="rId12" imgW="520700" imgH="190500" progId="Equation.DSMT4">
                  <p:embed/>
                  <p:pic>
                    <p:nvPicPr>
                      <p:cNvPr id="0" name="图片 3211"/>
                      <p:cNvPicPr/>
                      <p:nvPr/>
                    </p:nvPicPr>
                    <p:blipFill>
                      <a:blip r:embed="rId13"/>
                      <a:stretch>
                        <a:fillRect/>
                      </a:stretch>
                    </p:blipFill>
                    <p:spPr>
                      <a:xfrm>
                        <a:off x="1535113" y="2847975"/>
                        <a:ext cx="1308100" cy="479425"/>
                      </a:xfrm>
                      <a:prstGeom prst="rect">
                        <a:avLst/>
                      </a:prstGeom>
                      <a:noFill/>
                      <a:ln w="38100">
                        <a:noFill/>
                        <a:miter/>
                      </a:ln>
                    </p:spPr>
                  </p:pic>
                </p:oleObj>
              </mc:Fallback>
            </mc:AlternateContent>
          </a:graphicData>
        </a:graphic>
      </p:graphicFrame>
      <p:graphicFrame>
        <p:nvGraphicFramePr>
          <p:cNvPr id="72723" name="Object 18"/>
          <p:cNvGraphicFramePr>
            <a:graphicFrameLocks noChangeAspect="1"/>
          </p:cNvGraphicFramePr>
          <p:nvPr/>
        </p:nvGraphicFramePr>
        <p:xfrm>
          <a:off x="5011738" y="2878138"/>
          <a:ext cx="2008187" cy="406400"/>
        </p:xfrm>
        <a:graphic>
          <a:graphicData uri="http://schemas.openxmlformats.org/presentationml/2006/ole">
            <mc:AlternateContent xmlns:mc="http://schemas.openxmlformats.org/markup-compatibility/2006">
              <mc:Choice xmlns:v="urn:schemas-microsoft-com:vml" Requires="v">
                <p:oleObj r:id="rId14" imgW="1002665" imgH="203200" progId="Equation.3">
                  <p:embed/>
                </p:oleObj>
              </mc:Choice>
              <mc:Fallback>
                <p:oleObj r:id="rId14" imgW="1002665" imgH="203200" progId="Equation.3">
                  <p:embed/>
                  <p:pic>
                    <p:nvPicPr>
                      <p:cNvPr id="0" name="图片 3210"/>
                      <p:cNvPicPr/>
                      <p:nvPr/>
                    </p:nvPicPr>
                    <p:blipFill>
                      <a:blip r:embed="rId15"/>
                      <a:stretch>
                        <a:fillRect/>
                      </a:stretch>
                    </p:blipFill>
                    <p:spPr>
                      <a:xfrm>
                        <a:off x="5011738" y="2878138"/>
                        <a:ext cx="2008187" cy="406400"/>
                      </a:xfrm>
                      <a:prstGeom prst="rect">
                        <a:avLst/>
                      </a:prstGeom>
                      <a:noFill/>
                      <a:ln w="38100">
                        <a:noFill/>
                        <a:miter/>
                      </a:ln>
                    </p:spPr>
                  </p:pic>
                </p:oleObj>
              </mc:Fallback>
            </mc:AlternateContent>
          </a:graphicData>
        </a:graphic>
      </p:graphicFrame>
      <p:graphicFrame>
        <p:nvGraphicFramePr>
          <p:cNvPr id="72724" name="Object 19"/>
          <p:cNvGraphicFramePr>
            <a:graphicFrameLocks noChangeAspect="1"/>
          </p:cNvGraphicFramePr>
          <p:nvPr/>
        </p:nvGraphicFramePr>
        <p:xfrm>
          <a:off x="900113" y="3370263"/>
          <a:ext cx="5903912" cy="2363787"/>
        </p:xfrm>
        <a:graphic>
          <a:graphicData uri="http://schemas.openxmlformats.org/presentationml/2006/ole">
            <mc:AlternateContent xmlns:mc="http://schemas.openxmlformats.org/markup-compatibility/2006">
              <mc:Choice xmlns:v="urn:schemas-microsoft-com:vml" Requires="v">
                <p:oleObj r:id="rId16" imgW="2730500" imgH="1168400" progId="Equation.DSMT4">
                  <p:embed/>
                </p:oleObj>
              </mc:Choice>
              <mc:Fallback>
                <p:oleObj r:id="rId16" imgW="2730500" imgH="1168400" progId="Equation.DSMT4">
                  <p:embed/>
                  <p:pic>
                    <p:nvPicPr>
                      <p:cNvPr id="0" name="图片 3216"/>
                      <p:cNvPicPr/>
                      <p:nvPr/>
                    </p:nvPicPr>
                    <p:blipFill>
                      <a:blip r:embed="rId17"/>
                      <a:stretch>
                        <a:fillRect/>
                      </a:stretch>
                    </p:blipFill>
                    <p:spPr>
                      <a:xfrm>
                        <a:off x="900113" y="3370263"/>
                        <a:ext cx="5903912" cy="2363787"/>
                      </a:xfrm>
                      <a:prstGeom prst="rect">
                        <a:avLst/>
                      </a:prstGeom>
                      <a:noFill/>
                      <a:ln w="38100">
                        <a:noFill/>
                        <a:miter/>
                      </a:ln>
                    </p:spPr>
                  </p:pic>
                </p:oleObj>
              </mc:Fallback>
            </mc:AlternateContent>
          </a:graphicData>
        </a:graphic>
      </p:graphicFrame>
      <p:sp>
        <p:nvSpPr>
          <p:cNvPr id="72725" name="Rectangle 21"/>
          <p:cNvSpPr/>
          <p:nvPr/>
        </p:nvSpPr>
        <p:spPr>
          <a:xfrm>
            <a:off x="0" y="4433888"/>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72726" name="Object 22"/>
          <p:cNvGraphicFramePr>
            <a:graphicFrameLocks noChangeAspect="1"/>
          </p:cNvGraphicFramePr>
          <p:nvPr/>
        </p:nvGraphicFramePr>
        <p:xfrm>
          <a:off x="6599238" y="4240213"/>
          <a:ext cx="2068512" cy="484187"/>
        </p:xfrm>
        <a:graphic>
          <a:graphicData uri="http://schemas.openxmlformats.org/presentationml/2006/ole">
            <mc:AlternateContent xmlns:mc="http://schemas.openxmlformats.org/markup-compatibility/2006">
              <mc:Choice xmlns:v="urn:schemas-microsoft-com:vml" Requires="v">
                <p:oleObj r:id="rId18" imgW="977900" imgH="228600" progId="Equation.DSMT4">
                  <p:embed/>
                </p:oleObj>
              </mc:Choice>
              <mc:Fallback>
                <p:oleObj r:id="rId18" imgW="977900" imgH="228600" progId="Equation.DSMT4">
                  <p:embed/>
                  <p:pic>
                    <p:nvPicPr>
                      <p:cNvPr id="0" name="图片 3215"/>
                      <p:cNvPicPr/>
                      <p:nvPr/>
                    </p:nvPicPr>
                    <p:blipFill>
                      <a:blip r:embed="rId19"/>
                      <a:stretch>
                        <a:fillRect/>
                      </a:stretch>
                    </p:blipFill>
                    <p:spPr>
                      <a:xfrm>
                        <a:off x="6599238" y="4240213"/>
                        <a:ext cx="2068512" cy="484187"/>
                      </a:xfrm>
                      <a:prstGeom prst="rect">
                        <a:avLst/>
                      </a:prstGeom>
                      <a:noFill/>
                      <a:ln w="38100">
                        <a:noFill/>
                        <a:miter/>
                      </a:ln>
                    </p:spPr>
                  </p:pic>
                </p:oleObj>
              </mc:Fallback>
            </mc:AlternateContent>
          </a:graphicData>
        </a:graphic>
      </p:graphicFrame>
      <p:sp>
        <p:nvSpPr>
          <p:cNvPr id="72727" name="Rectangle 23"/>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graphicFrame>
        <p:nvGraphicFramePr>
          <p:cNvPr id="72728" name="Object 35"/>
          <p:cNvGraphicFramePr>
            <a:graphicFrameLocks noChangeAspect="1"/>
          </p:cNvGraphicFramePr>
          <p:nvPr/>
        </p:nvGraphicFramePr>
        <p:xfrm>
          <a:off x="3043238" y="5734050"/>
          <a:ext cx="1023937" cy="457200"/>
        </p:xfrm>
        <a:graphic>
          <a:graphicData uri="http://schemas.openxmlformats.org/presentationml/2006/ole">
            <mc:AlternateContent xmlns:mc="http://schemas.openxmlformats.org/markup-compatibility/2006">
              <mc:Choice xmlns:v="urn:schemas-microsoft-com:vml" Requires="v">
                <p:oleObj r:id="rId20" imgW="405765" imgH="177800" progId="Equation.DSMT4">
                  <p:embed/>
                </p:oleObj>
              </mc:Choice>
              <mc:Fallback>
                <p:oleObj r:id="rId20" imgW="405765" imgH="177800" progId="Equation.DSMT4">
                  <p:embed/>
                  <p:pic>
                    <p:nvPicPr>
                      <p:cNvPr id="0" name="图片 3212"/>
                      <p:cNvPicPr/>
                      <p:nvPr/>
                    </p:nvPicPr>
                    <p:blipFill>
                      <a:blip r:embed="rId21"/>
                      <a:stretch>
                        <a:fillRect/>
                      </a:stretch>
                    </p:blipFill>
                    <p:spPr>
                      <a:xfrm>
                        <a:off x="3043238" y="5734050"/>
                        <a:ext cx="1023937" cy="457200"/>
                      </a:xfrm>
                      <a:prstGeom prst="rect">
                        <a:avLst/>
                      </a:prstGeom>
                      <a:noFill/>
                      <a:ln w="38100">
                        <a:noFill/>
                        <a:miter/>
                      </a:ln>
                    </p:spPr>
                  </p:pic>
                </p:oleObj>
              </mc:Fallback>
            </mc:AlternateContent>
          </a:graphicData>
        </a:graphic>
      </p:graphicFrame>
      <p:sp>
        <p:nvSpPr>
          <p:cNvPr id="72729" name="AutoShape 37"/>
          <p:cNvSpPr/>
          <p:nvPr/>
        </p:nvSpPr>
        <p:spPr>
          <a:xfrm>
            <a:off x="684213" y="3716338"/>
            <a:ext cx="1584325" cy="504825"/>
          </a:xfrm>
          <a:prstGeom prst="wedgeRoundRectCallout">
            <a:avLst>
              <a:gd name="adj1" fmla="val 173245"/>
              <a:gd name="adj2" fmla="val 68866"/>
              <a:gd name="adj3" fmla="val 16667"/>
            </a:avLst>
          </a:prstGeom>
          <a:solidFill>
            <a:schemeClr val="accent1"/>
          </a:solidFill>
          <a:ln w="9525" cap="flat" cmpd="sng">
            <a:solidFill>
              <a:schemeClr val="tx1"/>
            </a:solidFill>
            <a:prstDash val="solid"/>
            <a:miter/>
            <a:headEnd type="none" w="med" len="med"/>
            <a:tailEnd type="none" w="med" len="med"/>
          </a:ln>
        </p:spPr>
        <p:txBody>
          <a:bodyPr anchor="t" anchorCtr="0"/>
          <a:lstStyle/>
          <a:p>
            <a:pPr eaLnBrk="0" hangingPunct="0"/>
            <a:r>
              <a:rPr lang="zh-CN" altLang="en-US" sz="2000" dirty="0">
                <a:latin typeface="Arial" panose="020B0604020202020204" pitchFamily="34" charset="0"/>
                <a:ea typeface="黑体" panose="02010609060101010101" pitchFamily="49" charset="-122"/>
              </a:rPr>
              <a:t>雅可比矩阵</a:t>
            </a:r>
          </a:p>
        </p:txBody>
      </p:sp>
      <p:sp>
        <p:nvSpPr>
          <p:cNvPr id="72730" name="AutoShape 38"/>
          <p:cNvSpPr/>
          <p:nvPr/>
        </p:nvSpPr>
        <p:spPr>
          <a:xfrm>
            <a:off x="7092950" y="3429000"/>
            <a:ext cx="1582738" cy="431800"/>
          </a:xfrm>
          <a:prstGeom prst="wedgeRoundRectCallout">
            <a:avLst>
              <a:gd name="adj1" fmla="val -46190"/>
              <a:gd name="adj2" fmla="val 136764"/>
              <a:gd name="adj3" fmla="val 16667"/>
            </a:avLst>
          </a:prstGeom>
          <a:solidFill>
            <a:schemeClr val="accent1"/>
          </a:solidFill>
          <a:ln w="9525" cap="flat" cmpd="sng">
            <a:solidFill>
              <a:schemeClr val="tx1"/>
            </a:solidFill>
            <a:prstDash val="solid"/>
            <a:miter/>
            <a:headEnd type="none" w="med" len="med"/>
            <a:tailEnd type="none" w="med" len="med"/>
          </a:ln>
        </p:spPr>
        <p:txBody>
          <a:bodyPr anchor="t" anchorCtr="0"/>
          <a:lstStyle/>
          <a:p>
            <a:pPr eaLnBrk="0" hangingPunct="0"/>
            <a:r>
              <a:rPr lang="zh-CN" altLang="en-US" sz="2000" dirty="0">
                <a:latin typeface="Arial" panose="020B0604020202020204" pitchFamily="34" charset="0"/>
                <a:ea typeface="黑体" panose="02010609060101010101" pitchFamily="49" charset="-122"/>
              </a:rPr>
              <a:t>高阶导数项</a:t>
            </a:r>
          </a:p>
        </p:txBody>
      </p:sp>
      <p:sp>
        <p:nvSpPr>
          <p:cNvPr id="72731" name="Text Box 39"/>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76802"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26</a:t>
            </a:fld>
            <a:endParaRPr lang="en-US" altLang="zh-CN" sz="1400" dirty="0"/>
          </a:p>
        </p:txBody>
      </p:sp>
      <p:grpSp>
        <p:nvGrpSpPr>
          <p:cNvPr id="76803" name="Group 2"/>
          <p:cNvGrpSpPr/>
          <p:nvPr/>
        </p:nvGrpSpPr>
        <p:grpSpPr>
          <a:xfrm>
            <a:off x="0" y="0"/>
            <a:ext cx="9144000" cy="6858000"/>
            <a:chOff x="0" y="0"/>
            <a:chExt cx="5760" cy="4320"/>
          </a:xfrm>
        </p:grpSpPr>
        <p:pic>
          <p:nvPicPr>
            <p:cNvPr id="76804"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76805"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76806" name="Rectangle 5"/>
          <p:cNvSpPr>
            <a:spLocks noGrp="1"/>
          </p:cNvSpPr>
          <p:nvPr>
            <p:ph type="title"/>
          </p:nvPr>
        </p:nvSpPr>
        <p:spPr>
          <a:xfrm>
            <a:off x="179388" y="1268413"/>
            <a:ext cx="2520950" cy="854075"/>
          </a:xfrm>
          <a:ln/>
        </p:spPr>
        <p:txBody>
          <a:bodyPr vert="horz" wrap="square" lIns="91440" tIns="45720" rIns="91440" bIns="45720" anchor="ctr" anchorCtr="0"/>
          <a:lstStyle/>
          <a:p>
            <a:pPr algn="l" eaLnBrk="1" hangingPunct="1"/>
            <a:r>
              <a:rPr lang="en-US" altLang="zh-CN" sz="2800" dirty="0">
                <a:ea typeface="黑体" panose="02010609060101010101" pitchFamily="49" charset="-122"/>
              </a:rPr>
              <a:t>    </a:t>
            </a:r>
            <a:r>
              <a:rPr lang="zh-CN" altLang="en-US" sz="2400" dirty="0">
                <a:solidFill>
                  <a:srgbClr val="A50021"/>
                </a:solidFill>
                <a:ea typeface="黑体" panose="02010609060101010101" pitchFamily="49" charset="-122"/>
              </a:rPr>
              <a:t>定理</a:t>
            </a:r>
            <a:r>
              <a:rPr lang="en-US" altLang="zh-CN" sz="2400" dirty="0">
                <a:solidFill>
                  <a:srgbClr val="A50021"/>
                </a:solidFill>
                <a:ea typeface="黑体" panose="02010609060101010101" pitchFamily="49" charset="-122"/>
              </a:rPr>
              <a:t>5.2.1</a:t>
            </a:r>
            <a:r>
              <a:rPr lang="en-US" altLang="zh-CN" dirty="0">
                <a:ea typeface="黑体" panose="02010609060101010101" pitchFamily="49" charset="-122"/>
              </a:rPr>
              <a:t> </a:t>
            </a:r>
          </a:p>
        </p:txBody>
      </p:sp>
      <p:sp>
        <p:nvSpPr>
          <p:cNvPr id="76807" name="Rectangle 6"/>
          <p:cNvSpPr>
            <a:spLocks noGrp="1"/>
          </p:cNvSpPr>
          <p:nvPr>
            <p:ph idx="1"/>
          </p:nvPr>
        </p:nvSpPr>
        <p:spPr>
          <a:xfrm>
            <a:off x="250825" y="2205038"/>
            <a:ext cx="8540750" cy="2881312"/>
          </a:xfrm>
          <a:ln/>
        </p:spPr>
        <p:txBody>
          <a:bodyPr vert="horz" wrap="square" lIns="91440" tIns="45720" rIns="91440" bIns="45720" anchor="t" anchorCtr="0"/>
          <a:lstStyle/>
          <a:p>
            <a:pPr lvl="1" eaLnBrk="1" hangingPunct="1">
              <a:spcBef>
                <a:spcPct val="100000"/>
              </a:spcBef>
              <a:buNone/>
            </a:pPr>
            <a:r>
              <a:rPr lang="en-US" altLang="zh-CN" sz="2400" dirty="0">
                <a:ea typeface="黑体" panose="02010609060101010101" pitchFamily="49" charset="-122"/>
              </a:rPr>
              <a:t>       </a:t>
            </a:r>
            <a:r>
              <a:rPr lang="zh-CN" altLang="en-US" sz="2400" dirty="0">
                <a:ea typeface="黑体" panose="02010609060101010101" pitchFamily="49" charset="-122"/>
              </a:rPr>
              <a:t>如果                   ，则    渐近稳定；</a:t>
            </a:r>
          </a:p>
          <a:p>
            <a:pPr lvl="1" eaLnBrk="1" hangingPunct="1">
              <a:spcBef>
                <a:spcPct val="100000"/>
              </a:spcBef>
              <a:buNone/>
            </a:pPr>
            <a:r>
              <a:rPr lang="zh-CN" altLang="en-US" sz="2400" dirty="0">
                <a:ea typeface="黑体" panose="02010609060101010101" pitchFamily="49" charset="-122"/>
              </a:rPr>
              <a:t>       如果存在                   ，则    不稳定；</a:t>
            </a:r>
          </a:p>
          <a:p>
            <a:pPr lvl="1" eaLnBrk="1" hangingPunct="1">
              <a:spcBef>
                <a:spcPct val="100000"/>
              </a:spcBef>
              <a:buNone/>
            </a:pPr>
            <a:r>
              <a:rPr lang="zh-CN" altLang="en-US" sz="2400" dirty="0">
                <a:ea typeface="黑体" panose="02010609060101010101" pitchFamily="49" charset="-122"/>
              </a:rPr>
              <a:t>       如果                    ，则    的稳定性由高阶导</a:t>
            </a:r>
          </a:p>
          <a:p>
            <a:pPr lvl="1" eaLnBrk="1" hangingPunct="1">
              <a:spcBef>
                <a:spcPct val="50000"/>
              </a:spcBef>
              <a:buNone/>
            </a:pPr>
            <a:r>
              <a:rPr lang="zh-CN" altLang="en-US" sz="2400" dirty="0">
                <a:ea typeface="黑体" panose="02010609060101010101" pitchFamily="49" charset="-122"/>
              </a:rPr>
              <a:t>       数项         来决定。</a:t>
            </a:r>
          </a:p>
        </p:txBody>
      </p:sp>
      <p:sp>
        <p:nvSpPr>
          <p:cNvPr id="76808" name="Rectangle 7"/>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76809" name="Rectangle 8"/>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76810" name="Object 9"/>
          <p:cNvGraphicFramePr>
            <a:graphicFrameLocks noChangeAspect="1"/>
          </p:cNvGraphicFramePr>
          <p:nvPr/>
        </p:nvGraphicFramePr>
        <p:xfrm>
          <a:off x="2670175" y="3000375"/>
          <a:ext cx="1550988" cy="371475"/>
        </p:xfrm>
        <a:graphic>
          <a:graphicData uri="http://schemas.openxmlformats.org/presentationml/2006/ole">
            <mc:AlternateContent xmlns:mc="http://schemas.openxmlformats.org/markup-compatibility/2006">
              <mc:Choice xmlns:v="urn:schemas-microsoft-com:vml" Requires="v">
                <p:oleObj r:id="rId4" imgW="850265" imgH="203200" progId="Equation.DSMT4">
                  <p:embed/>
                </p:oleObj>
              </mc:Choice>
              <mc:Fallback>
                <p:oleObj r:id="rId4" imgW="850265" imgH="203200" progId="Equation.DSMT4">
                  <p:embed/>
                  <p:pic>
                    <p:nvPicPr>
                      <p:cNvPr id="0" name="图片 3156"/>
                      <p:cNvPicPr/>
                      <p:nvPr/>
                    </p:nvPicPr>
                    <p:blipFill>
                      <a:blip r:embed="rId5"/>
                      <a:stretch>
                        <a:fillRect/>
                      </a:stretch>
                    </p:blipFill>
                    <p:spPr>
                      <a:xfrm>
                        <a:off x="2670175" y="3000375"/>
                        <a:ext cx="1550988" cy="371475"/>
                      </a:xfrm>
                      <a:prstGeom prst="rect">
                        <a:avLst/>
                      </a:prstGeom>
                      <a:noFill/>
                      <a:ln w="38100">
                        <a:noFill/>
                        <a:miter/>
                      </a:ln>
                    </p:spPr>
                  </p:pic>
                </p:oleObj>
              </mc:Fallback>
            </mc:AlternateContent>
          </a:graphicData>
        </a:graphic>
      </p:graphicFrame>
      <p:sp>
        <p:nvSpPr>
          <p:cNvPr id="76811" name="Rectangle 10"/>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76812" name="Object 11"/>
          <p:cNvGraphicFramePr>
            <a:graphicFrameLocks noChangeAspect="1"/>
          </p:cNvGraphicFramePr>
          <p:nvPr/>
        </p:nvGraphicFramePr>
        <p:xfrm>
          <a:off x="4211638" y="2190750"/>
          <a:ext cx="330200" cy="457200"/>
        </p:xfrm>
        <a:graphic>
          <a:graphicData uri="http://schemas.openxmlformats.org/presentationml/2006/ole">
            <mc:AlternateContent xmlns:mc="http://schemas.openxmlformats.org/markup-compatibility/2006">
              <mc:Choice xmlns:v="urn:schemas-microsoft-com:vml" Requires="v">
                <p:oleObj r:id="rId6" imgW="165100" imgH="228600" progId="Equation.DSMT4">
                  <p:embed/>
                </p:oleObj>
              </mc:Choice>
              <mc:Fallback>
                <p:oleObj r:id="rId6" imgW="165100" imgH="228600" progId="Equation.DSMT4">
                  <p:embed/>
                  <p:pic>
                    <p:nvPicPr>
                      <p:cNvPr id="0" name="图片 3154"/>
                      <p:cNvPicPr/>
                      <p:nvPr/>
                    </p:nvPicPr>
                    <p:blipFill>
                      <a:blip r:embed="rId7"/>
                      <a:stretch>
                        <a:fillRect/>
                      </a:stretch>
                    </p:blipFill>
                    <p:spPr>
                      <a:xfrm>
                        <a:off x="4211638" y="2190750"/>
                        <a:ext cx="330200" cy="457200"/>
                      </a:xfrm>
                      <a:prstGeom prst="rect">
                        <a:avLst/>
                      </a:prstGeom>
                      <a:noFill/>
                      <a:ln w="38100">
                        <a:noFill/>
                        <a:miter/>
                      </a:ln>
                    </p:spPr>
                  </p:pic>
                </p:oleObj>
              </mc:Fallback>
            </mc:AlternateContent>
          </a:graphicData>
        </a:graphic>
      </p:graphicFrame>
      <p:sp>
        <p:nvSpPr>
          <p:cNvPr id="76813" name="Rectangle 12"/>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76814" name="Object 13"/>
          <p:cNvGraphicFramePr>
            <a:graphicFrameLocks noChangeAspect="1"/>
          </p:cNvGraphicFramePr>
          <p:nvPr/>
        </p:nvGraphicFramePr>
        <p:xfrm>
          <a:off x="2066925" y="2273300"/>
          <a:ext cx="1568450" cy="376238"/>
        </p:xfrm>
        <a:graphic>
          <a:graphicData uri="http://schemas.openxmlformats.org/presentationml/2006/ole">
            <mc:AlternateContent xmlns:mc="http://schemas.openxmlformats.org/markup-compatibility/2006">
              <mc:Choice xmlns:v="urn:schemas-microsoft-com:vml" Requires="v">
                <p:oleObj r:id="rId8" imgW="850265" imgH="203200" progId="Equation.DSMT4">
                  <p:embed/>
                </p:oleObj>
              </mc:Choice>
              <mc:Fallback>
                <p:oleObj r:id="rId8" imgW="850265" imgH="203200" progId="Equation.DSMT4">
                  <p:embed/>
                  <p:pic>
                    <p:nvPicPr>
                      <p:cNvPr id="0" name="图片 3153"/>
                      <p:cNvPicPr/>
                      <p:nvPr/>
                    </p:nvPicPr>
                    <p:blipFill>
                      <a:blip r:embed="rId9"/>
                      <a:stretch>
                        <a:fillRect/>
                      </a:stretch>
                    </p:blipFill>
                    <p:spPr>
                      <a:xfrm>
                        <a:off x="2066925" y="2273300"/>
                        <a:ext cx="1568450" cy="376238"/>
                      </a:xfrm>
                      <a:prstGeom prst="rect">
                        <a:avLst/>
                      </a:prstGeom>
                      <a:noFill/>
                      <a:ln w="38100">
                        <a:noFill/>
                        <a:miter/>
                      </a:ln>
                    </p:spPr>
                  </p:pic>
                </p:oleObj>
              </mc:Fallback>
            </mc:AlternateContent>
          </a:graphicData>
        </a:graphic>
      </p:graphicFrame>
      <p:sp>
        <p:nvSpPr>
          <p:cNvPr id="76815" name="Rectangle 14"/>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76816" name="Object 15"/>
          <p:cNvGraphicFramePr>
            <a:graphicFrameLocks noChangeAspect="1"/>
          </p:cNvGraphicFramePr>
          <p:nvPr/>
        </p:nvGraphicFramePr>
        <p:xfrm>
          <a:off x="2084388" y="3717925"/>
          <a:ext cx="1624012" cy="388938"/>
        </p:xfrm>
        <a:graphic>
          <a:graphicData uri="http://schemas.openxmlformats.org/presentationml/2006/ole">
            <mc:AlternateContent xmlns:mc="http://schemas.openxmlformats.org/markup-compatibility/2006">
              <mc:Choice xmlns:v="urn:schemas-microsoft-com:vml" Requires="v">
                <p:oleObj r:id="rId10" imgW="850265" imgH="203200" progId="Equation.DSMT4">
                  <p:embed/>
                </p:oleObj>
              </mc:Choice>
              <mc:Fallback>
                <p:oleObj r:id="rId10" imgW="850265" imgH="203200" progId="Equation.DSMT4">
                  <p:embed/>
                  <p:pic>
                    <p:nvPicPr>
                      <p:cNvPr id="0" name="图片 3157"/>
                      <p:cNvPicPr/>
                      <p:nvPr/>
                    </p:nvPicPr>
                    <p:blipFill>
                      <a:blip r:embed="rId11"/>
                      <a:stretch>
                        <a:fillRect/>
                      </a:stretch>
                    </p:blipFill>
                    <p:spPr>
                      <a:xfrm>
                        <a:off x="2084388" y="3717925"/>
                        <a:ext cx="1624012" cy="388938"/>
                      </a:xfrm>
                      <a:prstGeom prst="rect">
                        <a:avLst/>
                      </a:prstGeom>
                      <a:noFill/>
                      <a:ln w="38100">
                        <a:noFill/>
                        <a:miter/>
                      </a:ln>
                    </p:spPr>
                  </p:pic>
                </p:oleObj>
              </mc:Fallback>
            </mc:AlternateContent>
          </a:graphicData>
        </a:graphic>
      </p:graphicFrame>
      <p:sp>
        <p:nvSpPr>
          <p:cNvPr id="76817" name="Rectangle 16"/>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76818" name="Object 17"/>
          <p:cNvGraphicFramePr>
            <a:graphicFrameLocks noChangeAspect="1"/>
          </p:cNvGraphicFramePr>
          <p:nvPr/>
        </p:nvGraphicFramePr>
        <p:xfrm>
          <a:off x="2008188" y="4243388"/>
          <a:ext cx="766762" cy="438150"/>
        </p:xfrm>
        <a:graphic>
          <a:graphicData uri="http://schemas.openxmlformats.org/presentationml/2006/ole">
            <mc:AlternateContent xmlns:mc="http://schemas.openxmlformats.org/markup-compatibility/2006">
              <mc:Choice xmlns:v="urn:schemas-microsoft-com:vml" Requires="v">
                <p:oleObj r:id="rId12" imgW="355600" imgH="203200" progId="Equation.DSMT4">
                  <p:embed/>
                </p:oleObj>
              </mc:Choice>
              <mc:Fallback>
                <p:oleObj r:id="rId12" imgW="355600" imgH="203200" progId="Equation.DSMT4">
                  <p:embed/>
                  <p:pic>
                    <p:nvPicPr>
                      <p:cNvPr id="0" name="图片 3155"/>
                      <p:cNvPicPr/>
                      <p:nvPr/>
                    </p:nvPicPr>
                    <p:blipFill>
                      <a:blip r:embed="rId13"/>
                      <a:stretch>
                        <a:fillRect/>
                      </a:stretch>
                    </p:blipFill>
                    <p:spPr>
                      <a:xfrm>
                        <a:off x="2008188" y="4243388"/>
                        <a:ext cx="766762" cy="438150"/>
                      </a:xfrm>
                      <a:prstGeom prst="rect">
                        <a:avLst/>
                      </a:prstGeom>
                      <a:noFill/>
                      <a:ln w="38100">
                        <a:noFill/>
                        <a:miter/>
                      </a:ln>
                    </p:spPr>
                  </p:pic>
                </p:oleObj>
              </mc:Fallback>
            </mc:AlternateContent>
          </a:graphicData>
        </a:graphic>
      </p:graphicFrame>
      <p:graphicFrame>
        <p:nvGraphicFramePr>
          <p:cNvPr id="76819" name="Object 18"/>
          <p:cNvGraphicFramePr>
            <a:graphicFrameLocks noChangeAspect="1"/>
          </p:cNvGraphicFramePr>
          <p:nvPr/>
        </p:nvGraphicFramePr>
        <p:xfrm>
          <a:off x="4298950" y="3662363"/>
          <a:ext cx="330200" cy="457200"/>
        </p:xfrm>
        <a:graphic>
          <a:graphicData uri="http://schemas.openxmlformats.org/presentationml/2006/ole">
            <mc:AlternateContent xmlns:mc="http://schemas.openxmlformats.org/markup-compatibility/2006">
              <mc:Choice xmlns:v="urn:schemas-microsoft-com:vml" Requires="v">
                <p:oleObj r:id="rId14" imgW="165100" imgH="228600" progId="Equation.DSMT4">
                  <p:embed/>
                </p:oleObj>
              </mc:Choice>
              <mc:Fallback>
                <p:oleObj r:id="rId14" imgW="165100" imgH="228600" progId="Equation.DSMT4">
                  <p:embed/>
                  <p:pic>
                    <p:nvPicPr>
                      <p:cNvPr id="0" name="图片 3159"/>
                      <p:cNvPicPr/>
                      <p:nvPr/>
                    </p:nvPicPr>
                    <p:blipFill>
                      <a:blip r:embed="rId15"/>
                      <a:stretch>
                        <a:fillRect/>
                      </a:stretch>
                    </p:blipFill>
                    <p:spPr>
                      <a:xfrm>
                        <a:off x="4298950" y="3662363"/>
                        <a:ext cx="330200" cy="457200"/>
                      </a:xfrm>
                      <a:prstGeom prst="rect">
                        <a:avLst/>
                      </a:prstGeom>
                      <a:noFill/>
                      <a:ln w="38100">
                        <a:noFill/>
                        <a:miter/>
                      </a:ln>
                    </p:spPr>
                  </p:pic>
                </p:oleObj>
              </mc:Fallback>
            </mc:AlternateContent>
          </a:graphicData>
        </a:graphic>
      </p:graphicFrame>
      <p:sp>
        <p:nvSpPr>
          <p:cNvPr id="76820" name="Rectangle 19"/>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76821" name="Rectangle 20"/>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76822" name="Rectangle 21"/>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76823" name="Object 22"/>
          <p:cNvGraphicFramePr>
            <a:graphicFrameLocks noChangeAspect="1"/>
          </p:cNvGraphicFramePr>
          <p:nvPr/>
        </p:nvGraphicFramePr>
        <p:xfrm>
          <a:off x="4830763" y="2928938"/>
          <a:ext cx="330200" cy="457200"/>
        </p:xfrm>
        <a:graphic>
          <a:graphicData uri="http://schemas.openxmlformats.org/presentationml/2006/ole">
            <mc:AlternateContent xmlns:mc="http://schemas.openxmlformats.org/markup-compatibility/2006">
              <mc:Choice xmlns:v="urn:schemas-microsoft-com:vml" Requires="v">
                <p:oleObj r:id="rId16" imgW="165100" imgH="228600" progId="Equation.DSMT4">
                  <p:embed/>
                </p:oleObj>
              </mc:Choice>
              <mc:Fallback>
                <p:oleObj r:id="rId16" imgW="165100" imgH="228600" progId="Equation.DSMT4">
                  <p:embed/>
                  <p:pic>
                    <p:nvPicPr>
                      <p:cNvPr id="0" name="图片 3158"/>
                      <p:cNvPicPr/>
                      <p:nvPr/>
                    </p:nvPicPr>
                    <p:blipFill>
                      <a:blip r:embed="rId17"/>
                      <a:stretch>
                        <a:fillRect/>
                      </a:stretch>
                    </p:blipFill>
                    <p:spPr>
                      <a:xfrm>
                        <a:off x="4830763" y="2928938"/>
                        <a:ext cx="330200" cy="457200"/>
                      </a:xfrm>
                      <a:prstGeom prst="rect">
                        <a:avLst/>
                      </a:prstGeom>
                      <a:noFill/>
                      <a:ln w="38100">
                        <a:noFill/>
                        <a:miter/>
                      </a:ln>
                    </p:spPr>
                  </p:pic>
                </p:oleObj>
              </mc:Fallback>
            </mc:AlternateContent>
          </a:graphicData>
        </a:graphic>
      </p:graphicFrame>
      <p:sp>
        <p:nvSpPr>
          <p:cNvPr id="76824" name="Rectangle 23"/>
          <p:cNvSpPr/>
          <p:nvPr/>
        </p:nvSpPr>
        <p:spPr>
          <a:xfrm>
            <a:off x="228600" y="6426200"/>
            <a:ext cx="24701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李雅普诺夫稳定性理论</a:t>
            </a:r>
          </a:p>
        </p:txBody>
      </p:sp>
      <p:sp>
        <p:nvSpPr>
          <p:cNvPr id="76825" name="Rectangle 24"/>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76826" name="Text Box 25"/>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81922"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27</a:t>
            </a:fld>
            <a:endParaRPr lang="en-US" altLang="zh-CN" sz="1400" dirty="0"/>
          </a:p>
        </p:txBody>
      </p:sp>
      <p:grpSp>
        <p:nvGrpSpPr>
          <p:cNvPr id="81923" name="Group 2"/>
          <p:cNvGrpSpPr/>
          <p:nvPr/>
        </p:nvGrpSpPr>
        <p:grpSpPr>
          <a:xfrm>
            <a:off x="0" y="0"/>
            <a:ext cx="9144000" cy="6858000"/>
            <a:chOff x="0" y="0"/>
            <a:chExt cx="5760" cy="4320"/>
          </a:xfrm>
        </p:grpSpPr>
        <p:pic>
          <p:nvPicPr>
            <p:cNvPr id="81924"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81925"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81926" name="Rectangle 5"/>
          <p:cNvSpPr>
            <a:spLocks noGrp="1"/>
          </p:cNvSpPr>
          <p:nvPr>
            <p:ph idx="1"/>
          </p:nvPr>
        </p:nvSpPr>
        <p:spPr>
          <a:xfrm>
            <a:off x="323850" y="908050"/>
            <a:ext cx="8540750" cy="5113338"/>
          </a:xfrm>
          <a:ln/>
        </p:spPr>
        <p:txBody>
          <a:bodyPr vert="horz" wrap="square" lIns="91440" tIns="45720" rIns="91440" bIns="45720" anchor="t" anchorCtr="0"/>
          <a:lstStyle/>
          <a:p>
            <a:pPr lvl="1" eaLnBrk="1" hangingPunct="1">
              <a:buNone/>
            </a:pPr>
            <a:r>
              <a:rPr lang="en-US" altLang="zh-CN" dirty="0">
                <a:ea typeface="黑体" panose="02010609060101010101" pitchFamily="49" charset="-122"/>
              </a:rPr>
              <a:t>        </a:t>
            </a:r>
          </a:p>
          <a:p>
            <a:pPr lvl="1" eaLnBrk="1" hangingPunct="1">
              <a:buNone/>
            </a:pPr>
            <a:r>
              <a:rPr lang="zh-CN" altLang="en-US" sz="2400" dirty="0">
                <a:solidFill>
                  <a:srgbClr val="A50021"/>
                </a:solidFill>
                <a:ea typeface="黑体" panose="02010609060101010101" pitchFamily="49" charset="-122"/>
              </a:rPr>
              <a:t>例</a:t>
            </a:r>
            <a:r>
              <a:rPr lang="en-US" altLang="zh-CN" sz="2400" dirty="0">
                <a:solidFill>
                  <a:srgbClr val="A50021"/>
                </a:solidFill>
                <a:ea typeface="黑体" panose="02010609060101010101" pitchFamily="49" charset="-122"/>
              </a:rPr>
              <a:t>5.2.1</a:t>
            </a:r>
            <a:r>
              <a:rPr lang="en-US" altLang="zh-CN" sz="2400" dirty="0">
                <a:ea typeface="黑体" panose="02010609060101010101" pitchFamily="49" charset="-122"/>
              </a:rPr>
              <a:t>   </a:t>
            </a:r>
            <a:r>
              <a:rPr lang="zh-CN" altLang="en-US" sz="2400" dirty="0">
                <a:ea typeface="黑体" panose="02010609060101010101" pitchFamily="49" charset="-122"/>
              </a:rPr>
              <a:t>已知非线性系统</a:t>
            </a:r>
          </a:p>
          <a:p>
            <a:pPr lvl="1" eaLnBrk="1" hangingPunct="1">
              <a:buNone/>
            </a:pPr>
            <a:endParaRPr lang="zh-CN" altLang="en-US" sz="2400" dirty="0">
              <a:ea typeface="黑体" panose="02010609060101010101" pitchFamily="49" charset="-122"/>
            </a:endParaRPr>
          </a:p>
          <a:p>
            <a:pPr lvl="1" eaLnBrk="1" hangingPunct="1">
              <a:buNone/>
            </a:pPr>
            <a:endParaRPr lang="zh-CN" altLang="en-US" sz="2400" dirty="0">
              <a:ea typeface="黑体" panose="02010609060101010101" pitchFamily="49" charset="-122"/>
            </a:endParaRPr>
          </a:p>
          <a:p>
            <a:pPr lvl="1" eaLnBrk="1" hangingPunct="1">
              <a:buNone/>
            </a:pPr>
            <a:r>
              <a:rPr lang="zh-CN" altLang="en-US" sz="2400" dirty="0">
                <a:ea typeface="黑体" panose="02010609060101010101" pitchFamily="49" charset="-122"/>
              </a:rPr>
              <a:t>       </a:t>
            </a:r>
          </a:p>
          <a:p>
            <a:pPr lvl="1" eaLnBrk="1" hangingPunct="1">
              <a:buNone/>
            </a:pPr>
            <a:endParaRPr lang="zh-CN" altLang="en-US" sz="2400" dirty="0">
              <a:ea typeface="黑体" panose="02010609060101010101" pitchFamily="49" charset="-122"/>
            </a:endParaRPr>
          </a:p>
          <a:p>
            <a:pPr lvl="1" eaLnBrk="1" hangingPunct="1">
              <a:buNone/>
            </a:pPr>
            <a:r>
              <a:rPr lang="zh-CN" altLang="en-US" sz="2400" dirty="0">
                <a:ea typeface="黑体" panose="02010609060101010101" pitchFamily="49" charset="-122"/>
              </a:rPr>
              <a:t>其中             常数，且有</a:t>
            </a:r>
          </a:p>
          <a:p>
            <a:pPr lvl="1" eaLnBrk="1" hangingPunct="1">
              <a:buNone/>
            </a:pPr>
            <a:endParaRPr lang="zh-CN" altLang="en-US" sz="2400" dirty="0">
              <a:ea typeface="黑体" panose="02010609060101010101" pitchFamily="49" charset="-122"/>
            </a:endParaRPr>
          </a:p>
          <a:p>
            <a:pPr lvl="1" eaLnBrk="1" hangingPunct="1">
              <a:buNone/>
            </a:pPr>
            <a:endParaRPr lang="zh-CN" altLang="en-US" sz="2400" dirty="0">
              <a:ea typeface="黑体" panose="02010609060101010101" pitchFamily="49" charset="-122"/>
            </a:endParaRPr>
          </a:p>
          <a:p>
            <a:pPr lvl="1" eaLnBrk="1" hangingPunct="1">
              <a:buNone/>
            </a:pPr>
            <a:endParaRPr lang="zh-CN" altLang="en-US" sz="2400" dirty="0">
              <a:ea typeface="黑体" panose="02010609060101010101" pitchFamily="49" charset="-122"/>
            </a:endParaRPr>
          </a:p>
          <a:p>
            <a:pPr lvl="1" eaLnBrk="1" hangingPunct="1">
              <a:buNone/>
            </a:pPr>
            <a:r>
              <a:rPr lang="zh-CN" altLang="en-US" sz="2400" dirty="0">
                <a:ea typeface="黑体" panose="02010609060101010101" pitchFamily="49" charset="-122"/>
              </a:rPr>
              <a:t>试分析其平衡状态的稳定性。</a:t>
            </a:r>
          </a:p>
        </p:txBody>
      </p:sp>
      <p:sp>
        <p:nvSpPr>
          <p:cNvPr id="81927" name="Rectangle 6"/>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81928" name="Rectangle 7"/>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81929" name="Rectangle 8"/>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81930" name="Rectangle 9"/>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81931" name="Rectangle 10"/>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81932" name="Rectangle 11"/>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81933" name="Rectangle 12"/>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81934" name="Object 13"/>
          <p:cNvGraphicFramePr>
            <a:graphicFrameLocks noChangeAspect="1"/>
          </p:cNvGraphicFramePr>
          <p:nvPr/>
        </p:nvGraphicFramePr>
        <p:xfrm>
          <a:off x="2555875" y="2133600"/>
          <a:ext cx="4032250" cy="1008063"/>
        </p:xfrm>
        <a:graphic>
          <a:graphicData uri="http://schemas.openxmlformats.org/presentationml/2006/ole">
            <mc:AlternateContent xmlns:mc="http://schemas.openxmlformats.org/markup-compatibility/2006">
              <mc:Choice xmlns:v="urn:schemas-microsoft-com:vml" Requires="v">
                <p:oleObj r:id="rId4" imgW="1828800" imgH="457200" progId="Equation.3">
                  <p:embed/>
                </p:oleObj>
              </mc:Choice>
              <mc:Fallback>
                <p:oleObj r:id="rId4" imgW="1828800" imgH="457200" progId="Equation.3">
                  <p:embed/>
                  <p:pic>
                    <p:nvPicPr>
                      <p:cNvPr id="0" name="图片 3455"/>
                      <p:cNvPicPr/>
                      <p:nvPr/>
                    </p:nvPicPr>
                    <p:blipFill>
                      <a:blip r:embed="rId5"/>
                      <a:stretch>
                        <a:fillRect/>
                      </a:stretch>
                    </p:blipFill>
                    <p:spPr>
                      <a:xfrm>
                        <a:off x="2555875" y="2133600"/>
                        <a:ext cx="4032250" cy="1008063"/>
                      </a:xfrm>
                      <a:prstGeom prst="rect">
                        <a:avLst/>
                      </a:prstGeom>
                      <a:noFill/>
                      <a:ln w="38100">
                        <a:noFill/>
                        <a:miter/>
                      </a:ln>
                    </p:spPr>
                  </p:pic>
                </p:oleObj>
              </mc:Fallback>
            </mc:AlternateContent>
          </a:graphicData>
        </a:graphic>
      </p:graphicFrame>
      <p:sp>
        <p:nvSpPr>
          <p:cNvPr id="81935" name="Rectangle 14"/>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81936" name="Object 15"/>
          <p:cNvGraphicFramePr>
            <a:graphicFrameLocks noChangeAspect="1"/>
          </p:cNvGraphicFramePr>
          <p:nvPr/>
        </p:nvGraphicFramePr>
        <p:xfrm>
          <a:off x="4119563" y="4241800"/>
          <a:ext cx="904875" cy="987425"/>
        </p:xfrm>
        <a:graphic>
          <a:graphicData uri="http://schemas.openxmlformats.org/presentationml/2006/ole">
            <mc:AlternateContent xmlns:mc="http://schemas.openxmlformats.org/markup-compatibility/2006">
              <mc:Choice xmlns:v="urn:schemas-microsoft-com:vml" Requires="v">
                <p:oleObj r:id="rId6" imgW="419100" imgH="457200" progId="Equation.3">
                  <p:embed/>
                </p:oleObj>
              </mc:Choice>
              <mc:Fallback>
                <p:oleObj r:id="rId6" imgW="419100" imgH="457200" progId="Equation.3">
                  <p:embed/>
                  <p:pic>
                    <p:nvPicPr>
                      <p:cNvPr id="0" name="图片 3457"/>
                      <p:cNvPicPr/>
                      <p:nvPr/>
                    </p:nvPicPr>
                    <p:blipFill>
                      <a:blip r:embed="rId7"/>
                      <a:stretch>
                        <a:fillRect/>
                      </a:stretch>
                    </p:blipFill>
                    <p:spPr>
                      <a:xfrm>
                        <a:off x="4119563" y="4241800"/>
                        <a:ext cx="904875" cy="987425"/>
                      </a:xfrm>
                      <a:prstGeom prst="rect">
                        <a:avLst/>
                      </a:prstGeom>
                      <a:noFill/>
                      <a:ln w="38100">
                        <a:noFill/>
                        <a:miter/>
                      </a:ln>
                    </p:spPr>
                  </p:pic>
                </p:oleObj>
              </mc:Fallback>
            </mc:AlternateContent>
          </a:graphicData>
        </a:graphic>
      </p:graphicFrame>
      <p:sp>
        <p:nvSpPr>
          <p:cNvPr id="81937" name="Rectangle 16"/>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81938" name="Object 17"/>
          <p:cNvGraphicFramePr>
            <a:graphicFrameLocks noChangeAspect="1"/>
          </p:cNvGraphicFramePr>
          <p:nvPr/>
        </p:nvGraphicFramePr>
        <p:xfrm>
          <a:off x="1539875" y="3644900"/>
          <a:ext cx="1016000" cy="355600"/>
        </p:xfrm>
        <a:graphic>
          <a:graphicData uri="http://schemas.openxmlformats.org/presentationml/2006/ole">
            <mc:AlternateContent xmlns:mc="http://schemas.openxmlformats.org/markup-compatibility/2006">
              <mc:Choice xmlns:v="urn:schemas-microsoft-com:vml" Requires="v">
                <p:oleObj r:id="rId8" imgW="508000" imgH="177800" progId="Equation.DSMT4">
                  <p:embed/>
                </p:oleObj>
              </mc:Choice>
              <mc:Fallback>
                <p:oleObj r:id="rId8" imgW="508000" imgH="177800" progId="Equation.DSMT4">
                  <p:embed/>
                  <p:pic>
                    <p:nvPicPr>
                      <p:cNvPr id="0" name="图片 3456"/>
                      <p:cNvPicPr/>
                      <p:nvPr/>
                    </p:nvPicPr>
                    <p:blipFill>
                      <a:blip r:embed="rId9"/>
                      <a:stretch>
                        <a:fillRect/>
                      </a:stretch>
                    </p:blipFill>
                    <p:spPr>
                      <a:xfrm>
                        <a:off x="1539875" y="3644900"/>
                        <a:ext cx="1016000" cy="355600"/>
                      </a:xfrm>
                      <a:prstGeom prst="rect">
                        <a:avLst/>
                      </a:prstGeom>
                      <a:noFill/>
                      <a:ln w="38100">
                        <a:noFill/>
                        <a:miter/>
                      </a:ln>
                    </p:spPr>
                  </p:pic>
                </p:oleObj>
              </mc:Fallback>
            </mc:AlternateContent>
          </a:graphicData>
        </a:graphic>
      </p:graphicFrame>
      <p:sp>
        <p:nvSpPr>
          <p:cNvPr id="81939" name="Rectangle 18"/>
          <p:cNvSpPr/>
          <p:nvPr/>
        </p:nvSpPr>
        <p:spPr>
          <a:xfrm>
            <a:off x="228600" y="6426200"/>
            <a:ext cx="24701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李雅普诺夫稳定性理论</a:t>
            </a:r>
          </a:p>
        </p:txBody>
      </p:sp>
      <p:sp>
        <p:nvSpPr>
          <p:cNvPr id="81940" name="Rectangle 19"/>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81941" name="Text Box 20"/>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82946"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28</a:t>
            </a:fld>
            <a:endParaRPr lang="en-US" altLang="zh-CN" sz="1400" dirty="0"/>
          </a:p>
        </p:txBody>
      </p:sp>
      <p:grpSp>
        <p:nvGrpSpPr>
          <p:cNvPr id="82947" name="Group 2"/>
          <p:cNvGrpSpPr/>
          <p:nvPr/>
        </p:nvGrpSpPr>
        <p:grpSpPr>
          <a:xfrm>
            <a:off x="0" y="0"/>
            <a:ext cx="9144000" cy="6858000"/>
            <a:chOff x="0" y="0"/>
            <a:chExt cx="5760" cy="4320"/>
          </a:xfrm>
        </p:grpSpPr>
        <p:pic>
          <p:nvPicPr>
            <p:cNvPr id="82948"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82949"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82950" name="Rectangle 5"/>
          <p:cNvSpPr>
            <a:spLocks noGrp="1"/>
          </p:cNvSpPr>
          <p:nvPr>
            <p:ph idx="1"/>
          </p:nvPr>
        </p:nvSpPr>
        <p:spPr>
          <a:xfrm>
            <a:off x="601663" y="1196975"/>
            <a:ext cx="3033712" cy="2260600"/>
          </a:xfrm>
          <a:ln/>
        </p:spPr>
        <p:txBody>
          <a:bodyPr vert="horz" wrap="square" lIns="91440" tIns="45720" rIns="91440" bIns="45720" anchor="t" anchorCtr="0"/>
          <a:lstStyle/>
          <a:p>
            <a:pPr eaLnBrk="1" hangingPunct="1">
              <a:lnSpc>
                <a:spcPct val="90000"/>
              </a:lnSpc>
              <a:buNone/>
            </a:pPr>
            <a:r>
              <a:rPr lang="zh-CN" altLang="en-US" sz="2400" dirty="0">
                <a:solidFill>
                  <a:srgbClr val="A50021"/>
                </a:solidFill>
                <a:ea typeface="黑体" panose="02010609060101010101" pitchFamily="49" charset="-122"/>
              </a:rPr>
              <a:t>解</a:t>
            </a:r>
            <a:r>
              <a:rPr lang="en-US" altLang="zh-CN" sz="2400" dirty="0">
                <a:ea typeface="黑体" panose="02010609060101010101" pitchFamily="49" charset="-122"/>
              </a:rPr>
              <a:t>:  </a:t>
            </a:r>
            <a:r>
              <a:rPr lang="zh-CN" altLang="en-US" sz="2400" dirty="0">
                <a:ea typeface="黑体" panose="02010609060101010101" pitchFamily="49" charset="-122"/>
              </a:rPr>
              <a:t>求平衡状态：由 </a:t>
            </a:r>
          </a:p>
          <a:p>
            <a:pPr eaLnBrk="1" hangingPunct="1">
              <a:lnSpc>
                <a:spcPct val="90000"/>
              </a:lnSpc>
              <a:buNone/>
            </a:pPr>
            <a:endParaRPr lang="zh-CN" altLang="en-US" sz="2400" dirty="0">
              <a:ea typeface="黑体" panose="02010609060101010101" pitchFamily="49" charset="-122"/>
            </a:endParaRPr>
          </a:p>
          <a:p>
            <a:pPr eaLnBrk="1" hangingPunct="1">
              <a:lnSpc>
                <a:spcPct val="90000"/>
              </a:lnSpc>
              <a:buNone/>
            </a:pPr>
            <a:endParaRPr lang="zh-CN" altLang="en-US" sz="2400" dirty="0">
              <a:ea typeface="黑体" panose="02010609060101010101" pitchFamily="49" charset="-122"/>
            </a:endParaRPr>
          </a:p>
          <a:p>
            <a:pPr eaLnBrk="1" hangingPunct="1">
              <a:lnSpc>
                <a:spcPct val="90000"/>
              </a:lnSpc>
              <a:buNone/>
            </a:pPr>
            <a:endParaRPr lang="zh-CN" altLang="en-US" sz="2400" dirty="0">
              <a:ea typeface="黑体" panose="02010609060101010101" pitchFamily="49" charset="-122"/>
            </a:endParaRPr>
          </a:p>
          <a:p>
            <a:pPr eaLnBrk="1" hangingPunct="1">
              <a:lnSpc>
                <a:spcPct val="90000"/>
              </a:lnSpc>
              <a:buNone/>
            </a:pPr>
            <a:r>
              <a:rPr lang="zh-CN" altLang="en-US" sz="2800" dirty="0">
                <a:ea typeface="黑体" panose="02010609060101010101" pitchFamily="49" charset="-122"/>
              </a:rPr>
              <a:t>        </a:t>
            </a:r>
          </a:p>
        </p:txBody>
      </p:sp>
      <p:sp>
        <p:nvSpPr>
          <p:cNvPr id="82951" name="Rectangle 6"/>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82952" name="Rectangle 8"/>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82953" name="Rectangle 10"/>
          <p:cNvSpPr/>
          <p:nvPr/>
        </p:nvSpPr>
        <p:spPr>
          <a:xfrm>
            <a:off x="0" y="3214688"/>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82954" name="Rectangle 12"/>
          <p:cNvSpPr/>
          <p:nvPr/>
        </p:nvSpPr>
        <p:spPr>
          <a:xfrm>
            <a:off x="0" y="3328988"/>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82955" name="Rectangle 14"/>
          <p:cNvSpPr/>
          <p:nvPr/>
        </p:nvSpPr>
        <p:spPr>
          <a:xfrm>
            <a:off x="0" y="3338513"/>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82956" name="Rectangle 15"/>
          <p:cNvSpPr/>
          <p:nvPr/>
        </p:nvSpPr>
        <p:spPr>
          <a:xfrm>
            <a:off x="228600" y="6426200"/>
            <a:ext cx="24701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李雅普诺夫稳定性理论</a:t>
            </a:r>
          </a:p>
        </p:txBody>
      </p:sp>
      <p:sp>
        <p:nvSpPr>
          <p:cNvPr id="82957" name="Rectangle 16"/>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82958" name="Text Box 18"/>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88066"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29</a:t>
            </a:fld>
            <a:endParaRPr lang="en-US" altLang="zh-CN" sz="1400" dirty="0"/>
          </a:p>
        </p:txBody>
      </p:sp>
      <p:grpSp>
        <p:nvGrpSpPr>
          <p:cNvPr id="88067" name="Group 2"/>
          <p:cNvGrpSpPr/>
          <p:nvPr/>
        </p:nvGrpSpPr>
        <p:grpSpPr>
          <a:xfrm>
            <a:off x="0" y="0"/>
            <a:ext cx="9144000" cy="6858000"/>
            <a:chOff x="0" y="0"/>
            <a:chExt cx="5760" cy="4320"/>
          </a:xfrm>
        </p:grpSpPr>
        <p:pic>
          <p:nvPicPr>
            <p:cNvPr id="88068"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88069"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88070" name="Rectangle 5"/>
          <p:cNvSpPr>
            <a:spLocks noGrp="1"/>
          </p:cNvSpPr>
          <p:nvPr>
            <p:ph idx="1"/>
          </p:nvPr>
        </p:nvSpPr>
        <p:spPr>
          <a:xfrm>
            <a:off x="601663" y="1196975"/>
            <a:ext cx="3033712" cy="2260600"/>
          </a:xfrm>
          <a:ln/>
        </p:spPr>
        <p:txBody>
          <a:bodyPr vert="horz" wrap="square" lIns="91440" tIns="45720" rIns="91440" bIns="45720" anchor="t" anchorCtr="0"/>
          <a:lstStyle/>
          <a:p>
            <a:pPr eaLnBrk="1" hangingPunct="1">
              <a:lnSpc>
                <a:spcPct val="90000"/>
              </a:lnSpc>
              <a:buNone/>
            </a:pPr>
            <a:r>
              <a:rPr lang="zh-CN" altLang="en-US" sz="2400" dirty="0">
                <a:solidFill>
                  <a:srgbClr val="A50021"/>
                </a:solidFill>
                <a:ea typeface="黑体" panose="02010609060101010101" pitchFamily="49" charset="-122"/>
              </a:rPr>
              <a:t>解</a:t>
            </a:r>
            <a:r>
              <a:rPr lang="en-US" altLang="zh-CN" sz="2400" dirty="0">
                <a:ea typeface="黑体" panose="02010609060101010101" pitchFamily="49" charset="-122"/>
              </a:rPr>
              <a:t>:  </a:t>
            </a:r>
            <a:r>
              <a:rPr lang="zh-CN" altLang="en-US" sz="2400" dirty="0">
                <a:ea typeface="黑体" panose="02010609060101010101" pitchFamily="49" charset="-122"/>
              </a:rPr>
              <a:t>求平衡状态：由 </a:t>
            </a:r>
          </a:p>
          <a:p>
            <a:pPr eaLnBrk="1" hangingPunct="1">
              <a:lnSpc>
                <a:spcPct val="90000"/>
              </a:lnSpc>
              <a:buNone/>
            </a:pPr>
            <a:endParaRPr lang="zh-CN" altLang="en-US" sz="2400" dirty="0">
              <a:ea typeface="黑体" panose="02010609060101010101" pitchFamily="49" charset="-122"/>
            </a:endParaRPr>
          </a:p>
          <a:p>
            <a:pPr eaLnBrk="1" hangingPunct="1">
              <a:lnSpc>
                <a:spcPct val="90000"/>
              </a:lnSpc>
              <a:buNone/>
            </a:pPr>
            <a:endParaRPr lang="zh-CN" altLang="en-US" sz="2400" dirty="0">
              <a:ea typeface="黑体" panose="02010609060101010101" pitchFamily="49" charset="-122"/>
            </a:endParaRPr>
          </a:p>
          <a:p>
            <a:pPr eaLnBrk="1" hangingPunct="1">
              <a:lnSpc>
                <a:spcPct val="90000"/>
              </a:lnSpc>
              <a:buNone/>
            </a:pPr>
            <a:endParaRPr lang="zh-CN" altLang="en-US" sz="2400" dirty="0">
              <a:ea typeface="黑体" panose="02010609060101010101" pitchFamily="49" charset="-122"/>
            </a:endParaRPr>
          </a:p>
          <a:p>
            <a:pPr eaLnBrk="1" hangingPunct="1">
              <a:lnSpc>
                <a:spcPct val="90000"/>
              </a:lnSpc>
              <a:buNone/>
            </a:pPr>
            <a:r>
              <a:rPr lang="zh-CN" altLang="en-US" sz="2400" dirty="0">
                <a:ea typeface="黑体" panose="02010609060101010101" pitchFamily="49" charset="-122"/>
              </a:rPr>
              <a:t>知系统有平衡点</a:t>
            </a:r>
            <a:r>
              <a:rPr lang="zh-CN" altLang="en-US" sz="2800" dirty="0">
                <a:ea typeface="黑体" panose="02010609060101010101" pitchFamily="49" charset="-122"/>
              </a:rPr>
              <a:t>          </a:t>
            </a:r>
          </a:p>
        </p:txBody>
      </p:sp>
      <p:sp>
        <p:nvSpPr>
          <p:cNvPr id="88071" name="Rectangle 6"/>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88072" name="Object 7"/>
          <p:cNvGraphicFramePr>
            <a:graphicFrameLocks noChangeAspect="1"/>
          </p:cNvGraphicFramePr>
          <p:nvPr/>
        </p:nvGraphicFramePr>
        <p:xfrm>
          <a:off x="2771775" y="1736725"/>
          <a:ext cx="3600450" cy="1044575"/>
        </p:xfrm>
        <a:graphic>
          <a:graphicData uri="http://schemas.openxmlformats.org/presentationml/2006/ole">
            <mc:AlternateContent xmlns:mc="http://schemas.openxmlformats.org/markup-compatibility/2006">
              <mc:Choice xmlns:v="urn:schemas-microsoft-com:vml" Requires="v">
                <p:oleObj r:id="rId4" imgW="1663700" imgH="482600" progId="Equation.DSMT4">
                  <p:embed/>
                </p:oleObj>
              </mc:Choice>
              <mc:Fallback>
                <p:oleObj r:id="rId4" imgW="1663700" imgH="482600" progId="Equation.DSMT4">
                  <p:embed/>
                  <p:pic>
                    <p:nvPicPr>
                      <p:cNvPr id="0" name="图片 3117"/>
                      <p:cNvPicPr/>
                      <p:nvPr/>
                    </p:nvPicPr>
                    <p:blipFill>
                      <a:blip r:embed="rId5"/>
                      <a:stretch>
                        <a:fillRect/>
                      </a:stretch>
                    </p:blipFill>
                    <p:spPr>
                      <a:xfrm>
                        <a:off x="2771775" y="1736725"/>
                        <a:ext cx="3600450" cy="1044575"/>
                      </a:xfrm>
                      <a:prstGeom prst="rect">
                        <a:avLst/>
                      </a:prstGeom>
                      <a:noFill/>
                      <a:ln w="38100">
                        <a:noFill/>
                        <a:miter/>
                      </a:ln>
                    </p:spPr>
                  </p:pic>
                </p:oleObj>
              </mc:Fallback>
            </mc:AlternateContent>
          </a:graphicData>
        </a:graphic>
      </p:graphicFrame>
      <p:sp>
        <p:nvSpPr>
          <p:cNvPr id="88073" name="Rectangle 8"/>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88074" name="Object 9"/>
          <p:cNvGraphicFramePr>
            <a:graphicFrameLocks noChangeAspect="1"/>
          </p:cNvGraphicFramePr>
          <p:nvPr/>
        </p:nvGraphicFramePr>
        <p:xfrm>
          <a:off x="1649413" y="4437063"/>
          <a:ext cx="1016000" cy="490537"/>
        </p:xfrm>
        <a:graphic>
          <a:graphicData uri="http://schemas.openxmlformats.org/presentationml/2006/ole">
            <mc:AlternateContent xmlns:mc="http://schemas.openxmlformats.org/markup-compatibility/2006">
              <mc:Choice xmlns:v="urn:schemas-microsoft-com:vml" Requires="v">
                <p:oleObj r:id="rId6" imgW="393700" imgH="190500" progId="Equation.DSMT4">
                  <p:embed/>
                </p:oleObj>
              </mc:Choice>
              <mc:Fallback>
                <p:oleObj r:id="rId6" imgW="393700" imgH="190500" progId="Equation.DSMT4">
                  <p:embed/>
                  <p:pic>
                    <p:nvPicPr>
                      <p:cNvPr id="0" name="图片 3116"/>
                      <p:cNvPicPr/>
                      <p:nvPr/>
                    </p:nvPicPr>
                    <p:blipFill>
                      <a:blip r:embed="rId7"/>
                      <a:stretch>
                        <a:fillRect/>
                      </a:stretch>
                    </p:blipFill>
                    <p:spPr>
                      <a:xfrm>
                        <a:off x="1649413" y="4437063"/>
                        <a:ext cx="1016000" cy="490537"/>
                      </a:xfrm>
                      <a:prstGeom prst="rect">
                        <a:avLst/>
                      </a:prstGeom>
                      <a:noFill/>
                      <a:ln w="38100">
                        <a:noFill/>
                        <a:miter/>
                      </a:ln>
                    </p:spPr>
                  </p:pic>
                </p:oleObj>
              </mc:Fallback>
            </mc:AlternateContent>
          </a:graphicData>
        </a:graphic>
      </p:graphicFrame>
      <p:sp>
        <p:nvSpPr>
          <p:cNvPr id="88075" name="Rectangle 10"/>
          <p:cNvSpPr/>
          <p:nvPr/>
        </p:nvSpPr>
        <p:spPr>
          <a:xfrm>
            <a:off x="0" y="3214688"/>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88076" name="Object 11"/>
          <p:cNvGraphicFramePr>
            <a:graphicFrameLocks noChangeAspect="1"/>
          </p:cNvGraphicFramePr>
          <p:nvPr/>
        </p:nvGraphicFramePr>
        <p:xfrm>
          <a:off x="1619250" y="3429000"/>
          <a:ext cx="3529013" cy="936625"/>
        </p:xfrm>
        <a:graphic>
          <a:graphicData uri="http://schemas.openxmlformats.org/presentationml/2006/ole">
            <mc:AlternateContent xmlns:mc="http://schemas.openxmlformats.org/markup-compatibility/2006">
              <mc:Choice xmlns:v="urn:schemas-microsoft-com:vml" Requires="v">
                <p:oleObj r:id="rId8" imgW="1218565" imgH="381000" progId="Equation.DSMT4">
                  <p:embed/>
                </p:oleObj>
              </mc:Choice>
              <mc:Fallback>
                <p:oleObj r:id="rId8" imgW="1218565" imgH="381000" progId="Equation.DSMT4">
                  <p:embed/>
                  <p:pic>
                    <p:nvPicPr>
                      <p:cNvPr id="0" name="图片 3115"/>
                      <p:cNvPicPr/>
                      <p:nvPr/>
                    </p:nvPicPr>
                    <p:blipFill>
                      <a:blip r:embed="rId9"/>
                      <a:stretch>
                        <a:fillRect/>
                      </a:stretch>
                    </p:blipFill>
                    <p:spPr>
                      <a:xfrm>
                        <a:off x="1619250" y="3429000"/>
                        <a:ext cx="3529013" cy="936625"/>
                      </a:xfrm>
                      <a:prstGeom prst="rect">
                        <a:avLst/>
                      </a:prstGeom>
                      <a:noFill/>
                      <a:ln w="38100">
                        <a:noFill/>
                        <a:miter/>
                      </a:ln>
                    </p:spPr>
                  </p:pic>
                </p:oleObj>
              </mc:Fallback>
            </mc:AlternateContent>
          </a:graphicData>
        </a:graphic>
      </p:graphicFrame>
      <p:sp>
        <p:nvSpPr>
          <p:cNvPr id="88077" name="Rectangle 12"/>
          <p:cNvSpPr/>
          <p:nvPr/>
        </p:nvSpPr>
        <p:spPr>
          <a:xfrm>
            <a:off x="0" y="3328988"/>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88078" name="Object 13"/>
          <p:cNvGraphicFramePr>
            <a:graphicFrameLocks noChangeAspect="1"/>
          </p:cNvGraphicFramePr>
          <p:nvPr/>
        </p:nvGraphicFramePr>
        <p:xfrm>
          <a:off x="5867400" y="3673475"/>
          <a:ext cx="2592388" cy="406400"/>
        </p:xfrm>
        <a:graphic>
          <a:graphicData uri="http://schemas.openxmlformats.org/presentationml/2006/ole">
            <mc:AlternateContent xmlns:mc="http://schemas.openxmlformats.org/markup-compatibility/2006">
              <mc:Choice xmlns:v="urn:schemas-microsoft-com:vml" Requires="v">
                <p:oleObj r:id="rId10" imgW="914400" imgH="203200" progId="Equation.3">
                  <p:embed/>
                </p:oleObj>
              </mc:Choice>
              <mc:Fallback>
                <p:oleObj r:id="rId10" imgW="914400" imgH="203200" progId="Equation.3">
                  <p:embed/>
                  <p:pic>
                    <p:nvPicPr>
                      <p:cNvPr id="0" name="图片 3118"/>
                      <p:cNvPicPr/>
                      <p:nvPr/>
                    </p:nvPicPr>
                    <p:blipFill>
                      <a:blip r:embed="rId11"/>
                      <a:stretch>
                        <a:fillRect/>
                      </a:stretch>
                    </p:blipFill>
                    <p:spPr>
                      <a:xfrm>
                        <a:off x="5867400" y="3673475"/>
                        <a:ext cx="2592388" cy="406400"/>
                      </a:xfrm>
                      <a:prstGeom prst="rect">
                        <a:avLst/>
                      </a:prstGeom>
                      <a:noFill/>
                      <a:ln w="38100">
                        <a:noFill/>
                        <a:miter/>
                      </a:ln>
                    </p:spPr>
                  </p:pic>
                </p:oleObj>
              </mc:Fallback>
            </mc:AlternateContent>
          </a:graphicData>
        </a:graphic>
      </p:graphicFrame>
      <p:sp>
        <p:nvSpPr>
          <p:cNvPr id="88079" name="Rectangle 14"/>
          <p:cNvSpPr/>
          <p:nvPr/>
        </p:nvSpPr>
        <p:spPr>
          <a:xfrm>
            <a:off x="0" y="3338513"/>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88080" name="Rectangle 17"/>
          <p:cNvSpPr/>
          <p:nvPr/>
        </p:nvSpPr>
        <p:spPr>
          <a:xfrm>
            <a:off x="228600" y="6426200"/>
            <a:ext cx="24701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李雅普诺夫稳定性理论</a:t>
            </a:r>
          </a:p>
        </p:txBody>
      </p:sp>
      <p:sp>
        <p:nvSpPr>
          <p:cNvPr id="88081" name="Rectangle 18"/>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88082" name="Text Box 19"/>
          <p:cNvSpPr txBox="1"/>
          <p:nvPr/>
        </p:nvSpPr>
        <p:spPr>
          <a:xfrm>
            <a:off x="568325" y="5300663"/>
            <a:ext cx="6164263" cy="457200"/>
          </a:xfrm>
          <a:prstGeom prst="rect">
            <a:avLst/>
          </a:prstGeom>
          <a:noFill/>
          <a:ln w="9525">
            <a:noFill/>
          </a:ln>
        </p:spPr>
        <p:txBody>
          <a:bodyPr wrap="none" anchor="t" anchorCtr="0">
            <a:spAutoFit/>
          </a:bodyPr>
          <a:lstStyle/>
          <a:p>
            <a:pPr eaLnBrk="0" hangingPunct="0"/>
            <a:r>
              <a:rPr lang="zh-CN" altLang="en-US" sz="2400" dirty="0">
                <a:latin typeface="Arial" panose="020B0604020202020204" pitchFamily="34" charset="0"/>
                <a:ea typeface="黑体" panose="02010609060101010101" pitchFamily="49" charset="-122"/>
              </a:rPr>
              <a:t>下面仅对</a:t>
            </a:r>
            <a:r>
              <a:rPr lang="en-US" altLang="zh-CN" sz="2400" i="1" dirty="0">
                <a:latin typeface="Times New Roman" panose="02020603050405020304" pitchFamily="18" charset="0"/>
                <a:ea typeface="黑体" panose="02010609060101010101" pitchFamily="49" charset="-122"/>
              </a:rPr>
              <a:t>k=</a:t>
            </a:r>
            <a:r>
              <a:rPr lang="en-US" altLang="zh-CN" sz="2400" dirty="0">
                <a:latin typeface="Times New Roman" panose="02020603050405020304" pitchFamily="18" charset="0"/>
                <a:ea typeface="黑体" panose="02010609060101010101" pitchFamily="49" charset="-122"/>
              </a:rPr>
              <a:t>0</a:t>
            </a:r>
            <a:r>
              <a:rPr lang="zh-CN" altLang="en-US" sz="2400" dirty="0">
                <a:latin typeface="Arial" panose="020B0604020202020204" pitchFamily="34" charset="0"/>
                <a:ea typeface="黑体" panose="02010609060101010101" pitchFamily="49" charset="-122"/>
              </a:rPr>
              <a:t>的情况进行研究，其他情况类似</a:t>
            </a:r>
          </a:p>
        </p:txBody>
      </p:sp>
      <p:sp>
        <p:nvSpPr>
          <p:cNvPr id="88083" name="Text Box 20"/>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89090"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30</a:t>
            </a:fld>
            <a:endParaRPr lang="en-US" altLang="zh-CN" sz="1400" dirty="0"/>
          </a:p>
        </p:txBody>
      </p:sp>
      <p:grpSp>
        <p:nvGrpSpPr>
          <p:cNvPr id="89091" name="Group 2"/>
          <p:cNvGrpSpPr/>
          <p:nvPr/>
        </p:nvGrpSpPr>
        <p:grpSpPr>
          <a:xfrm>
            <a:off x="0" y="0"/>
            <a:ext cx="9144000" cy="6858000"/>
            <a:chOff x="0" y="0"/>
            <a:chExt cx="5760" cy="4320"/>
          </a:xfrm>
        </p:grpSpPr>
        <p:pic>
          <p:nvPicPr>
            <p:cNvPr id="89092"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89093"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89094" name="Rectangle 5"/>
          <p:cNvSpPr>
            <a:spLocks noGrp="1"/>
          </p:cNvSpPr>
          <p:nvPr>
            <p:ph idx="1"/>
          </p:nvPr>
        </p:nvSpPr>
        <p:spPr>
          <a:xfrm>
            <a:off x="0" y="1052513"/>
            <a:ext cx="9144000" cy="5400675"/>
          </a:xfrm>
          <a:ln/>
        </p:spPr>
        <p:txBody>
          <a:bodyPr vert="horz" wrap="square" lIns="91440" tIns="45720" rIns="91440" bIns="45720" anchor="t" anchorCtr="0"/>
          <a:lstStyle/>
          <a:p>
            <a:pPr lvl="1" eaLnBrk="1" hangingPunct="1">
              <a:spcBef>
                <a:spcPct val="40000"/>
              </a:spcBef>
              <a:buNone/>
            </a:pPr>
            <a:r>
              <a:rPr lang="zh-CN" altLang="en-US" sz="2400" dirty="0">
                <a:ea typeface="黑体" panose="02010609060101010101" pitchFamily="49" charset="-122"/>
              </a:rPr>
              <a:t>计算雅可比矩阵</a:t>
            </a:r>
          </a:p>
          <a:p>
            <a:pPr lvl="2" eaLnBrk="1" hangingPunct="1">
              <a:spcBef>
                <a:spcPct val="40000"/>
              </a:spcBef>
              <a:buNone/>
            </a:pPr>
            <a:endParaRPr lang="zh-CN" altLang="en-US" dirty="0">
              <a:ea typeface="黑体" panose="02010609060101010101" pitchFamily="49" charset="-122"/>
            </a:endParaRPr>
          </a:p>
          <a:p>
            <a:pPr lvl="2" eaLnBrk="1" hangingPunct="1">
              <a:spcBef>
                <a:spcPct val="40000"/>
              </a:spcBef>
              <a:buNone/>
            </a:pPr>
            <a:endParaRPr lang="zh-CN" altLang="en-US" dirty="0">
              <a:ea typeface="黑体" panose="02010609060101010101" pitchFamily="49" charset="-122"/>
            </a:endParaRPr>
          </a:p>
          <a:p>
            <a:pPr lvl="1" eaLnBrk="1" hangingPunct="1">
              <a:spcBef>
                <a:spcPct val="60000"/>
              </a:spcBef>
              <a:buNone/>
            </a:pPr>
            <a:endParaRPr lang="zh-CN" altLang="en-US" sz="2400" dirty="0">
              <a:ea typeface="黑体" panose="02010609060101010101" pitchFamily="49" charset="-122"/>
            </a:endParaRPr>
          </a:p>
          <a:p>
            <a:pPr lvl="2" eaLnBrk="1" hangingPunct="1">
              <a:spcBef>
                <a:spcPct val="40000"/>
              </a:spcBef>
              <a:buNone/>
            </a:pPr>
            <a:endParaRPr lang="zh-CN" altLang="en-US" dirty="0">
              <a:ea typeface="黑体" panose="02010609060101010101" pitchFamily="49" charset="-122"/>
            </a:endParaRPr>
          </a:p>
          <a:p>
            <a:pPr lvl="2" eaLnBrk="1" hangingPunct="1">
              <a:spcBef>
                <a:spcPct val="40000"/>
              </a:spcBef>
              <a:buNone/>
            </a:pPr>
            <a:endParaRPr lang="zh-CN" altLang="en-US" dirty="0">
              <a:ea typeface="黑体" panose="02010609060101010101" pitchFamily="49" charset="-122"/>
            </a:endParaRPr>
          </a:p>
          <a:p>
            <a:pPr lvl="2" eaLnBrk="1" hangingPunct="1">
              <a:spcBef>
                <a:spcPct val="40000"/>
              </a:spcBef>
              <a:buNone/>
            </a:pPr>
            <a:endParaRPr lang="zh-CN" altLang="en-US" dirty="0">
              <a:ea typeface="黑体" panose="02010609060101010101" pitchFamily="49" charset="-122"/>
            </a:endParaRPr>
          </a:p>
          <a:p>
            <a:pPr lvl="2" eaLnBrk="1" hangingPunct="1">
              <a:spcBef>
                <a:spcPct val="40000"/>
              </a:spcBef>
              <a:buNone/>
            </a:pPr>
            <a:endParaRPr lang="zh-CN" altLang="en-US" dirty="0">
              <a:ea typeface="黑体" panose="02010609060101010101" pitchFamily="49" charset="-122"/>
            </a:endParaRPr>
          </a:p>
          <a:p>
            <a:pPr lvl="2" eaLnBrk="1" hangingPunct="1">
              <a:spcBef>
                <a:spcPct val="40000"/>
              </a:spcBef>
              <a:buNone/>
            </a:pPr>
            <a:endParaRPr lang="en-US" altLang="zh-CN" dirty="0">
              <a:ea typeface="黑体" panose="02010609060101010101" pitchFamily="49" charset="-122"/>
            </a:endParaRPr>
          </a:p>
        </p:txBody>
      </p:sp>
      <p:sp>
        <p:nvSpPr>
          <p:cNvPr id="89095" name="Rectangle 6"/>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89096" name="Object 21"/>
          <p:cNvGraphicFramePr>
            <a:graphicFrameLocks noChangeAspect="1"/>
          </p:cNvGraphicFramePr>
          <p:nvPr/>
        </p:nvGraphicFramePr>
        <p:xfrm>
          <a:off x="0" y="0"/>
          <a:ext cx="914400" cy="198438"/>
        </p:xfrm>
        <a:graphic>
          <a:graphicData uri="http://schemas.openxmlformats.org/presentationml/2006/ole">
            <mc:AlternateContent xmlns:mc="http://schemas.openxmlformats.org/markup-compatibility/2006">
              <mc:Choice xmlns:v="urn:schemas-microsoft-com:vml" Requires="v">
                <p:oleObj r:id="rId4" imgW="434975" imgH="676910" progId="Equation.DSMT4">
                  <p:embed/>
                </p:oleObj>
              </mc:Choice>
              <mc:Fallback>
                <p:oleObj r:id="rId4" imgW="434975" imgH="676910" progId="Equation.DSMT4">
                  <p:embed/>
                  <p:pic>
                    <p:nvPicPr>
                      <p:cNvPr id="0" name="图片 3120"/>
                      <p:cNvPicPr/>
                      <p:nvPr/>
                    </p:nvPicPr>
                    <p:blipFill>
                      <a:blip r:embed="rId5"/>
                      <a:stretch>
                        <a:fillRect/>
                      </a:stretch>
                    </p:blipFill>
                    <p:spPr>
                      <a:xfrm>
                        <a:off x="0" y="0"/>
                        <a:ext cx="914400" cy="198438"/>
                      </a:xfrm>
                      <a:prstGeom prst="rect">
                        <a:avLst/>
                      </a:prstGeom>
                      <a:noFill/>
                      <a:ln w="38100">
                        <a:noFill/>
                        <a:miter/>
                      </a:ln>
                    </p:spPr>
                  </p:pic>
                </p:oleObj>
              </mc:Fallback>
            </mc:AlternateContent>
          </a:graphicData>
        </a:graphic>
      </p:graphicFrame>
      <p:graphicFrame>
        <p:nvGraphicFramePr>
          <p:cNvPr id="89097" name="Object 22"/>
          <p:cNvGraphicFramePr>
            <a:graphicFrameLocks noChangeAspect="1"/>
          </p:cNvGraphicFramePr>
          <p:nvPr/>
        </p:nvGraphicFramePr>
        <p:xfrm>
          <a:off x="0" y="0"/>
          <a:ext cx="914400" cy="198438"/>
        </p:xfrm>
        <a:graphic>
          <a:graphicData uri="http://schemas.openxmlformats.org/presentationml/2006/ole">
            <mc:AlternateContent xmlns:mc="http://schemas.openxmlformats.org/markup-compatibility/2006">
              <mc:Choice xmlns:v="urn:schemas-microsoft-com:vml" Requires="v">
                <p:oleObj r:id="rId4" imgW="434975" imgH="676910" progId="Equation.DSMT4">
                  <p:embed/>
                </p:oleObj>
              </mc:Choice>
              <mc:Fallback>
                <p:oleObj r:id="rId4" imgW="434975" imgH="676910" progId="Equation.DSMT4">
                  <p:embed/>
                  <p:pic>
                    <p:nvPicPr>
                      <p:cNvPr id="0" name="图片 3119"/>
                      <p:cNvPicPr/>
                      <p:nvPr/>
                    </p:nvPicPr>
                    <p:blipFill>
                      <a:blip r:embed="rId5"/>
                      <a:stretch>
                        <a:fillRect/>
                      </a:stretch>
                    </p:blipFill>
                    <p:spPr>
                      <a:xfrm>
                        <a:off x="0" y="0"/>
                        <a:ext cx="914400" cy="198438"/>
                      </a:xfrm>
                      <a:prstGeom prst="rect">
                        <a:avLst/>
                      </a:prstGeom>
                      <a:noFill/>
                      <a:ln w="38100">
                        <a:noFill/>
                        <a:miter/>
                      </a:ln>
                    </p:spPr>
                  </p:pic>
                </p:oleObj>
              </mc:Fallback>
            </mc:AlternateContent>
          </a:graphicData>
        </a:graphic>
      </p:graphicFrame>
      <p:sp>
        <p:nvSpPr>
          <p:cNvPr id="89098" name="Rectangle 23"/>
          <p:cNvSpPr/>
          <p:nvPr/>
        </p:nvSpPr>
        <p:spPr>
          <a:xfrm>
            <a:off x="228600" y="6426200"/>
            <a:ext cx="24701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李雅普诺夫稳定性理论</a:t>
            </a:r>
          </a:p>
        </p:txBody>
      </p:sp>
      <p:sp>
        <p:nvSpPr>
          <p:cNvPr id="89099" name="Rectangle 24"/>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89100" name="Text Box 25"/>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94210"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31</a:t>
            </a:fld>
            <a:endParaRPr lang="en-US" altLang="zh-CN" sz="1400" dirty="0"/>
          </a:p>
        </p:txBody>
      </p:sp>
      <p:grpSp>
        <p:nvGrpSpPr>
          <p:cNvPr id="94211" name="Group 2"/>
          <p:cNvGrpSpPr/>
          <p:nvPr/>
        </p:nvGrpSpPr>
        <p:grpSpPr>
          <a:xfrm>
            <a:off x="0" y="0"/>
            <a:ext cx="9144000" cy="6858000"/>
            <a:chOff x="0" y="0"/>
            <a:chExt cx="5760" cy="4320"/>
          </a:xfrm>
        </p:grpSpPr>
        <p:pic>
          <p:nvPicPr>
            <p:cNvPr id="94212"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94213"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94214" name="Rectangle 5"/>
          <p:cNvSpPr>
            <a:spLocks noGrp="1"/>
          </p:cNvSpPr>
          <p:nvPr>
            <p:ph idx="1"/>
          </p:nvPr>
        </p:nvSpPr>
        <p:spPr>
          <a:xfrm>
            <a:off x="0" y="1052513"/>
            <a:ext cx="9144000" cy="5400675"/>
          </a:xfrm>
          <a:ln/>
        </p:spPr>
        <p:txBody>
          <a:bodyPr vert="horz" wrap="square" lIns="91440" tIns="45720" rIns="91440" bIns="45720" anchor="t" anchorCtr="0"/>
          <a:lstStyle/>
          <a:p>
            <a:pPr lvl="1" eaLnBrk="1" hangingPunct="1">
              <a:spcBef>
                <a:spcPct val="40000"/>
              </a:spcBef>
              <a:buNone/>
            </a:pPr>
            <a:r>
              <a:rPr lang="zh-CN" altLang="en-US" sz="2400" dirty="0">
                <a:ea typeface="黑体" panose="02010609060101010101" pitchFamily="49" charset="-122"/>
              </a:rPr>
              <a:t>计算雅可比矩阵</a:t>
            </a:r>
          </a:p>
          <a:p>
            <a:pPr lvl="2" eaLnBrk="1" hangingPunct="1">
              <a:spcBef>
                <a:spcPct val="40000"/>
              </a:spcBef>
              <a:buNone/>
            </a:pPr>
            <a:endParaRPr lang="zh-CN" altLang="en-US" dirty="0">
              <a:ea typeface="黑体" panose="02010609060101010101" pitchFamily="49" charset="-122"/>
            </a:endParaRPr>
          </a:p>
          <a:p>
            <a:pPr lvl="2" eaLnBrk="1" hangingPunct="1">
              <a:spcBef>
                <a:spcPct val="40000"/>
              </a:spcBef>
              <a:buNone/>
            </a:pPr>
            <a:endParaRPr lang="zh-CN" altLang="en-US" dirty="0">
              <a:ea typeface="黑体" panose="02010609060101010101" pitchFamily="49" charset="-122"/>
            </a:endParaRPr>
          </a:p>
          <a:p>
            <a:pPr lvl="1" eaLnBrk="1" hangingPunct="1">
              <a:spcBef>
                <a:spcPct val="60000"/>
              </a:spcBef>
              <a:buNone/>
            </a:pPr>
            <a:r>
              <a:rPr lang="zh-CN" altLang="en-US" sz="2400" dirty="0">
                <a:ea typeface="黑体" panose="02010609060101010101" pitchFamily="49" charset="-122"/>
              </a:rPr>
              <a:t>由特征方程                                                ，得</a:t>
            </a:r>
          </a:p>
          <a:p>
            <a:pPr lvl="2" eaLnBrk="1" hangingPunct="1">
              <a:spcBef>
                <a:spcPct val="40000"/>
              </a:spcBef>
              <a:buNone/>
            </a:pPr>
            <a:endParaRPr lang="zh-CN" altLang="en-US" dirty="0">
              <a:ea typeface="黑体" panose="02010609060101010101" pitchFamily="49" charset="-122"/>
            </a:endParaRPr>
          </a:p>
          <a:p>
            <a:pPr lvl="2" eaLnBrk="1" hangingPunct="1">
              <a:spcBef>
                <a:spcPct val="40000"/>
              </a:spcBef>
              <a:buNone/>
            </a:pPr>
            <a:endParaRPr lang="zh-CN" altLang="en-US" dirty="0">
              <a:ea typeface="黑体" panose="02010609060101010101" pitchFamily="49" charset="-122"/>
            </a:endParaRPr>
          </a:p>
          <a:p>
            <a:pPr lvl="2" eaLnBrk="1" hangingPunct="1">
              <a:spcBef>
                <a:spcPct val="40000"/>
              </a:spcBef>
              <a:buNone/>
            </a:pPr>
            <a:r>
              <a:rPr lang="zh-CN" altLang="en-US" dirty="0">
                <a:ea typeface="黑体" panose="02010609060101010101" pitchFamily="49" charset="-122"/>
              </a:rPr>
              <a:t>① 当                时，系统在    渐近稳定；</a:t>
            </a:r>
          </a:p>
          <a:p>
            <a:pPr lvl="2" eaLnBrk="1" hangingPunct="1">
              <a:spcBef>
                <a:spcPct val="40000"/>
              </a:spcBef>
              <a:buNone/>
            </a:pPr>
            <a:r>
              <a:rPr lang="zh-CN" altLang="en-US" dirty="0">
                <a:ea typeface="黑体" panose="02010609060101010101" pitchFamily="49" charset="-122"/>
              </a:rPr>
              <a:t>②                时，系统在   不稳定；</a:t>
            </a:r>
          </a:p>
          <a:p>
            <a:pPr lvl="2" eaLnBrk="1" hangingPunct="1">
              <a:spcBef>
                <a:spcPct val="40000"/>
              </a:spcBef>
              <a:buNone/>
            </a:pPr>
            <a:endParaRPr lang="en-US" altLang="zh-CN" dirty="0">
              <a:ea typeface="黑体" panose="02010609060101010101" pitchFamily="49" charset="-122"/>
            </a:endParaRPr>
          </a:p>
        </p:txBody>
      </p:sp>
      <p:sp>
        <p:nvSpPr>
          <p:cNvPr id="94215" name="Rectangle 6"/>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94216" name="Object 7"/>
          <p:cNvGraphicFramePr>
            <a:graphicFrameLocks noChangeAspect="1"/>
          </p:cNvGraphicFramePr>
          <p:nvPr/>
        </p:nvGraphicFramePr>
        <p:xfrm>
          <a:off x="3060700" y="828675"/>
          <a:ext cx="5327650" cy="1890713"/>
        </p:xfrm>
        <a:graphic>
          <a:graphicData uri="http://schemas.openxmlformats.org/presentationml/2006/ole">
            <mc:AlternateContent xmlns:mc="http://schemas.openxmlformats.org/markup-compatibility/2006">
              <mc:Choice xmlns:v="urn:schemas-microsoft-com:vml" Requires="v">
                <p:oleObj r:id="rId4" imgW="2425700" imgH="939800" progId="Equation.DSMT4">
                  <p:embed/>
                </p:oleObj>
              </mc:Choice>
              <mc:Fallback>
                <p:oleObj r:id="rId4" imgW="2425700" imgH="939800" progId="Equation.DSMT4">
                  <p:embed/>
                  <p:pic>
                    <p:nvPicPr>
                      <p:cNvPr id="0" name="图片 3147"/>
                      <p:cNvPicPr/>
                      <p:nvPr/>
                    </p:nvPicPr>
                    <p:blipFill>
                      <a:blip r:embed="rId5"/>
                      <a:stretch>
                        <a:fillRect/>
                      </a:stretch>
                    </p:blipFill>
                    <p:spPr>
                      <a:xfrm>
                        <a:off x="3060700" y="828675"/>
                        <a:ext cx="5327650" cy="1890713"/>
                      </a:xfrm>
                      <a:prstGeom prst="rect">
                        <a:avLst/>
                      </a:prstGeom>
                      <a:noFill/>
                      <a:ln w="38100">
                        <a:noFill/>
                        <a:miter/>
                      </a:ln>
                    </p:spPr>
                  </p:pic>
                </p:oleObj>
              </mc:Fallback>
            </mc:AlternateContent>
          </a:graphicData>
        </a:graphic>
      </p:graphicFrame>
      <p:graphicFrame>
        <p:nvGraphicFramePr>
          <p:cNvPr id="94217" name="Object 9"/>
          <p:cNvGraphicFramePr>
            <a:graphicFrameLocks noChangeAspect="1"/>
          </p:cNvGraphicFramePr>
          <p:nvPr/>
        </p:nvGraphicFramePr>
        <p:xfrm>
          <a:off x="2051050" y="2651125"/>
          <a:ext cx="4103688" cy="520700"/>
        </p:xfrm>
        <a:graphic>
          <a:graphicData uri="http://schemas.openxmlformats.org/presentationml/2006/ole">
            <mc:AlternateContent xmlns:mc="http://schemas.openxmlformats.org/markup-compatibility/2006">
              <mc:Choice xmlns:v="urn:schemas-microsoft-com:vml" Requires="v">
                <p:oleObj r:id="rId6" imgW="1701800" imgH="215900" progId="Equation.DSMT4">
                  <p:embed/>
                </p:oleObj>
              </mc:Choice>
              <mc:Fallback>
                <p:oleObj r:id="rId6" imgW="1701800" imgH="215900" progId="Equation.DSMT4">
                  <p:embed/>
                  <p:pic>
                    <p:nvPicPr>
                      <p:cNvPr id="0" name="图片 3140"/>
                      <p:cNvPicPr/>
                      <p:nvPr/>
                    </p:nvPicPr>
                    <p:blipFill>
                      <a:blip r:embed="rId7"/>
                      <a:stretch>
                        <a:fillRect/>
                      </a:stretch>
                    </p:blipFill>
                    <p:spPr>
                      <a:xfrm>
                        <a:off x="2051050" y="2651125"/>
                        <a:ext cx="4103688" cy="520700"/>
                      </a:xfrm>
                      <a:prstGeom prst="rect">
                        <a:avLst/>
                      </a:prstGeom>
                      <a:noFill/>
                      <a:ln w="38100">
                        <a:noFill/>
                        <a:miter/>
                      </a:ln>
                    </p:spPr>
                  </p:pic>
                </p:oleObj>
              </mc:Fallback>
            </mc:AlternateContent>
          </a:graphicData>
        </a:graphic>
      </p:graphicFrame>
      <p:graphicFrame>
        <p:nvGraphicFramePr>
          <p:cNvPr id="94218" name="Object 10"/>
          <p:cNvGraphicFramePr>
            <a:graphicFrameLocks noChangeAspect="1"/>
          </p:cNvGraphicFramePr>
          <p:nvPr/>
        </p:nvGraphicFramePr>
        <p:xfrm>
          <a:off x="3049588" y="3192463"/>
          <a:ext cx="3035300" cy="871537"/>
        </p:xfrm>
        <a:graphic>
          <a:graphicData uri="http://schemas.openxmlformats.org/presentationml/2006/ole">
            <mc:AlternateContent xmlns:mc="http://schemas.openxmlformats.org/markup-compatibility/2006">
              <mc:Choice xmlns:v="urn:schemas-microsoft-com:vml" Requires="v">
                <p:oleObj r:id="rId8" imgW="1371600" imgH="393700" progId="Equation.DSMT4">
                  <p:embed/>
                </p:oleObj>
              </mc:Choice>
              <mc:Fallback>
                <p:oleObj r:id="rId8" imgW="1371600" imgH="393700" progId="Equation.DSMT4">
                  <p:embed/>
                  <p:pic>
                    <p:nvPicPr>
                      <p:cNvPr id="0" name="图片 3141"/>
                      <p:cNvPicPr/>
                      <p:nvPr/>
                    </p:nvPicPr>
                    <p:blipFill>
                      <a:blip r:embed="rId9"/>
                      <a:stretch>
                        <a:fillRect/>
                      </a:stretch>
                    </p:blipFill>
                    <p:spPr>
                      <a:xfrm>
                        <a:off x="3049588" y="3192463"/>
                        <a:ext cx="3035300" cy="871537"/>
                      </a:xfrm>
                      <a:prstGeom prst="rect">
                        <a:avLst/>
                      </a:prstGeom>
                      <a:noFill/>
                      <a:ln w="38100">
                        <a:noFill/>
                        <a:miter/>
                      </a:ln>
                    </p:spPr>
                  </p:pic>
                </p:oleObj>
              </mc:Fallback>
            </mc:AlternateContent>
          </a:graphicData>
        </a:graphic>
      </p:graphicFrame>
      <p:graphicFrame>
        <p:nvGraphicFramePr>
          <p:cNvPr id="94219" name="Object 13"/>
          <p:cNvGraphicFramePr>
            <a:graphicFrameLocks noChangeAspect="1"/>
          </p:cNvGraphicFramePr>
          <p:nvPr/>
        </p:nvGraphicFramePr>
        <p:xfrm>
          <a:off x="1679575" y="4221163"/>
          <a:ext cx="1320800" cy="457200"/>
        </p:xfrm>
        <a:graphic>
          <a:graphicData uri="http://schemas.openxmlformats.org/presentationml/2006/ole">
            <mc:AlternateContent xmlns:mc="http://schemas.openxmlformats.org/markup-compatibility/2006">
              <mc:Choice xmlns:v="urn:schemas-microsoft-com:vml" Requires="v">
                <p:oleObj r:id="rId10" imgW="660400" imgH="228600" progId="Equation.DSMT4">
                  <p:embed/>
                </p:oleObj>
              </mc:Choice>
              <mc:Fallback>
                <p:oleObj r:id="rId10" imgW="660400" imgH="228600" progId="Equation.DSMT4">
                  <p:embed/>
                  <p:pic>
                    <p:nvPicPr>
                      <p:cNvPr id="0" name="图片 3144"/>
                      <p:cNvPicPr/>
                      <p:nvPr/>
                    </p:nvPicPr>
                    <p:blipFill>
                      <a:blip r:embed="rId11"/>
                      <a:stretch>
                        <a:fillRect/>
                      </a:stretch>
                    </p:blipFill>
                    <p:spPr>
                      <a:xfrm>
                        <a:off x="1679575" y="4221163"/>
                        <a:ext cx="1320800" cy="457200"/>
                      </a:xfrm>
                      <a:prstGeom prst="rect">
                        <a:avLst/>
                      </a:prstGeom>
                      <a:noFill/>
                      <a:ln w="38100">
                        <a:noFill/>
                        <a:miter/>
                      </a:ln>
                    </p:spPr>
                  </p:pic>
                </p:oleObj>
              </mc:Fallback>
            </mc:AlternateContent>
          </a:graphicData>
        </a:graphic>
      </p:graphicFrame>
      <p:graphicFrame>
        <p:nvGraphicFramePr>
          <p:cNvPr id="94220" name="Object 14"/>
          <p:cNvGraphicFramePr>
            <a:graphicFrameLocks noChangeAspect="1"/>
          </p:cNvGraphicFramePr>
          <p:nvPr/>
        </p:nvGraphicFramePr>
        <p:xfrm>
          <a:off x="1379538" y="4724400"/>
          <a:ext cx="1320800" cy="457200"/>
        </p:xfrm>
        <a:graphic>
          <a:graphicData uri="http://schemas.openxmlformats.org/presentationml/2006/ole">
            <mc:AlternateContent xmlns:mc="http://schemas.openxmlformats.org/markup-compatibility/2006">
              <mc:Choice xmlns:v="urn:schemas-microsoft-com:vml" Requires="v">
                <p:oleObj r:id="rId12" imgW="660400" imgH="228600" progId="Equation.DSMT4">
                  <p:embed/>
                </p:oleObj>
              </mc:Choice>
              <mc:Fallback>
                <p:oleObj r:id="rId12" imgW="660400" imgH="228600" progId="Equation.DSMT4">
                  <p:embed/>
                  <p:pic>
                    <p:nvPicPr>
                      <p:cNvPr id="0" name="图片 3142"/>
                      <p:cNvPicPr/>
                      <p:nvPr/>
                    </p:nvPicPr>
                    <p:blipFill>
                      <a:blip r:embed="rId13"/>
                      <a:stretch>
                        <a:fillRect/>
                      </a:stretch>
                    </p:blipFill>
                    <p:spPr>
                      <a:xfrm>
                        <a:off x="1379538" y="4724400"/>
                        <a:ext cx="1320800" cy="457200"/>
                      </a:xfrm>
                      <a:prstGeom prst="rect">
                        <a:avLst/>
                      </a:prstGeom>
                      <a:noFill/>
                      <a:ln w="38100">
                        <a:noFill/>
                        <a:miter/>
                      </a:ln>
                    </p:spPr>
                  </p:pic>
                </p:oleObj>
              </mc:Fallback>
            </mc:AlternateContent>
          </a:graphicData>
        </a:graphic>
      </p:graphicFrame>
      <p:graphicFrame>
        <p:nvGraphicFramePr>
          <p:cNvPr id="94221" name="Object 18"/>
          <p:cNvGraphicFramePr>
            <a:graphicFrameLocks noChangeAspect="1"/>
          </p:cNvGraphicFramePr>
          <p:nvPr/>
        </p:nvGraphicFramePr>
        <p:xfrm>
          <a:off x="4521200" y="4192588"/>
          <a:ext cx="331788" cy="458787"/>
        </p:xfrm>
        <a:graphic>
          <a:graphicData uri="http://schemas.openxmlformats.org/presentationml/2006/ole">
            <mc:AlternateContent xmlns:mc="http://schemas.openxmlformats.org/markup-compatibility/2006">
              <mc:Choice xmlns:v="urn:schemas-microsoft-com:vml" Requires="v">
                <p:oleObj r:id="rId14" imgW="165100" imgH="228600" progId="Equation.DSMT4">
                  <p:embed/>
                </p:oleObj>
              </mc:Choice>
              <mc:Fallback>
                <p:oleObj r:id="rId14" imgW="165100" imgH="228600" progId="Equation.DSMT4">
                  <p:embed/>
                  <p:pic>
                    <p:nvPicPr>
                      <p:cNvPr id="0" name="图片 3146"/>
                      <p:cNvPicPr/>
                      <p:nvPr/>
                    </p:nvPicPr>
                    <p:blipFill>
                      <a:blip r:embed="rId15"/>
                      <a:stretch>
                        <a:fillRect/>
                      </a:stretch>
                    </p:blipFill>
                    <p:spPr>
                      <a:xfrm>
                        <a:off x="4521200" y="4192588"/>
                        <a:ext cx="331788" cy="458787"/>
                      </a:xfrm>
                      <a:prstGeom prst="rect">
                        <a:avLst/>
                      </a:prstGeom>
                      <a:noFill/>
                      <a:ln w="38100">
                        <a:noFill/>
                        <a:miter/>
                      </a:ln>
                    </p:spPr>
                  </p:pic>
                </p:oleObj>
              </mc:Fallback>
            </mc:AlternateContent>
          </a:graphicData>
        </a:graphic>
      </p:graphicFrame>
      <p:graphicFrame>
        <p:nvGraphicFramePr>
          <p:cNvPr id="94222" name="Object 19"/>
          <p:cNvGraphicFramePr>
            <a:graphicFrameLocks noChangeAspect="1"/>
          </p:cNvGraphicFramePr>
          <p:nvPr/>
        </p:nvGraphicFramePr>
        <p:xfrm>
          <a:off x="4170363" y="4710113"/>
          <a:ext cx="330200" cy="457200"/>
        </p:xfrm>
        <a:graphic>
          <a:graphicData uri="http://schemas.openxmlformats.org/presentationml/2006/ole">
            <mc:AlternateContent xmlns:mc="http://schemas.openxmlformats.org/markup-compatibility/2006">
              <mc:Choice xmlns:v="urn:schemas-microsoft-com:vml" Requires="v">
                <p:oleObj r:id="rId16" imgW="165100" imgH="228600" progId="Equation.DSMT4">
                  <p:embed/>
                </p:oleObj>
              </mc:Choice>
              <mc:Fallback>
                <p:oleObj r:id="rId16" imgW="165100" imgH="228600" progId="Equation.DSMT4">
                  <p:embed/>
                  <p:pic>
                    <p:nvPicPr>
                      <p:cNvPr id="0" name="图片 3143"/>
                      <p:cNvPicPr/>
                      <p:nvPr/>
                    </p:nvPicPr>
                    <p:blipFill>
                      <a:blip r:embed="rId17"/>
                      <a:stretch>
                        <a:fillRect/>
                      </a:stretch>
                    </p:blipFill>
                    <p:spPr>
                      <a:xfrm>
                        <a:off x="4170363" y="4710113"/>
                        <a:ext cx="330200" cy="457200"/>
                      </a:xfrm>
                      <a:prstGeom prst="rect">
                        <a:avLst/>
                      </a:prstGeom>
                      <a:noFill/>
                      <a:ln w="38100">
                        <a:noFill/>
                        <a:miter/>
                      </a:ln>
                    </p:spPr>
                  </p:pic>
                </p:oleObj>
              </mc:Fallback>
            </mc:AlternateContent>
          </a:graphicData>
        </a:graphic>
      </p:graphicFrame>
      <p:graphicFrame>
        <p:nvGraphicFramePr>
          <p:cNvPr id="94223" name="Object 20"/>
          <p:cNvGraphicFramePr>
            <a:graphicFrameLocks noChangeAspect="1"/>
          </p:cNvGraphicFramePr>
          <p:nvPr/>
        </p:nvGraphicFramePr>
        <p:xfrm>
          <a:off x="0" y="0"/>
          <a:ext cx="914400" cy="198438"/>
        </p:xfrm>
        <a:graphic>
          <a:graphicData uri="http://schemas.openxmlformats.org/presentationml/2006/ole">
            <mc:AlternateContent xmlns:mc="http://schemas.openxmlformats.org/markup-compatibility/2006">
              <mc:Choice xmlns:v="urn:schemas-microsoft-com:vml" Requires="v">
                <p:oleObj r:id="rId18" imgW="434975" imgH="676910" progId="Equation.DSMT4">
                  <p:embed/>
                </p:oleObj>
              </mc:Choice>
              <mc:Fallback>
                <p:oleObj r:id="rId18" imgW="434975" imgH="676910" progId="Equation.DSMT4">
                  <p:embed/>
                  <p:pic>
                    <p:nvPicPr>
                      <p:cNvPr id="0" name="图片 3145"/>
                      <p:cNvPicPr/>
                      <p:nvPr/>
                    </p:nvPicPr>
                    <p:blipFill>
                      <a:blip r:embed="rId19"/>
                      <a:stretch>
                        <a:fillRect/>
                      </a:stretch>
                    </p:blipFill>
                    <p:spPr>
                      <a:xfrm>
                        <a:off x="0" y="0"/>
                        <a:ext cx="914400" cy="198438"/>
                      </a:xfrm>
                      <a:prstGeom prst="rect">
                        <a:avLst/>
                      </a:prstGeom>
                      <a:noFill/>
                      <a:ln w="38100">
                        <a:noFill/>
                        <a:miter/>
                      </a:ln>
                    </p:spPr>
                  </p:pic>
                </p:oleObj>
              </mc:Fallback>
            </mc:AlternateContent>
          </a:graphicData>
        </a:graphic>
      </p:graphicFrame>
      <p:graphicFrame>
        <p:nvGraphicFramePr>
          <p:cNvPr id="94224" name="Object 21"/>
          <p:cNvGraphicFramePr>
            <a:graphicFrameLocks noChangeAspect="1"/>
          </p:cNvGraphicFramePr>
          <p:nvPr/>
        </p:nvGraphicFramePr>
        <p:xfrm>
          <a:off x="0" y="0"/>
          <a:ext cx="914400" cy="198438"/>
        </p:xfrm>
        <a:graphic>
          <a:graphicData uri="http://schemas.openxmlformats.org/presentationml/2006/ole">
            <mc:AlternateContent xmlns:mc="http://schemas.openxmlformats.org/markup-compatibility/2006">
              <mc:Choice xmlns:v="urn:schemas-microsoft-com:vml" Requires="v">
                <p:oleObj r:id="rId18" imgW="434975" imgH="676910" progId="Equation.DSMT4">
                  <p:embed/>
                </p:oleObj>
              </mc:Choice>
              <mc:Fallback>
                <p:oleObj r:id="rId18" imgW="434975" imgH="676910" progId="Equation.DSMT4">
                  <p:embed/>
                  <p:pic>
                    <p:nvPicPr>
                      <p:cNvPr id="0" name="图片 3148"/>
                      <p:cNvPicPr/>
                      <p:nvPr/>
                    </p:nvPicPr>
                    <p:blipFill>
                      <a:blip r:embed="rId19"/>
                      <a:stretch>
                        <a:fillRect/>
                      </a:stretch>
                    </p:blipFill>
                    <p:spPr>
                      <a:xfrm>
                        <a:off x="0" y="0"/>
                        <a:ext cx="914400" cy="198438"/>
                      </a:xfrm>
                      <a:prstGeom prst="rect">
                        <a:avLst/>
                      </a:prstGeom>
                      <a:noFill/>
                      <a:ln w="38100">
                        <a:noFill/>
                        <a:miter/>
                      </a:ln>
                    </p:spPr>
                  </p:pic>
                </p:oleObj>
              </mc:Fallback>
            </mc:AlternateContent>
          </a:graphicData>
        </a:graphic>
      </p:graphicFrame>
      <p:sp>
        <p:nvSpPr>
          <p:cNvPr id="94225" name="Rectangle 22"/>
          <p:cNvSpPr/>
          <p:nvPr/>
        </p:nvSpPr>
        <p:spPr>
          <a:xfrm>
            <a:off x="228600" y="6426200"/>
            <a:ext cx="24701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李雅普诺夫稳定性理论</a:t>
            </a:r>
          </a:p>
        </p:txBody>
      </p:sp>
      <p:sp>
        <p:nvSpPr>
          <p:cNvPr id="94226" name="Rectangle 23"/>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94227" name="Text Box 24"/>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95234"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32</a:t>
            </a:fld>
            <a:endParaRPr lang="en-US" altLang="zh-CN" sz="1400" dirty="0"/>
          </a:p>
        </p:txBody>
      </p:sp>
      <p:grpSp>
        <p:nvGrpSpPr>
          <p:cNvPr id="95235" name="Group 2"/>
          <p:cNvGrpSpPr/>
          <p:nvPr/>
        </p:nvGrpSpPr>
        <p:grpSpPr>
          <a:xfrm>
            <a:off x="0" y="0"/>
            <a:ext cx="9144000" cy="6858000"/>
            <a:chOff x="0" y="0"/>
            <a:chExt cx="5760" cy="4320"/>
          </a:xfrm>
        </p:grpSpPr>
        <p:pic>
          <p:nvPicPr>
            <p:cNvPr id="95236"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95237"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95238" name="Rectangle 6"/>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95239" name="Object 20"/>
          <p:cNvGraphicFramePr>
            <a:graphicFrameLocks noChangeAspect="1"/>
          </p:cNvGraphicFramePr>
          <p:nvPr/>
        </p:nvGraphicFramePr>
        <p:xfrm>
          <a:off x="0" y="0"/>
          <a:ext cx="914400" cy="198438"/>
        </p:xfrm>
        <a:graphic>
          <a:graphicData uri="http://schemas.openxmlformats.org/presentationml/2006/ole">
            <mc:AlternateContent xmlns:mc="http://schemas.openxmlformats.org/markup-compatibility/2006">
              <mc:Choice xmlns:v="urn:schemas-microsoft-com:vml" Requires="v">
                <p:oleObj r:id="rId4" imgW="434975" imgH="676910" progId="Equation.DSMT4">
                  <p:embed/>
                </p:oleObj>
              </mc:Choice>
              <mc:Fallback>
                <p:oleObj r:id="rId4" imgW="434975" imgH="676910" progId="Equation.DSMT4">
                  <p:embed/>
                  <p:pic>
                    <p:nvPicPr>
                      <p:cNvPr id="0" name="图片 3149"/>
                      <p:cNvPicPr/>
                      <p:nvPr/>
                    </p:nvPicPr>
                    <p:blipFill>
                      <a:blip r:embed="rId5"/>
                      <a:stretch>
                        <a:fillRect/>
                      </a:stretch>
                    </p:blipFill>
                    <p:spPr>
                      <a:xfrm>
                        <a:off x="0" y="0"/>
                        <a:ext cx="914400" cy="198438"/>
                      </a:xfrm>
                      <a:prstGeom prst="rect">
                        <a:avLst/>
                      </a:prstGeom>
                      <a:noFill/>
                      <a:ln w="38100">
                        <a:noFill/>
                        <a:miter/>
                      </a:ln>
                    </p:spPr>
                  </p:pic>
                </p:oleObj>
              </mc:Fallback>
            </mc:AlternateContent>
          </a:graphicData>
        </a:graphic>
      </p:graphicFrame>
      <p:graphicFrame>
        <p:nvGraphicFramePr>
          <p:cNvPr id="95240" name="Object 21"/>
          <p:cNvGraphicFramePr>
            <a:graphicFrameLocks noChangeAspect="1"/>
          </p:cNvGraphicFramePr>
          <p:nvPr/>
        </p:nvGraphicFramePr>
        <p:xfrm>
          <a:off x="0" y="0"/>
          <a:ext cx="914400" cy="198438"/>
        </p:xfrm>
        <a:graphic>
          <a:graphicData uri="http://schemas.openxmlformats.org/presentationml/2006/ole">
            <mc:AlternateContent xmlns:mc="http://schemas.openxmlformats.org/markup-compatibility/2006">
              <mc:Choice xmlns:v="urn:schemas-microsoft-com:vml" Requires="v">
                <p:oleObj r:id="rId4" imgW="434975" imgH="676910" progId="Equation.DSMT4">
                  <p:embed/>
                </p:oleObj>
              </mc:Choice>
              <mc:Fallback>
                <p:oleObj r:id="rId4" imgW="434975" imgH="676910" progId="Equation.DSMT4">
                  <p:embed/>
                  <p:pic>
                    <p:nvPicPr>
                      <p:cNvPr id="0" name="图片 3150"/>
                      <p:cNvPicPr/>
                      <p:nvPr/>
                    </p:nvPicPr>
                    <p:blipFill>
                      <a:blip r:embed="rId5"/>
                      <a:stretch>
                        <a:fillRect/>
                      </a:stretch>
                    </p:blipFill>
                    <p:spPr>
                      <a:xfrm>
                        <a:off x="0" y="0"/>
                        <a:ext cx="914400" cy="198438"/>
                      </a:xfrm>
                      <a:prstGeom prst="rect">
                        <a:avLst/>
                      </a:prstGeom>
                      <a:noFill/>
                      <a:ln w="38100">
                        <a:noFill/>
                        <a:miter/>
                      </a:ln>
                    </p:spPr>
                  </p:pic>
                </p:oleObj>
              </mc:Fallback>
            </mc:AlternateContent>
          </a:graphicData>
        </a:graphic>
      </p:graphicFrame>
      <p:sp>
        <p:nvSpPr>
          <p:cNvPr id="95241" name="Rectangle 22"/>
          <p:cNvSpPr/>
          <p:nvPr/>
        </p:nvSpPr>
        <p:spPr>
          <a:xfrm>
            <a:off x="228600" y="6426200"/>
            <a:ext cx="24701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李雅普诺夫稳定性理论</a:t>
            </a:r>
          </a:p>
        </p:txBody>
      </p:sp>
      <p:sp>
        <p:nvSpPr>
          <p:cNvPr id="95242" name="Rectangle 23"/>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95243" name="Text Box 24"/>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pic>
        <p:nvPicPr>
          <p:cNvPr id="95244" name="图片 4"/>
          <p:cNvPicPr>
            <a:picLocks noChangeAspect="1"/>
          </p:cNvPicPr>
          <p:nvPr/>
        </p:nvPicPr>
        <p:blipFill>
          <a:blip r:embed="rId6"/>
          <a:stretch>
            <a:fillRect/>
          </a:stretch>
        </p:blipFill>
        <p:spPr>
          <a:xfrm>
            <a:off x="914400" y="1084263"/>
            <a:ext cx="6994525" cy="5045075"/>
          </a:xfrm>
          <a:prstGeom prst="rect">
            <a:avLst/>
          </a:prstGeom>
          <a:noFill/>
          <a:ln w="9525">
            <a:noFill/>
          </a:ln>
        </p:spPr>
      </p:pic>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101378"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33</a:t>
            </a:fld>
            <a:endParaRPr lang="en-US" altLang="zh-CN" sz="1400" dirty="0"/>
          </a:p>
        </p:txBody>
      </p:sp>
      <p:grpSp>
        <p:nvGrpSpPr>
          <p:cNvPr id="101379" name="Group 2"/>
          <p:cNvGrpSpPr/>
          <p:nvPr/>
        </p:nvGrpSpPr>
        <p:grpSpPr>
          <a:xfrm>
            <a:off x="0" y="0"/>
            <a:ext cx="9144000" cy="6858000"/>
            <a:chOff x="0" y="0"/>
            <a:chExt cx="5760" cy="4320"/>
          </a:xfrm>
        </p:grpSpPr>
        <p:pic>
          <p:nvPicPr>
            <p:cNvPr id="101380"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101381"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101382" name="Rectangle 5"/>
          <p:cNvSpPr>
            <a:spLocks noGrp="1"/>
          </p:cNvSpPr>
          <p:nvPr>
            <p:ph type="title"/>
          </p:nvPr>
        </p:nvSpPr>
        <p:spPr>
          <a:xfrm>
            <a:off x="0" y="908050"/>
            <a:ext cx="5867400" cy="750888"/>
          </a:xfrm>
          <a:ln/>
        </p:spPr>
        <p:txBody>
          <a:bodyPr vert="horz" wrap="square" lIns="91440" tIns="45720" rIns="91440" bIns="45720" anchor="ctr" anchorCtr="0"/>
          <a:lstStyle/>
          <a:p>
            <a:pPr algn="l" eaLnBrk="1" hangingPunct="1"/>
            <a:r>
              <a:rPr lang="en-US" altLang="zh-CN" sz="4000" dirty="0">
                <a:ea typeface="黑体" panose="02010609060101010101" pitchFamily="49" charset="-122"/>
              </a:rPr>
              <a:t>    </a:t>
            </a:r>
            <a:r>
              <a:rPr lang="en-US" altLang="zh-CN" sz="2400" dirty="0">
                <a:solidFill>
                  <a:srgbClr val="3333CC"/>
                </a:solidFill>
                <a:ea typeface="黑体" panose="02010609060101010101" pitchFamily="49" charset="-122"/>
              </a:rPr>
              <a:t>5.2.2</a:t>
            </a:r>
            <a:r>
              <a:rPr lang="zh-CN" altLang="en-US" sz="2400" dirty="0">
                <a:solidFill>
                  <a:srgbClr val="3333CC"/>
                </a:solidFill>
                <a:ea typeface="黑体" panose="02010609060101010101" pitchFamily="49" charset="-122"/>
              </a:rPr>
              <a:t>李雅普诺夫第二方法（直接法）</a:t>
            </a:r>
          </a:p>
        </p:txBody>
      </p:sp>
      <p:sp>
        <p:nvSpPr>
          <p:cNvPr id="101383" name="Rectangle 6"/>
          <p:cNvSpPr>
            <a:spLocks noGrp="1"/>
          </p:cNvSpPr>
          <p:nvPr>
            <p:ph idx="1"/>
          </p:nvPr>
        </p:nvSpPr>
        <p:spPr>
          <a:xfrm>
            <a:off x="457200" y="1600200"/>
            <a:ext cx="8229600" cy="4852988"/>
          </a:xfrm>
          <a:ln/>
        </p:spPr>
        <p:txBody>
          <a:bodyPr vert="horz" wrap="square" lIns="91440" tIns="45720" rIns="91440" bIns="45720" anchor="t" anchorCtr="0"/>
          <a:lstStyle/>
          <a:p>
            <a:pPr eaLnBrk="1" hangingPunct="1">
              <a:lnSpc>
                <a:spcPct val="125000"/>
              </a:lnSpc>
              <a:spcBef>
                <a:spcPct val="15000"/>
              </a:spcBef>
              <a:buNone/>
            </a:pPr>
            <a:r>
              <a:rPr lang="en-US" altLang="zh-CN" sz="2000" dirty="0">
                <a:ea typeface="黑体" panose="02010609060101010101" pitchFamily="49" charset="-122"/>
              </a:rPr>
              <a:t>     </a:t>
            </a:r>
            <a:r>
              <a:rPr lang="zh-CN" altLang="en-US" sz="2400" dirty="0">
                <a:solidFill>
                  <a:srgbClr val="A50021"/>
                </a:solidFill>
                <a:ea typeface="黑体" panose="02010609060101010101" pitchFamily="49" charset="-122"/>
              </a:rPr>
              <a:t>定理</a:t>
            </a:r>
            <a:r>
              <a:rPr lang="en-US" altLang="zh-CN" sz="2400" dirty="0">
                <a:solidFill>
                  <a:srgbClr val="A50021"/>
                </a:solidFill>
                <a:ea typeface="黑体" panose="02010609060101010101" pitchFamily="49" charset="-122"/>
              </a:rPr>
              <a:t>5.2.2</a:t>
            </a:r>
            <a:r>
              <a:rPr lang="en-US" altLang="zh-CN" sz="2400" dirty="0">
                <a:ea typeface="黑体" panose="02010609060101010101" pitchFamily="49" charset="-122"/>
              </a:rPr>
              <a:t>          </a:t>
            </a:r>
            <a:r>
              <a:rPr lang="zh-CN" altLang="en-US" sz="2400" dirty="0">
                <a:ea typeface="黑体" panose="02010609060101010101" pitchFamily="49" charset="-122"/>
              </a:rPr>
              <a:t>假设系统的状态方程为</a:t>
            </a:r>
          </a:p>
          <a:p>
            <a:pPr lvl="1" eaLnBrk="1" hangingPunct="1">
              <a:lnSpc>
                <a:spcPct val="125000"/>
              </a:lnSpc>
              <a:spcBef>
                <a:spcPct val="15000"/>
              </a:spcBef>
              <a:buNone/>
            </a:pPr>
            <a:endParaRPr lang="zh-CN" altLang="en-US" sz="2400" dirty="0">
              <a:ea typeface="黑体" panose="02010609060101010101" pitchFamily="49" charset="-122"/>
            </a:endParaRPr>
          </a:p>
          <a:p>
            <a:pPr lvl="1" eaLnBrk="1" hangingPunct="1">
              <a:lnSpc>
                <a:spcPct val="125000"/>
              </a:lnSpc>
              <a:spcBef>
                <a:spcPct val="15000"/>
              </a:spcBef>
              <a:buNone/>
            </a:pPr>
            <a:r>
              <a:rPr lang="zh-CN" altLang="en-US" sz="2400" dirty="0">
                <a:ea typeface="黑体" panose="02010609060101010101" pitchFamily="49" charset="-122"/>
              </a:rPr>
              <a:t>如果存在一个具有连续偏导数的标量函数        </a:t>
            </a:r>
          </a:p>
          <a:p>
            <a:pPr lvl="1" eaLnBrk="1" hangingPunct="1">
              <a:lnSpc>
                <a:spcPct val="125000"/>
              </a:lnSpc>
              <a:spcBef>
                <a:spcPct val="15000"/>
              </a:spcBef>
              <a:buNone/>
            </a:pPr>
            <a:r>
              <a:rPr lang="zh-CN" altLang="en-US" sz="2400" dirty="0">
                <a:ea typeface="黑体" panose="02010609060101010101" pitchFamily="49" charset="-122"/>
              </a:rPr>
              <a:t>并且满足条件：</a:t>
            </a:r>
          </a:p>
          <a:p>
            <a:pPr lvl="1" eaLnBrk="1" hangingPunct="1">
              <a:lnSpc>
                <a:spcPct val="125000"/>
              </a:lnSpc>
              <a:spcBef>
                <a:spcPct val="15000"/>
              </a:spcBef>
              <a:buNone/>
            </a:pPr>
            <a:r>
              <a:rPr lang="zh-CN" altLang="en-US" sz="2400" dirty="0">
                <a:ea typeface="黑体" panose="02010609060101010101" pitchFamily="49" charset="-122"/>
              </a:rPr>
              <a:t>   </a:t>
            </a:r>
            <a:r>
              <a:rPr lang="en-US" altLang="zh-CN" sz="2400" dirty="0">
                <a:ea typeface="黑体" panose="02010609060101010101" pitchFamily="49" charset="-122"/>
              </a:rPr>
              <a:t>1</a:t>
            </a:r>
            <a:r>
              <a:rPr lang="zh-CN" altLang="en-US" sz="2400" dirty="0">
                <a:ea typeface="黑体" panose="02010609060101010101" pitchFamily="49" charset="-122"/>
              </a:rPr>
              <a:t>）          是正定的；</a:t>
            </a:r>
          </a:p>
          <a:p>
            <a:pPr lvl="1" eaLnBrk="1" hangingPunct="1">
              <a:lnSpc>
                <a:spcPct val="125000"/>
              </a:lnSpc>
              <a:spcBef>
                <a:spcPct val="15000"/>
              </a:spcBef>
              <a:buNone/>
            </a:pPr>
            <a:r>
              <a:rPr lang="zh-CN" altLang="en-US" sz="2400" dirty="0">
                <a:ea typeface="黑体" panose="02010609060101010101" pitchFamily="49" charset="-122"/>
              </a:rPr>
              <a:t>   </a:t>
            </a:r>
            <a:r>
              <a:rPr lang="en-US" altLang="zh-CN" sz="2400" dirty="0">
                <a:ea typeface="黑体" panose="02010609060101010101" pitchFamily="49" charset="-122"/>
              </a:rPr>
              <a:t>2</a:t>
            </a:r>
            <a:r>
              <a:rPr lang="zh-CN" altLang="en-US" sz="2400" dirty="0">
                <a:ea typeface="黑体" panose="02010609060101010101" pitchFamily="49" charset="-122"/>
              </a:rPr>
              <a:t>）          是负定的。</a:t>
            </a:r>
          </a:p>
          <a:p>
            <a:pPr lvl="1" algn="just" eaLnBrk="1" hangingPunct="1">
              <a:lnSpc>
                <a:spcPct val="125000"/>
              </a:lnSpc>
              <a:spcBef>
                <a:spcPct val="15000"/>
              </a:spcBef>
              <a:buNone/>
            </a:pPr>
            <a:r>
              <a:rPr lang="zh-CN" altLang="en-US" sz="2400" dirty="0">
                <a:ea typeface="黑体" panose="02010609060101010101" pitchFamily="49" charset="-122"/>
              </a:rPr>
              <a:t>那么系统在原点处的平衡状态是</a:t>
            </a:r>
            <a:r>
              <a:rPr lang="zh-CN" altLang="en-US" sz="2400" dirty="0">
                <a:solidFill>
                  <a:schemeClr val="accent2"/>
                </a:solidFill>
                <a:ea typeface="黑体" panose="02010609060101010101" pitchFamily="49" charset="-122"/>
              </a:rPr>
              <a:t>一致渐近稳定</a:t>
            </a:r>
            <a:r>
              <a:rPr lang="zh-CN" altLang="en-US" sz="2400" dirty="0">
                <a:ea typeface="黑体" panose="02010609060101010101" pitchFamily="49" charset="-122"/>
              </a:rPr>
              <a:t>的。</a:t>
            </a:r>
          </a:p>
          <a:p>
            <a:pPr lvl="1" algn="just" eaLnBrk="1" hangingPunct="1">
              <a:lnSpc>
                <a:spcPct val="125000"/>
              </a:lnSpc>
              <a:spcBef>
                <a:spcPct val="15000"/>
              </a:spcBef>
              <a:buNone/>
            </a:pPr>
            <a:r>
              <a:rPr lang="zh-CN" altLang="en-US" sz="2400" dirty="0">
                <a:ea typeface="黑体" panose="02010609060101010101" pitchFamily="49" charset="-122"/>
              </a:rPr>
              <a:t>如果随着             ，有                   ，则在原点处的平衡状态是</a:t>
            </a:r>
            <a:r>
              <a:rPr lang="zh-CN" altLang="en-US" sz="2400" dirty="0">
                <a:solidFill>
                  <a:schemeClr val="accent2"/>
                </a:solidFill>
                <a:ea typeface="黑体" panose="02010609060101010101" pitchFamily="49" charset="-122"/>
              </a:rPr>
              <a:t>大范围渐近稳定</a:t>
            </a:r>
            <a:r>
              <a:rPr lang="zh-CN" altLang="en-US" sz="2400" dirty="0">
                <a:ea typeface="黑体" panose="02010609060101010101" pitchFamily="49" charset="-122"/>
              </a:rPr>
              <a:t>的。</a:t>
            </a:r>
          </a:p>
        </p:txBody>
      </p:sp>
      <p:sp>
        <p:nvSpPr>
          <p:cNvPr id="101384" name="Rectangle 7"/>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01385" name="Object 8"/>
          <p:cNvGraphicFramePr>
            <a:graphicFrameLocks noChangeAspect="1"/>
          </p:cNvGraphicFramePr>
          <p:nvPr/>
        </p:nvGraphicFramePr>
        <p:xfrm>
          <a:off x="2119313" y="2230438"/>
          <a:ext cx="4037012" cy="406400"/>
        </p:xfrm>
        <a:graphic>
          <a:graphicData uri="http://schemas.openxmlformats.org/presentationml/2006/ole">
            <mc:AlternateContent xmlns:mc="http://schemas.openxmlformats.org/markup-compatibility/2006">
              <mc:Choice xmlns:v="urn:schemas-microsoft-com:vml" Requires="v">
                <p:oleObj r:id="rId4" imgW="2019300" imgH="203200" progId="Equation.DSMT4">
                  <p:embed/>
                </p:oleObj>
              </mc:Choice>
              <mc:Fallback>
                <p:oleObj r:id="rId4" imgW="2019300" imgH="203200" progId="Equation.DSMT4">
                  <p:embed/>
                  <p:pic>
                    <p:nvPicPr>
                      <p:cNvPr id="0" name="图片 3091"/>
                      <p:cNvPicPr/>
                      <p:nvPr/>
                    </p:nvPicPr>
                    <p:blipFill>
                      <a:blip r:embed="rId5"/>
                      <a:stretch>
                        <a:fillRect/>
                      </a:stretch>
                    </p:blipFill>
                    <p:spPr>
                      <a:xfrm>
                        <a:off x="2119313" y="2230438"/>
                        <a:ext cx="4037012" cy="406400"/>
                      </a:xfrm>
                      <a:prstGeom prst="rect">
                        <a:avLst/>
                      </a:prstGeom>
                      <a:noFill/>
                      <a:ln w="38100">
                        <a:noFill/>
                        <a:miter/>
                      </a:ln>
                    </p:spPr>
                  </p:pic>
                </p:oleObj>
              </mc:Fallback>
            </mc:AlternateContent>
          </a:graphicData>
        </a:graphic>
      </p:graphicFrame>
      <p:sp>
        <p:nvSpPr>
          <p:cNvPr id="101386" name="Rectangle 9"/>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01387" name="Object 10"/>
          <p:cNvGraphicFramePr>
            <a:graphicFrameLocks noChangeAspect="1"/>
          </p:cNvGraphicFramePr>
          <p:nvPr/>
        </p:nvGraphicFramePr>
        <p:xfrm>
          <a:off x="6588125" y="2760663"/>
          <a:ext cx="863600" cy="406400"/>
        </p:xfrm>
        <a:graphic>
          <a:graphicData uri="http://schemas.openxmlformats.org/presentationml/2006/ole">
            <mc:AlternateContent xmlns:mc="http://schemas.openxmlformats.org/markup-compatibility/2006">
              <mc:Choice xmlns:v="urn:schemas-microsoft-com:vml" Requires="v">
                <p:oleObj r:id="rId6" imgW="431800" imgH="203200" progId="Equation.DSMT4">
                  <p:embed/>
                </p:oleObj>
              </mc:Choice>
              <mc:Fallback>
                <p:oleObj r:id="rId6" imgW="431800" imgH="203200" progId="Equation.DSMT4">
                  <p:embed/>
                  <p:pic>
                    <p:nvPicPr>
                      <p:cNvPr id="0" name="图片 3093"/>
                      <p:cNvPicPr/>
                      <p:nvPr/>
                    </p:nvPicPr>
                    <p:blipFill>
                      <a:blip r:embed="rId7"/>
                      <a:stretch>
                        <a:fillRect/>
                      </a:stretch>
                    </p:blipFill>
                    <p:spPr>
                      <a:xfrm>
                        <a:off x="6588125" y="2760663"/>
                        <a:ext cx="863600" cy="406400"/>
                      </a:xfrm>
                      <a:prstGeom prst="rect">
                        <a:avLst/>
                      </a:prstGeom>
                      <a:noFill/>
                      <a:ln w="38100">
                        <a:noFill/>
                        <a:miter/>
                      </a:ln>
                    </p:spPr>
                  </p:pic>
                </p:oleObj>
              </mc:Fallback>
            </mc:AlternateContent>
          </a:graphicData>
        </a:graphic>
      </p:graphicFrame>
      <p:sp>
        <p:nvSpPr>
          <p:cNvPr id="101388" name="Rectangle 11"/>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01389" name="Object 12"/>
          <p:cNvGraphicFramePr>
            <a:graphicFrameLocks noChangeAspect="1"/>
          </p:cNvGraphicFramePr>
          <p:nvPr/>
        </p:nvGraphicFramePr>
        <p:xfrm>
          <a:off x="1758950" y="4216400"/>
          <a:ext cx="863600" cy="457200"/>
        </p:xfrm>
        <a:graphic>
          <a:graphicData uri="http://schemas.openxmlformats.org/presentationml/2006/ole">
            <mc:AlternateContent xmlns:mc="http://schemas.openxmlformats.org/markup-compatibility/2006">
              <mc:Choice xmlns:v="urn:schemas-microsoft-com:vml" Requires="v">
                <p:oleObj r:id="rId8" imgW="431800" imgH="228600" progId="Equation.DSMT4">
                  <p:embed/>
                </p:oleObj>
              </mc:Choice>
              <mc:Fallback>
                <p:oleObj r:id="rId8" imgW="431800" imgH="228600" progId="Equation.DSMT4">
                  <p:embed/>
                  <p:pic>
                    <p:nvPicPr>
                      <p:cNvPr id="0" name="图片 3094"/>
                      <p:cNvPicPr/>
                      <p:nvPr/>
                    </p:nvPicPr>
                    <p:blipFill>
                      <a:blip r:embed="rId9"/>
                      <a:stretch>
                        <a:fillRect/>
                      </a:stretch>
                    </p:blipFill>
                    <p:spPr>
                      <a:xfrm>
                        <a:off x="1758950" y="4216400"/>
                        <a:ext cx="863600" cy="457200"/>
                      </a:xfrm>
                      <a:prstGeom prst="rect">
                        <a:avLst/>
                      </a:prstGeom>
                      <a:noFill/>
                      <a:ln w="38100">
                        <a:noFill/>
                        <a:miter/>
                      </a:ln>
                    </p:spPr>
                  </p:pic>
                </p:oleObj>
              </mc:Fallback>
            </mc:AlternateContent>
          </a:graphicData>
        </a:graphic>
      </p:graphicFrame>
      <p:sp>
        <p:nvSpPr>
          <p:cNvPr id="101390" name="Rectangle 13"/>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01391" name="Object 14"/>
          <p:cNvGraphicFramePr>
            <a:graphicFrameLocks noChangeAspect="1"/>
          </p:cNvGraphicFramePr>
          <p:nvPr/>
        </p:nvGraphicFramePr>
        <p:xfrm>
          <a:off x="2257425" y="5243513"/>
          <a:ext cx="1090613" cy="508000"/>
        </p:xfrm>
        <a:graphic>
          <a:graphicData uri="http://schemas.openxmlformats.org/presentationml/2006/ole">
            <mc:AlternateContent xmlns:mc="http://schemas.openxmlformats.org/markup-compatibility/2006">
              <mc:Choice xmlns:v="urn:schemas-microsoft-com:vml" Requires="v">
                <p:oleObj r:id="rId10" imgW="545465" imgH="254000" progId="Equation.DSMT4">
                  <p:embed/>
                </p:oleObj>
              </mc:Choice>
              <mc:Fallback>
                <p:oleObj r:id="rId10" imgW="545465" imgH="254000" progId="Equation.DSMT4">
                  <p:embed/>
                  <p:pic>
                    <p:nvPicPr>
                      <p:cNvPr id="0" name="图片 3099"/>
                      <p:cNvPicPr/>
                      <p:nvPr/>
                    </p:nvPicPr>
                    <p:blipFill>
                      <a:blip r:embed="rId11"/>
                      <a:stretch>
                        <a:fillRect/>
                      </a:stretch>
                    </p:blipFill>
                    <p:spPr>
                      <a:xfrm>
                        <a:off x="2257425" y="5243513"/>
                        <a:ext cx="1090613" cy="508000"/>
                      </a:xfrm>
                      <a:prstGeom prst="rect">
                        <a:avLst/>
                      </a:prstGeom>
                      <a:noFill/>
                      <a:ln w="38100">
                        <a:noFill/>
                        <a:miter/>
                      </a:ln>
                    </p:spPr>
                  </p:pic>
                </p:oleObj>
              </mc:Fallback>
            </mc:AlternateContent>
          </a:graphicData>
        </a:graphic>
      </p:graphicFrame>
      <p:sp>
        <p:nvSpPr>
          <p:cNvPr id="101392" name="Rectangle 15"/>
          <p:cNvSpPr/>
          <p:nvPr/>
        </p:nvSpPr>
        <p:spPr>
          <a:xfrm>
            <a:off x="0" y="342900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01393" name="Object 16"/>
          <p:cNvGraphicFramePr>
            <a:graphicFrameLocks noChangeAspect="1"/>
          </p:cNvGraphicFramePr>
          <p:nvPr/>
        </p:nvGraphicFramePr>
        <p:xfrm>
          <a:off x="3986213" y="5327650"/>
          <a:ext cx="1522412" cy="406400"/>
        </p:xfrm>
        <a:graphic>
          <a:graphicData uri="http://schemas.openxmlformats.org/presentationml/2006/ole">
            <mc:AlternateContent xmlns:mc="http://schemas.openxmlformats.org/markup-compatibility/2006">
              <mc:Choice xmlns:v="urn:schemas-microsoft-com:vml" Requires="v">
                <p:oleObj r:id="rId12" imgW="761365" imgH="203200" progId="Equation.DSMT4">
                  <p:embed/>
                </p:oleObj>
              </mc:Choice>
              <mc:Fallback>
                <p:oleObj r:id="rId12" imgW="761365" imgH="203200" progId="Equation.DSMT4">
                  <p:embed/>
                  <p:pic>
                    <p:nvPicPr>
                      <p:cNvPr id="0" name="图片 3095"/>
                      <p:cNvPicPr/>
                      <p:nvPr/>
                    </p:nvPicPr>
                    <p:blipFill>
                      <a:blip r:embed="rId13"/>
                      <a:stretch>
                        <a:fillRect/>
                      </a:stretch>
                    </p:blipFill>
                    <p:spPr>
                      <a:xfrm>
                        <a:off x="3986213" y="5327650"/>
                        <a:ext cx="1522412" cy="406400"/>
                      </a:xfrm>
                      <a:prstGeom prst="rect">
                        <a:avLst/>
                      </a:prstGeom>
                      <a:noFill/>
                      <a:ln w="38100">
                        <a:noFill/>
                        <a:miter/>
                      </a:ln>
                    </p:spPr>
                  </p:pic>
                </p:oleObj>
              </mc:Fallback>
            </mc:AlternateContent>
          </a:graphicData>
        </a:graphic>
      </p:graphicFrame>
      <p:graphicFrame>
        <p:nvGraphicFramePr>
          <p:cNvPr id="101394" name="Object 17"/>
          <p:cNvGraphicFramePr>
            <a:graphicFrameLocks noChangeAspect="1"/>
          </p:cNvGraphicFramePr>
          <p:nvPr/>
        </p:nvGraphicFramePr>
        <p:xfrm>
          <a:off x="1771650" y="3763963"/>
          <a:ext cx="863600" cy="406400"/>
        </p:xfrm>
        <a:graphic>
          <a:graphicData uri="http://schemas.openxmlformats.org/presentationml/2006/ole">
            <mc:AlternateContent xmlns:mc="http://schemas.openxmlformats.org/markup-compatibility/2006">
              <mc:Choice xmlns:v="urn:schemas-microsoft-com:vml" Requires="v">
                <p:oleObj r:id="rId6" imgW="431800" imgH="203200" progId="Equation.DSMT4">
                  <p:embed/>
                </p:oleObj>
              </mc:Choice>
              <mc:Fallback>
                <p:oleObj r:id="rId6" imgW="431800" imgH="203200" progId="Equation.DSMT4">
                  <p:embed/>
                  <p:pic>
                    <p:nvPicPr>
                      <p:cNvPr id="0" name="图片 3096"/>
                      <p:cNvPicPr/>
                      <p:nvPr/>
                    </p:nvPicPr>
                    <p:blipFill>
                      <a:blip r:embed="rId7"/>
                      <a:stretch>
                        <a:fillRect/>
                      </a:stretch>
                    </p:blipFill>
                    <p:spPr>
                      <a:xfrm>
                        <a:off x="1771650" y="3763963"/>
                        <a:ext cx="863600" cy="406400"/>
                      </a:xfrm>
                      <a:prstGeom prst="rect">
                        <a:avLst/>
                      </a:prstGeom>
                      <a:noFill/>
                      <a:ln w="38100">
                        <a:noFill/>
                        <a:miter/>
                      </a:ln>
                    </p:spPr>
                  </p:pic>
                </p:oleObj>
              </mc:Fallback>
            </mc:AlternateContent>
          </a:graphicData>
        </a:graphic>
      </p:graphicFrame>
      <p:sp>
        <p:nvSpPr>
          <p:cNvPr id="101395" name="Rectangle 18"/>
          <p:cNvSpPr/>
          <p:nvPr/>
        </p:nvSpPr>
        <p:spPr>
          <a:xfrm>
            <a:off x="228600" y="6426200"/>
            <a:ext cx="24701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李雅普诺夫稳定性理论</a:t>
            </a:r>
          </a:p>
        </p:txBody>
      </p:sp>
      <p:sp>
        <p:nvSpPr>
          <p:cNvPr id="101396" name="Rectangle 19"/>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101397" name="Text Box 20"/>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103426"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34</a:t>
            </a:fld>
            <a:endParaRPr lang="en-US" altLang="zh-CN" sz="1400" dirty="0"/>
          </a:p>
        </p:txBody>
      </p:sp>
      <p:grpSp>
        <p:nvGrpSpPr>
          <p:cNvPr id="103427" name="Group 2"/>
          <p:cNvGrpSpPr/>
          <p:nvPr/>
        </p:nvGrpSpPr>
        <p:grpSpPr>
          <a:xfrm>
            <a:off x="0" y="0"/>
            <a:ext cx="9144000" cy="6858000"/>
            <a:chOff x="0" y="0"/>
            <a:chExt cx="5760" cy="4320"/>
          </a:xfrm>
        </p:grpSpPr>
        <p:pic>
          <p:nvPicPr>
            <p:cNvPr id="103428"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103429"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103430" name="Rectangle 6"/>
          <p:cNvSpPr>
            <a:spLocks noGrp="1"/>
          </p:cNvSpPr>
          <p:nvPr>
            <p:ph idx="1"/>
          </p:nvPr>
        </p:nvSpPr>
        <p:spPr>
          <a:xfrm>
            <a:off x="323850" y="1700213"/>
            <a:ext cx="8497888" cy="3527425"/>
          </a:xfrm>
          <a:ln/>
        </p:spPr>
        <p:txBody>
          <a:bodyPr vert="horz" wrap="square" lIns="91440" tIns="45720" rIns="91440" bIns="45720" anchor="t" anchorCtr="0"/>
          <a:lstStyle/>
          <a:p>
            <a:pPr eaLnBrk="1" hangingPunct="1">
              <a:lnSpc>
                <a:spcPct val="125000"/>
              </a:lnSpc>
              <a:spcBef>
                <a:spcPct val="80000"/>
              </a:spcBef>
              <a:buNone/>
            </a:pPr>
            <a:r>
              <a:rPr lang="en-US" altLang="zh-CN" dirty="0">
                <a:ea typeface="黑体" panose="02010609060101010101" pitchFamily="49" charset="-122"/>
              </a:rPr>
              <a:t>  </a:t>
            </a:r>
            <a:r>
              <a:rPr lang="zh-CN" altLang="en-US" sz="2400" dirty="0">
                <a:solidFill>
                  <a:srgbClr val="A50021"/>
                </a:solidFill>
                <a:ea typeface="黑体" panose="02010609060101010101" pitchFamily="49" charset="-122"/>
              </a:rPr>
              <a:t>定理</a:t>
            </a:r>
            <a:r>
              <a:rPr lang="en-US" altLang="zh-CN" sz="2400" dirty="0">
                <a:solidFill>
                  <a:srgbClr val="A50021"/>
                </a:solidFill>
                <a:ea typeface="黑体" panose="02010609060101010101" pitchFamily="49" charset="-122"/>
              </a:rPr>
              <a:t>5.2.3</a:t>
            </a:r>
            <a:r>
              <a:rPr lang="en-US" altLang="zh-CN" sz="2400" dirty="0">
                <a:ea typeface="黑体" panose="02010609060101010101" pitchFamily="49" charset="-122"/>
              </a:rPr>
              <a:t>  </a:t>
            </a:r>
            <a:r>
              <a:rPr lang="zh-CN" altLang="en-US" sz="2400" dirty="0">
                <a:ea typeface="黑体" panose="02010609060101010101" pitchFamily="49" charset="-122"/>
              </a:rPr>
              <a:t>如果               </a:t>
            </a:r>
            <a:r>
              <a:rPr lang="en-US" altLang="zh-CN" sz="2400" dirty="0">
                <a:ea typeface="黑体" panose="02010609060101010101" pitchFamily="49" charset="-122"/>
              </a:rPr>
              <a:t>,               </a:t>
            </a:r>
            <a:r>
              <a:rPr lang="zh-CN" altLang="en-US" sz="2400" dirty="0">
                <a:ea typeface="黑体" panose="02010609060101010101" pitchFamily="49" charset="-122"/>
              </a:rPr>
              <a:t>并且对于任意</a:t>
            </a:r>
          </a:p>
          <a:p>
            <a:pPr eaLnBrk="1" hangingPunct="1">
              <a:lnSpc>
                <a:spcPct val="125000"/>
              </a:lnSpc>
              <a:spcBef>
                <a:spcPct val="80000"/>
              </a:spcBef>
              <a:buNone/>
            </a:pPr>
            <a:r>
              <a:rPr lang="zh-CN" altLang="en-US" sz="2400" dirty="0">
                <a:ea typeface="黑体" panose="02010609060101010101" pitchFamily="49" charset="-122"/>
              </a:rPr>
              <a:t>                    和         ，         不恒等于零，则系统在</a:t>
            </a:r>
          </a:p>
          <a:p>
            <a:pPr eaLnBrk="1" hangingPunct="1">
              <a:lnSpc>
                <a:spcPct val="125000"/>
              </a:lnSpc>
              <a:spcBef>
                <a:spcPct val="80000"/>
              </a:spcBef>
              <a:buNone/>
            </a:pPr>
            <a:r>
              <a:rPr lang="zh-CN" altLang="en-US" sz="2400" dirty="0">
                <a:ea typeface="黑体" panose="02010609060101010101" pitchFamily="49" charset="-122"/>
              </a:rPr>
              <a:t>                    原点渐近稳定。</a:t>
            </a:r>
          </a:p>
          <a:p>
            <a:pPr eaLnBrk="1" hangingPunct="1">
              <a:lnSpc>
                <a:spcPct val="125000"/>
              </a:lnSpc>
              <a:spcBef>
                <a:spcPct val="80000"/>
              </a:spcBef>
              <a:buNone/>
            </a:pPr>
            <a:r>
              <a:rPr lang="zh-CN" altLang="en-US" sz="2400" dirty="0">
                <a:ea typeface="黑体" panose="02010609060101010101" pitchFamily="49" charset="-122"/>
              </a:rPr>
              <a:t>   </a:t>
            </a:r>
            <a:r>
              <a:rPr lang="zh-CN" altLang="en-US" sz="2400" dirty="0">
                <a:solidFill>
                  <a:srgbClr val="A50021"/>
                </a:solidFill>
                <a:ea typeface="黑体" panose="02010609060101010101" pitchFamily="49" charset="-122"/>
              </a:rPr>
              <a:t>定理</a:t>
            </a:r>
            <a:r>
              <a:rPr lang="en-US" altLang="zh-CN" sz="2400" dirty="0">
                <a:solidFill>
                  <a:srgbClr val="A50021"/>
                </a:solidFill>
                <a:ea typeface="黑体" panose="02010609060101010101" pitchFamily="49" charset="-122"/>
              </a:rPr>
              <a:t>5.2.4 </a:t>
            </a:r>
            <a:r>
              <a:rPr lang="en-US" altLang="zh-CN" sz="2400" dirty="0">
                <a:ea typeface="黑体" panose="02010609060101010101" pitchFamily="49" charset="-122"/>
              </a:rPr>
              <a:t> </a:t>
            </a:r>
            <a:r>
              <a:rPr lang="zh-CN" altLang="en-US" sz="2400" dirty="0">
                <a:ea typeface="黑体" panose="02010609060101010101" pitchFamily="49" charset="-122"/>
              </a:rPr>
              <a:t>如果有              </a:t>
            </a:r>
            <a:r>
              <a:rPr lang="en-US" altLang="zh-CN" sz="2400" dirty="0">
                <a:ea typeface="黑体" panose="02010609060101010101" pitchFamily="49" charset="-122"/>
              </a:rPr>
              <a:t>,               </a:t>
            </a:r>
            <a:r>
              <a:rPr lang="zh-CN" altLang="en-US" sz="2400" dirty="0">
                <a:ea typeface="黑体" panose="02010609060101010101" pitchFamily="49" charset="-122"/>
              </a:rPr>
              <a:t>，则原点不稳定。</a:t>
            </a:r>
          </a:p>
        </p:txBody>
      </p:sp>
      <p:sp>
        <p:nvSpPr>
          <p:cNvPr id="103431" name="Rectangle 7"/>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03432" name="Object 8"/>
          <p:cNvGraphicFramePr>
            <a:graphicFrameLocks noChangeAspect="1"/>
          </p:cNvGraphicFramePr>
          <p:nvPr/>
        </p:nvGraphicFramePr>
        <p:xfrm>
          <a:off x="2771775" y="1979613"/>
          <a:ext cx="1201738" cy="369887"/>
        </p:xfrm>
        <a:graphic>
          <a:graphicData uri="http://schemas.openxmlformats.org/presentationml/2006/ole">
            <mc:AlternateContent xmlns:mc="http://schemas.openxmlformats.org/markup-compatibility/2006">
              <mc:Choice xmlns:v="urn:schemas-microsoft-com:vml" Requires="v">
                <p:oleObj r:id="rId4" imgW="660400" imgH="203200" progId="Equation.DSMT4">
                  <p:embed/>
                </p:oleObj>
              </mc:Choice>
              <mc:Fallback>
                <p:oleObj r:id="rId4" imgW="660400" imgH="203200" progId="Equation.DSMT4">
                  <p:embed/>
                  <p:pic>
                    <p:nvPicPr>
                      <p:cNvPr id="0" name="图片 3107"/>
                      <p:cNvPicPr/>
                      <p:nvPr/>
                    </p:nvPicPr>
                    <p:blipFill>
                      <a:blip r:embed="rId5"/>
                      <a:stretch>
                        <a:fillRect/>
                      </a:stretch>
                    </p:blipFill>
                    <p:spPr>
                      <a:xfrm>
                        <a:off x="2771775" y="1979613"/>
                        <a:ext cx="1201738" cy="369887"/>
                      </a:xfrm>
                      <a:prstGeom prst="rect">
                        <a:avLst/>
                      </a:prstGeom>
                      <a:noFill/>
                      <a:ln w="38100">
                        <a:noFill/>
                        <a:miter/>
                      </a:ln>
                    </p:spPr>
                  </p:pic>
                </p:oleObj>
              </mc:Fallback>
            </mc:AlternateContent>
          </a:graphicData>
        </a:graphic>
      </p:graphicFrame>
      <p:sp>
        <p:nvSpPr>
          <p:cNvPr id="103433" name="Rectangle 9"/>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03434" name="Object 10"/>
          <p:cNvGraphicFramePr>
            <a:graphicFrameLocks noChangeAspect="1"/>
          </p:cNvGraphicFramePr>
          <p:nvPr/>
        </p:nvGraphicFramePr>
        <p:xfrm>
          <a:off x="4043363" y="1927225"/>
          <a:ext cx="1216025" cy="422275"/>
        </p:xfrm>
        <a:graphic>
          <a:graphicData uri="http://schemas.openxmlformats.org/presentationml/2006/ole">
            <mc:AlternateContent xmlns:mc="http://schemas.openxmlformats.org/markup-compatibility/2006">
              <mc:Choice xmlns:v="urn:schemas-microsoft-com:vml" Requires="v">
                <p:oleObj r:id="rId6" imgW="660400" imgH="228600" progId="Equation.DSMT4">
                  <p:embed/>
                </p:oleObj>
              </mc:Choice>
              <mc:Fallback>
                <p:oleObj r:id="rId6" imgW="660400" imgH="228600" progId="Equation.DSMT4">
                  <p:embed/>
                  <p:pic>
                    <p:nvPicPr>
                      <p:cNvPr id="0" name="图片 3103"/>
                      <p:cNvPicPr/>
                      <p:nvPr/>
                    </p:nvPicPr>
                    <p:blipFill>
                      <a:blip r:embed="rId7"/>
                      <a:stretch>
                        <a:fillRect/>
                      </a:stretch>
                    </p:blipFill>
                    <p:spPr>
                      <a:xfrm>
                        <a:off x="4043363" y="1927225"/>
                        <a:ext cx="1216025" cy="422275"/>
                      </a:xfrm>
                      <a:prstGeom prst="rect">
                        <a:avLst/>
                      </a:prstGeom>
                      <a:noFill/>
                      <a:ln w="38100">
                        <a:noFill/>
                        <a:miter/>
                      </a:ln>
                    </p:spPr>
                  </p:pic>
                </p:oleObj>
              </mc:Fallback>
            </mc:AlternateContent>
          </a:graphicData>
        </a:graphic>
      </p:graphicFrame>
      <p:sp>
        <p:nvSpPr>
          <p:cNvPr id="103435" name="Rectangle 11"/>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03436" name="Object 12"/>
          <p:cNvGraphicFramePr>
            <a:graphicFrameLocks noChangeAspect="1"/>
          </p:cNvGraphicFramePr>
          <p:nvPr/>
        </p:nvGraphicFramePr>
        <p:xfrm>
          <a:off x="7126288" y="1892300"/>
          <a:ext cx="307975" cy="503238"/>
        </p:xfrm>
        <a:graphic>
          <a:graphicData uri="http://schemas.openxmlformats.org/presentationml/2006/ole">
            <mc:AlternateContent xmlns:mc="http://schemas.openxmlformats.org/markup-compatibility/2006">
              <mc:Choice xmlns:v="urn:schemas-microsoft-com:vml" Requires="v">
                <p:oleObj r:id="rId8" imgW="139700" imgH="228600" progId="Equation.DSMT4">
                  <p:embed/>
                </p:oleObj>
              </mc:Choice>
              <mc:Fallback>
                <p:oleObj r:id="rId8" imgW="139700" imgH="228600" progId="Equation.DSMT4">
                  <p:embed/>
                  <p:pic>
                    <p:nvPicPr>
                      <p:cNvPr id="0" name="图片 3104"/>
                      <p:cNvPicPr/>
                      <p:nvPr/>
                    </p:nvPicPr>
                    <p:blipFill>
                      <a:blip r:embed="rId9"/>
                      <a:stretch>
                        <a:fillRect/>
                      </a:stretch>
                    </p:blipFill>
                    <p:spPr>
                      <a:xfrm>
                        <a:off x="7126288" y="1892300"/>
                        <a:ext cx="307975" cy="503238"/>
                      </a:xfrm>
                      <a:prstGeom prst="rect">
                        <a:avLst/>
                      </a:prstGeom>
                      <a:noFill/>
                      <a:ln w="38100">
                        <a:noFill/>
                        <a:miter/>
                      </a:ln>
                    </p:spPr>
                  </p:pic>
                </p:oleObj>
              </mc:Fallback>
            </mc:AlternateContent>
          </a:graphicData>
        </a:graphic>
      </p:graphicFrame>
      <p:sp>
        <p:nvSpPr>
          <p:cNvPr id="103437" name="Rectangle 13"/>
          <p:cNvSpPr/>
          <p:nvPr/>
        </p:nvSpPr>
        <p:spPr>
          <a:xfrm>
            <a:off x="0" y="331470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03438" name="Object 14"/>
          <p:cNvGraphicFramePr>
            <a:graphicFrameLocks noChangeAspect="1"/>
          </p:cNvGraphicFramePr>
          <p:nvPr/>
        </p:nvGraphicFramePr>
        <p:xfrm>
          <a:off x="2446338" y="2693988"/>
          <a:ext cx="749300" cy="422275"/>
        </p:xfrm>
        <a:graphic>
          <a:graphicData uri="http://schemas.openxmlformats.org/presentationml/2006/ole">
            <mc:AlternateContent xmlns:mc="http://schemas.openxmlformats.org/markup-compatibility/2006">
              <mc:Choice xmlns:v="urn:schemas-microsoft-com:vml" Requires="v">
                <p:oleObj r:id="rId10" imgW="406400" imgH="228600" progId="Equation.DSMT4">
                  <p:embed/>
                </p:oleObj>
              </mc:Choice>
              <mc:Fallback>
                <p:oleObj r:id="rId10" imgW="406400" imgH="228600" progId="Equation.DSMT4">
                  <p:embed/>
                  <p:pic>
                    <p:nvPicPr>
                      <p:cNvPr id="0" name="图片 3108"/>
                      <p:cNvPicPr/>
                      <p:nvPr/>
                    </p:nvPicPr>
                    <p:blipFill>
                      <a:blip r:embed="rId11"/>
                      <a:stretch>
                        <a:fillRect/>
                      </a:stretch>
                    </p:blipFill>
                    <p:spPr>
                      <a:xfrm>
                        <a:off x="2446338" y="2693988"/>
                        <a:ext cx="749300" cy="422275"/>
                      </a:xfrm>
                      <a:prstGeom prst="rect">
                        <a:avLst/>
                      </a:prstGeom>
                      <a:noFill/>
                      <a:ln w="38100">
                        <a:noFill/>
                        <a:miter/>
                      </a:ln>
                    </p:spPr>
                  </p:pic>
                </p:oleObj>
              </mc:Fallback>
            </mc:AlternateContent>
          </a:graphicData>
        </a:graphic>
      </p:graphicFrame>
      <p:sp>
        <p:nvSpPr>
          <p:cNvPr id="103439" name="Rectangle 15"/>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03440" name="Object 16"/>
          <p:cNvGraphicFramePr>
            <a:graphicFrameLocks noChangeAspect="1"/>
          </p:cNvGraphicFramePr>
          <p:nvPr/>
        </p:nvGraphicFramePr>
        <p:xfrm>
          <a:off x="3416300" y="2670175"/>
          <a:ext cx="795338" cy="420688"/>
        </p:xfrm>
        <a:graphic>
          <a:graphicData uri="http://schemas.openxmlformats.org/presentationml/2006/ole">
            <mc:AlternateContent xmlns:mc="http://schemas.openxmlformats.org/markup-compatibility/2006">
              <mc:Choice xmlns:v="urn:schemas-microsoft-com:vml" Requires="v">
                <p:oleObj r:id="rId12" imgW="431800" imgH="228600" progId="Equation.DSMT4">
                  <p:embed/>
                </p:oleObj>
              </mc:Choice>
              <mc:Fallback>
                <p:oleObj r:id="rId12" imgW="431800" imgH="228600" progId="Equation.DSMT4">
                  <p:embed/>
                  <p:pic>
                    <p:nvPicPr>
                      <p:cNvPr id="0" name="图片 3105"/>
                      <p:cNvPicPr/>
                      <p:nvPr/>
                    </p:nvPicPr>
                    <p:blipFill>
                      <a:blip r:embed="rId13"/>
                      <a:stretch>
                        <a:fillRect/>
                      </a:stretch>
                    </p:blipFill>
                    <p:spPr>
                      <a:xfrm>
                        <a:off x="3416300" y="2670175"/>
                        <a:ext cx="795338" cy="420688"/>
                      </a:xfrm>
                      <a:prstGeom prst="rect">
                        <a:avLst/>
                      </a:prstGeom>
                      <a:noFill/>
                      <a:ln w="38100">
                        <a:noFill/>
                        <a:miter/>
                      </a:ln>
                    </p:spPr>
                  </p:pic>
                </p:oleObj>
              </mc:Fallback>
            </mc:AlternateContent>
          </a:graphicData>
        </a:graphic>
      </p:graphicFrame>
      <p:sp>
        <p:nvSpPr>
          <p:cNvPr id="103441" name="Rectangle 17"/>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03442" name="Object 18"/>
          <p:cNvGraphicFramePr>
            <a:graphicFrameLocks noChangeAspect="1"/>
          </p:cNvGraphicFramePr>
          <p:nvPr/>
        </p:nvGraphicFramePr>
        <p:xfrm>
          <a:off x="3030538" y="4238625"/>
          <a:ext cx="1201737" cy="369888"/>
        </p:xfrm>
        <a:graphic>
          <a:graphicData uri="http://schemas.openxmlformats.org/presentationml/2006/ole">
            <mc:AlternateContent xmlns:mc="http://schemas.openxmlformats.org/markup-compatibility/2006">
              <mc:Choice xmlns:v="urn:schemas-microsoft-com:vml" Requires="v">
                <p:oleObj r:id="rId4" imgW="660400" imgH="203200" progId="Equation.DSMT4">
                  <p:embed/>
                </p:oleObj>
              </mc:Choice>
              <mc:Fallback>
                <p:oleObj r:id="rId4" imgW="660400" imgH="203200" progId="Equation.DSMT4">
                  <p:embed/>
                  <p:pic>
                    <p:nvPicPr>
                      <p:cNvPr id="0" name="图片 3109"/>
                      <p:cNvPicPr/>
                      <p:nvPr/>
                    </p:nvPicPr>
                    <p:blipFill>
                      <a:blip r:embed="rId5"/>
                      <a:stretch>
                        <a:fillRect/>
                      </a:stretch>
                    </p:blipFill>
                    <p:spPr>
                      <a:xfrm>
                        <a:off x="3030538" y="4238625"/>
                        <a:ext cx="1201737" cy="369888"/>
                      </a:xfrm>
                      <a:prstGeom prst="rect">
                        <a:avLst/>
                      </a:prstGeom>
                      <a:noFill/>
                      <a:ln w="38100">
                        <a:noFill/>
                        <a:miter/>
                      </a:ln>
                    </p:spPr>
                  </p:pic>
                </p:oleObj>
              </mc:Fallback>
            </mc:AlternateContent>
          </a:graphicData>
        </a:graphic>
      </p:graphicFrame>
      <p:sp>
        <p:nvSpPr>
          <p:cNvPr id="103443" name="Rectangle 19"/>
          <p:cNvSpPr/>
          <p:nvPr/>
        </p:nvSpPr>
        <p:spPr>
          <a:xfrm>
            <a:off x="0" y="331470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03444" name="Object 20"/>
          <p:cNvGraphicFramePr>
            <a:graphicFrameLocks noChangeAspect="1"/>
          </p:cNvGraphicFramePr>
          <p:nvPr/>
        </p:nvGraphicFramePr>
        <p:xfrm>
          <a:off x="4330700" y="4187825"/>
          <a:ext cx="1216025" cy="420688"/>
        </p:xfrm>
        <a:graphic>
          <a:graphicData uri="http://schemas.openxmlformats.org/presentationml/2006/ole">
            <mc:AlternateContent xmlns:mc="http://schemas.openxmlformats.org/markup-compatibility/2006">
              <mc:Choice xmlns:v="urn:schemas-microsoft-com:vml" Requires="v">
                <p:oleObj r:id="rId14" imgW="660400" imgH="228600" progId="Equation.DSMT4">
                  <p:embed/>
                </p:oleObj>
              </mc:Choice>
              <mc:Fallback>
                <p:oleObj r:id="rId14" imgW="660400" imgH="228600" progId="Equation.DSMT4">
                  <p:embed/>
                  <p:pic>
                    <p:nvPicPr>
                      <p:cNvPr id="0" name="图片 3106"/>
                      <p:cNvPicPr/>
                      <p:nvPr/>
                    </p:nvPicPr>
                    <p:blipFill>
                      <a:blip r:embed="rId15"/>
                      <a:stretch>
                        <a:fillRect/>
                      </a:stretch>
                    </p:blipFill>
                    <p:spPr>
                      <a:xfrm>
                        <a:off x="4330700" y="4187825"/>
                        <a:ext cx="1216025" cy="420688"/>
                      </a:xfrm>
                      <a:prstGeom prst="rect">
                        <a:avLst/>
                      </a:prstGeom>
                      <a:noFill/>
                      <a:ln w="38100">
                        <a:noFill/>
                        <a:miter/>
                      </a:ln>
                    </p:spPr>
                  </p:pic>
                </p:oleObj>
              </mc:Fallback>
            </mc:AlternateContent>
          </a:graphicData>
        </a:graphic>
      </p:graphicFrame>
      <p:sp>
        <p:nvSpPr>
          <p:cNvPr id="103445" name="Rectangle 21"/>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03446" name="Rectangle 22"/>
          <p:cNvSpPr/>
          <p:nvPr/>
        </p:nvSpPr>
        <p:spPr>
          <a:xfrm>
            <a:off x="228600" y="6426200"/>
            <a:ext cx="24701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李雅普诺夫稳定性理论</a:t>
            </a:r>
          </a:p>
        </p:txBody>
      </p:sp>
      <p:sp>
        <p:nvSpPr>
          <p:cNvPr id="103447" name="Rectangle 23"/>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103448" name="Text Box 25"/>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日期占位符 4"/>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104450"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35</a:t>
            </a:fld>
            <a:endParaRPr lang="en-US" altLang="zh-CN" sz="1400" dirty="0"/>
          </a:p>
        </p:txBody>
      </p:sp>
      <p:grpSp>
        <p:nvGrpSpPr>
          <p:cNvPr id="104451" name="Group 2"/>
          <p:cNvGrpSpPr/>
          <p:nvPr/>
        </p:nvGrpSpPr>
        <p:grpSpPr>
          <a:xfrm>
            <a:off x="0" y="0"/>
            <a:ext cx="9144000" cy="6858000"/>
            <a:chOff x="0" y="0"/>
            <a:chExt cx="5760" cy="4320"/>
          </a:xfrm>
        </p:grpSpPr>
        <p:pic>
          <p:nvPicPr>
            <p:cNvPr id="104452"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104453"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104454" name="Rectangle 6"/>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04455" name="Rectangle 12"/>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04456" name="Rectangle 14"/>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04457" name="Rectangle 16"/>
          <p:cNvSpPr/>
          <p:nvPr/>
        </p:nvSpPr>
        <p:spPr>
          <a:xfrm>
            <a:off x="539750" y="1268413"/>
            <a:ext cx="7632700" cy="1425575"/>
          </a:xfrm>
          <a:prstGeom prst="rect">
            <a:avLst/>
          </a:prstGeom>
          <a:noFill/>
          <a:ln w="9525">
            <a:noFill/>
          </a:ln>
        </p:spPr>
        <p:txBody>
          <a:bodyPr anchor="t" anchorCtr="0">
            <a:spAutoFit/>
          </a:bodyPr>
          <a:lstStyle/>
          <a:p>
            <a:pPr eaLnBrk="0" hangingPunct="0"/>
            <a:r>
              <a:rPr lang="zh-CN" altLang="en-US" sz="2400" dirty="0">
                <a:solidFill>
                  <a:srgbClr val="A50021"/>
                </a:solidFill>
                <a:latin typeface="Arial" panose="020B0604020202020204" pitchFamily="34" charset="0"/>
                <a:ea typeface="黑体" panose="02010609060101010101" pitchFamily="49" charset="-122"/>
              </a:rPr>
              <a:t>例</a:t>
            </a:r>
            <a:r>
              <a:rPr lang="en-US" altLang="zh-CN" sz="2400" dirty="0">
                <a:solidFill>
                  <a:srgbClr val="A50021"/>
                </a:solidFill>
                <a:latin typeface="Arial" panose="020B0604020202020204" pitchFamily="34" charset="0"/>
                <a:ea typeface="黑体" panose="02010609060101010101" pitchFamily="49" charset="-122"/>
              </a:rPr>
              <a:t>5.2.2</a:t>
            </a:r>
            <a:r>
              <a:rPr lang="en-US" altLang="zh-CN" sz="2400" dirty="0">
                <a:latin typeface="Arial" panose="020B0604020202020204" pitchFamily="34" charset="0"/>
                <a:ea typeface="黑体" panose="02010609060101010101" pitchFamily="49" charset="-122"/>
              </a:rPr>
              <a:t>  </a:t>
            </a:r>
            <a:r>
              <a:rPr lang="zh-CN" altLang="en-US" sz="2400" dirty="0">
                <a:latin typeface="Arial" panose="020B0604020202020204" pitchFamily="34" charset="0"/>
                <a:ea typeface="黑体" panose="02010609060101010101" pitchFamily="49" charset="-122"/>
              </a:rPr>
              <a:t>已知系统</a:t>
            </a:r>
          </a:p>
          <a:p>
            <a:pPr lvl="1" indent="0" eaLnBrk="0" hangingPunct="0"/>
            <a:endParaRPr lang="zh-CN" altLang="en-US" sz="2400" dirty="0">
              <a:latin typeface="Arial" panose="020B0604020202020204" pitchFamily="34" charset="0"/>
              <a:ea typeface="黑体" panose="02010609060101010101" pitchFamily="49" charset="-122"/>
            </a:endParaRPr>
          </a:p>
          <a:p>
            <a:pPr lvl="1" indent="0" eaLnBrk="0" hangingPunct="0">
              <a:spcBef>
                <a:spcPct val="65000"/>
              </a:spcBef>
            </a:pPr>
            <a:r>
              <a:rPr lang="zh-CN" altLang="en-US" sz="2400" dirty="0">
                <a:latin typeface="Arial" panose="020B0604020202020204" pitchFamily="34" charset="0"/>
                <a:ea typeface="黑体" panose="02010609060101010101" pitchFamily="49" charset="-122"/>
              </a:rPr>
              <a:t>试用李雅普诺夫第二方法判断其稳定性。</a:t>
            </a:r>
          </a:p>
        </p:txBody>
      </p:sp>
      <p:graphicFrame>
        <p:nvGraphicFramePr>
          <p:cNvPr id="104458" name="Object 17"/>
          <p:cNvGraphicFramePr>
            <a:graphicFrameLocks noGrp="1" noChangeAspect="1"/>
          </p:cNvGraphicFramePr>
          <p:nvPr>
            <p:ph sz="half" idx="2"/>
          </p:nvPr>
        </p:nvGraphicFramePr>
        <p:xfrm>
          <a:off x="3276600" y="1293813"/>
          <a:ext cx="2663825" cy="911225"/>
        </p:xfrm>
        <a:graphic>
          <a:graphicData uri="http://schemas.openxmlformats.org/presentationml/2006/ole">
            <mc:AlternateContent xmlns:mc="http://schemas.openxmlformats.org/markup-compatibility/2006">
              <mc:Choice xmlns:v="urn:schemas-microsoft-com:vml" Requires="v">
                <p:oleObj r:id="rId4" imgW="1409065" imgH="482600" progId="Equation.DSMT4">
                  <p:embed/>
                </p:oleObj>
              </mc:Choice>
              <mc:Fallback>
                <p:oleObj r:id="rId4" imgW="1409065" imgH="482600" progId="Equation.DSMT4">
                  <p:embed/>
                  <p:pic>
                    <p:nvPicPr>
                      <p:cNvPr id="0" name="图片 3110"/>
                      <p:cNvPicPr/>
                      <p:nvPr/>
                    </p:nvPicPr>
                    <p:blipFill>
                      <a:blip r:embed="rId5"/>
                      <a:stretch>
                        <a:fillRect/>
                      </a:stretch>
                    </p:blipFill>
                    <p:spPr>
                      <a:xfrm>
                        <a:off x="3276600" y="1293813"/>
                        <a:ext cx="2663825" cy="911225"/>
                      </a:xfrm>
                      <a:prstGeom prst="rect">
                        <a:avLst/>
                      </a:prstGeom>
                      <a:noFill/>
                      <a:ln w="38100">
                        <a:miter/>
                      </a:ln>
                    </p:spPr>
                  </p:pic>
                </p:oleObj>
              </mc:Fallback>
            </mc:AlternateContent>
          </a:graphicData>
        </a:graphic>
      </p:graphicFrame>
      <p:sp>
        <p:nvSpPr>
          <p:cNvPr id="104459" name="Rectangle 18"/>
          <p:cNvSpPr/>
          <p:nvPr/>
        </p:nvSpPr>
        <p:spPr>
          <a:xfrm>
            <a:off x="228600" y="6426200"/>
            <a:ext cx="24701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李雅普诺夫稳定性理论</a:t>
            </a:r>
          </a:p>
        </p:txBody>
      </p:sp>
      <p:sp>
        <p:nvSpPr>
          <p:cNvPr id="104460" name="Rectangle 19"/>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104461" name="Text Box 21"/>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日期占位符 4"/>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108546"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36</a:t>
            </a:fld>
            <a:endParaRPr lang="en-US" altLang="zh-CN" sz="1400" dirty="0"/>
          </a:p>
        </p:txBody>
      </p:sp>
      <p:grpSp>
        <p:nvGrpSpPr>
          <p:cNvPr id="108547" name="Group 2"/>
          <p:cNvGrpSpPr/>
          <p:nvPr/>
        </p:nvGrpSpPr>
        <p:grpSpPr>
          <a:xfrm>
            <a:off x="0" y="0"/>
            <a:ext cx="9144000" cy="6858000"/>
            <a:chOff x="0" y="0"/>
            <a:chExt cx="5760" cy="4320"/>
          </a:xfrm>
        </p:grpSpPr>
        <p:pic>
          <p:nvPicPr>
            <p:cNvPr id="108548"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108549"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108550" name="Rectangle 5"/>
          <p:cNvSpPr>
            <a:spLocks noGrp="1"/>
          </p:cNvSpPr>
          <p:nvPr>
            <p:ph type="body" sz="half" idx="1"/>
          </p:nvPr>
        </p:nvSpPr>
        <p:spPr>
          <a:xfrm>
            <a:off x="468313" y="2781300"/>
            <a:ext cx="8351837" cy="3413125"/>
          </a:xfrm>
          <a:ln/>
        </p:spPr>
        <p:txBody>
          <a:bodyPr vert="horz" wrap="square" lIns="91440" tIns="45720" rIns="91440" bIns="45720" anchor="t" anchorCtr="0"/>
          <a:lstStyle/>
          <a:p>
            <a:pPr eaLnBrk="1" hangingPunct="1">
              <a:spcBef>
                <a:spcPct val="45000"/>
              </a:spcBef>
              <a:buClrTx/>
              <a:buSzTx/>
              <a:buFontTx/>
              <a:buNone/>
            </a:pPr>
            <a:r>
              <a:rPr lang="en-US" altLang="zh-CN" dirty="0">
                <a:ea typeface="黑体" panose="02010609060101010101" pitchFamily="49" charset="-122"/>
              </a:rPr>
              <a:t> </a:t>
            </a:r>
            <a:r>
              <a:rPr lang="zh-CN" altLang="en-US" sz="2400" dirty="0">
                <a:ea typeface="黑体" panose="02010609060101010101" pitchFamily="49" charset="-122"/>
              </a:rPr>
              <a:t>解</a:t>
            </a:r>
            <a:r>
              <a:rPr lang="en-US" altLang="zh-CN" sz="2400" dirty="0">
                <a:ea typeface="黑体" panose="02010609060101010101" pitchFamily="49" charset="-122"/>
              </a:rPr>
              <a:t>:  </a:t>
            </a:r>
            <a:r>
              <a:rPr lang="zh-CN" altLang="en-US" sz="2400" dirty="0">
                <a:ea typeface="黑体" panose="02010609060101010101" pitchFamily="49" charset="-122"/>
              </a:rPr>
              <a:t>显然，原点           是唯一平衡点，</a:t>
            </a:r>
          </a:p>
          <a:p>
            <a:pPr eaLnBrk="1" hangingPunct="1">
              <a:spcBef>
                <a:spcPct val="45000"/>
              </a:spcBef>
              <a:buClrTx/>
              <a:buSzTx/>
              <a:buFontTx/>
              <a:buNone/>
            </a:pPr>
            <a:r>
              <a:rPr lang="zh-CN" altLang="en-US" sz="2400" dirty="0">
                <a:ea typeface="黑体" panose="02010609060101010101" pitchFamily="49" charset="-122"/>
              </a:rPr>
              <a:t>        取                           ，则</a:t>
            </a:r>
          </a:p>
          <a:p>
            <a:pPr eaLnBrk="1" hangingPunct="1">
              <a:spcBef>
                <a:spcPct val="45000"/>
              </a:spcBef>
              <a:buClrTx/>
              <a:buSzTx/>
              <a:buFontTx/>
              <a:buNone/>
            </a:pPr>
            <a:endParaRPr lang="zh-CN" altLang="en-US" sz="2400" dirty="0">
              <a:ea typeface="黑体" panose="02010609060101010101" pitchFamily="49" charset="-122"/>
            </a:endParaRPr>
          </a:p>
          <a:p>
            <a:pPr eaLnBrk="1" hangingPunct="1">
              <a:spcBef>
                <a:spcPct val="45000"/>
              </a:spcBef>
              <a:buClrTx/>
              <a:buSzTx/>
              <a:buFontTx/>
              <a:buNone/>
            </a:pPr>
            <a:endParaRPr lang="zh-CN" altLang="en-US" sz="2400" dirty="0">
              <a:ea typeface="黑体" panose="02010609060101010101" pitchFamily="49" charset="-122"/>
            </a:endParaRPr>
          </a:p>
          <a:p>
            <a:pPr eaLnBrk="1" hangingPunct="1">
              <a:spcBef>
                <a:spcPct val="45000"/>
              </a:spcBef>
              <a:buClrTx/>
              <a:buSzTx/>
              <a:buFontTx/>
              <a:buNone/>
            </a:pPr>
            <a:endParaRPr lang="zh-CN" altLang="en-US" sz="2400" dirty="0">
              <a:ea typeface="黑体" panose="02010609060101010101" pitchFamily="49" charset="-122"/>
            </a:endParaRPr>
          </a:p>
          <a:p>
            <a:pPr eaLnBrk="1" hangingPunct="1">
              <a:spcBef>
                <a:spcPct val="45000"/>
              </a:spcBef>
              <a:buClrTx/>
              <a:buSzTx/>
              <a:buFontTx/>
              <a:buNone/>
            </a:pPr>
            <a:r>
              <a:rPr lang="zh-CN" altLang="en-US" sz="2400" dirty="0">
                <a:ea typeface="黑体" panose="02010609060101010101" pitchFamily="49" charset="-122"/>
              </a:rPr>
              <a:t>               </a:t>
            </a:r>
          </a:p>
        </p:txBody>
      </p:sp>
      <p:sp>
        <p:nvSpPr>
          <p:cNvPr id="108551" name="Rectangle 6"/>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08552" name="Object 7"/>
          <p:cNvGraphicFramePr>
            <a:graphicFrameLocks noChangeAspect="1"/>
          </p:cNvGraphicFramePr>
          <p:nvPr/>
        </p:nvGraphicFramePr>
        <p:xfrm>
          <a:off x="2822575" y="2903538"/>
          <a:ext cx="806450" cy="454025"/>
        </p:xfrm>
        <a:graphic>
          <a:graphicData uri="http://schemas.openxmlformats.org/presentationml/2006/ole">
            <mc:AlternateContent xmlns:mc="http://schemas.openxmlformats.org/markup-compatibility/2006">
              <mc:Choice xmlns:v="urn:schemas-microsoft-com:vml" Requires="v">
                <p:oleObj r:id="rId4" imgW="406400" imgH="228600" progId="Equation.DSMT4">
                  <p:embed/>
                </p:oleObj>
              </mc:Choice>
              <mc:Fallback>
                <p:oleObj r:id="rId4" imgW="406400" imgH="228600" progId="Equation.DSMT4">
                  <p:embed/>
                  <p:pic>
                    <p:nvPicPr>
                      <p:cNvPr id="0" name="图片 3646"/>
                      <p:cNvPicPr/>
                      <p:nvPr/>
                    </p:nvPicPr>
                    <p:blipFill>
                      <a:blip r:embed="rId5"/>
                      <a:stretch>
                        <a:fillRect/>
                      </a:stretch>
                    </p:blipFill>
                    <p:spPr>
                      <a:xfrm>
                        <a:off x="2822575" y="2903538"/>
                        <a:ext cx="806450" cy="454025"/>
                      </a:xfrm>
                      <a:prstGeom prst="rect">
                        <a:avLst/>
                      </a:prstGeom>
                      <a:noFill/>
                      <a:ln w="38100">
                        <a:noFill/>
                        <a:miter/>
                      </a:ln>
                    </p:spPr>
                  </p:pic>
                </p:oleObj>
              </mc:Fallback>
            </mc:AlternateContent>
          </a:graphicData>
        </a:graphic>
      </p:graphicFrame>
      <p:sp>
        <p:nvSpPr>
          <p:cNvPr id="108553" name="Rectangle 8"/>
          <p:cNvSpPr/>
          <p:nvPr/>
        </p:nvSpPr>
        <p:spPr>
          <a:xfrm>
            <a:off x="0" y="3309938"/>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08554" name="Object 9"/>
          <p:cNvGraphicFramePr>
            <a:graphicFrameLocks noChangeAspect="1"/>
          </p:cNvGraphicFramePr>
          <p:nvPr/>
        </p:nvGraphicFramePr>
        <p:xfrm>
          <a:off x="1619250" y="3467100"/>
          <a:ext cx="2232025" cy="446088"/>
        </p:xfrm>
        <a:graphic>
          <a:graphicData uri="http://schemas.openxmlformats.org/presentationml/2006/ole">
            <mc:AlternateContent xmlns:mc="http://schemas.openxmlformats.org/markup-compatibility/2006">
              <mc:Choice xmlns:v="urn:schemas-microsoft-com:vml" Requires="v">
                <p:oleObj r:id="rId6" imgW="1206500" imgH="241300" progId="Equation.DSMT4">
                  <p:embed/>
                </p:oleObj>
              </mc:Choice>
              <mc:Fallback>
                <p:oleObj r:id="rId6" imgW="1206500" imgH="241300" progId="Equation.DSMT4">
                  <p:embed/>
                  <p:pic>
                    <p:nvPicPr>
                      <p:cNvPr id="0" name="图片 3647"/>
                      <p:cNvPicPr/>
                      <p:nvPr/>
                    </p:nvPicPr>
                    <p:blipFill>
                      <a:blip r:embed="rId7"/>
                      <a:stretch>
                        <a:fillRect/>
                      </a:stretch>
                    </p:blipFill>
                    <p:spPr>
                      <a:xfrm>
                        <a:off x="1619250" y="3467100"/>
                        <a:ext cx="2232025" cy="446088"/>
                      </a:xfrm>
                      <a:prstGeom prst="rect">
                        <a:avLst/>
                      </a:prstGeom>
                      <a:noFill/>
                      <a:ln w="38100">
                        <a:noFill/>
                        <a:miter/>
                      </a:ln>
                    </p:spPr>
                  </p:pic>
                </p:oleObj>
              </mc:Fallback>
            </mc:AlternateContent>
          </a:graphicData>
        </a:graphic>
      </p:graphicFrame>
      <p:sp>
        <p:nvSpPr>
          <p:cNvPr id="108555" name="Rectangle 10"/>
          <p:cNvSpPr/>
          <p:nvPr/>
        </p:nvSpPr>
        <p:spPr>
          <a:xfrm>
            <a:off x="0" y="3357563"/>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08556" name="Rectangle 11"/>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08557" name="Rectangle 12"/>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08558" name="Object 13"/>
          <p:cNvGraphicFramePr>
            <a:graphicFrameLocks noChangeAspect="1"/>
          </p:cNvGraphicFramePr>
          <p:nvPr/>
        </p:nvGraphicFramePr>
        <p:xfrm>
          <a:off x="190500" y="3929063"/>
          <a:ext cx="8734425" cy="965200"/>
        </p:xfrm>
        <a:graphic>
          <a:graphicData uri="http://schemas.openxmlformats.org/presentationml/2006/ole">
            <mc:AlternateContent xmlns:mc="http://schemas.openxmlformats.org/markup-compatibility/2006">
              <mc:Choice xmlns:v="urn:schemas-microsoft-com:vml" Requires="v">
                <p:oleObj r:id="rId8" imgW="4368800" imgH="482600" progId="Equation.DSMT4">
                  <p:embed/>
                </p:oleObj>
              </mc:Choice>
              <mc:Fallback>
                <p:oleObj r:id="rId8" imgW="4368800" imgH="482600" progId="Equation.DSMT4">
                  <p:embed/>
                  <p:pic>
                    <p:nvPicPr>
                      <p:cNvPr id="0" name="图片 3648"/>
                      <p:cNvPicPr/>
                      <p:nvPr/>
                    </p:nvPicPr>
                    <p:blipFill>
                      <a:blip r:embed="rId9"/>
                      <a:stretch>
                        <a:fillRect/>
                      </a:stretch>
                    </p:blipFill>
                    <p:spPr>
                      <a:xfrm>
                        <a:off x="190500" y="3929063"/>
                        <a:ext cx="8734425" cy="965200"/>
                      </a:xfrm>
                      <a:prstGeom prst="rect">
                        <a:avLst/>
                      </a:prstGeom>
                      <a:noFill/>
                      <a:ln w="38100">
                        <a:noFill/>
                        <a:miter/>
                      </a:ln>
                    </p:spPr>
                  </p:pic>
                </p:oleObj>
              </mc:Fallback>
            </mc:AlternateContent>
          </a:graphicData>
        </a:graphic>
      </p:graphicFrame>
      <p:sp>
        <p:nvSpPr>
          <p:cNvPr id="108559" name="Rectangle 14"/>
          <p:cNvSpPr/>
          <p:nvPr/>
        </p:nvSpPr>
        <p:spPr>
          <a:xfrm>
            <a:off x="539750" y="1268413"/>
            <a:ext cx="7632700" cy="1425575"/>
          </a:xfrm>
          <a:prstGeom prst="rect">
            <a:avLst/>
          </a:prstGeom>
          <a:noFill/>
          <a:ln w="9525">
            <a:noFill/>
          </a:ln>
        </p:spPr>
        <p:txBody>
          <a:bodyPr anchor="t" anchorCtr="0">
            <a:spAutoFit/>
          </a:bodyPr>
          <a:lstStyle/>
          <a:p>
            <a:pPr eaLnBrk="0" hangingPunct="0"/>
            <a:r>
              <a:rPr lang="zh-CN" altLang="en-US" sz="2400" dirty="0">
                <a:solidFill>
                  <a:srgbClr val="A50021"/>
                </a:solidFill>
                <a:latin typeface="Arial" panose="020B0604020202020204" pitchFamily="34" charset="0"/>
                <a:ea typeface="黑体" panose="02010609060101010101" pitchFamily="49" charset="-122"/>
              </a:rPr>
              <a:t>例</a:t>
            </a:r>
            <a:r>
              <a:rPr lang="en-US" altLang="zh-CN" sz="2400" dirty="0">
                <a:solidFill>
                  <a:srgbClr val="A50021"/>
                </a:solidFill>
                <a:latin typeface="Arial" panose="020B0604020202020204" pitchFamily="34" charset="0"/>
                <a:ea typeface="黑体" panose="02010609060101010101" pitchFamily="49" charset="-122"/>
              </a:rPr>
              <a:t>5.2.2</a:t>
            </a:r>
            <a:r>
              <a:rPr lang="en-US" altLang="zh-CN" sz="2400" dirty="0">
                <a:latin typeface="Arial" panose="020B0604020202020204" pitchFamily="34" charset="0"/>
                <a:ea typeface="黑体" panose="02010609060101010101" pitchFamily="49" charset="-122"/>
              </a:rPr>
              <a:t>  </a:t>
            </a:r>
            <a:r>
              <a:rPr lang="zh-CN" altLang="en-US" sz="2400" dirty="0">
                <a:latin typeface="Arial" panose="020B0604020202020204" pitchFamily="34" charset="0"/>
                <a:ea typeface="黑体" panose="02010609060101010101" pitchFamily="49" charset="-122"/>
              </a:rPr>
              <a:t>已知系统</a:t>
            </a:r>
          </a:p>
          <a:p>
            <a:pPr lvl="1" indent="0" eaLnBrk="0" hangingPunct="0"/>
            <a:endParaRPr lang="zh-CN" altLang="en-US" sz="2400" dirty="0">
              <a:latin typeface="Arial" panose="020B0604020202020204" pitchFamily="34" charset="0"/>
              <a:ea typeface="黑体" panose="02010609060101010101" pitchFamily="49" charset="-122"/>
            </a:endParaRPr>
          </a:p>
          <a:p>
            <a:pPr lvl="1" indent="0" eaLnBrk="0" hangingPunct="0">
              <a:spcBef>
                <a:spcPct val="65000"/>
              </a:spcBef>
            </a:pPr>
            <a:r>
              <a:rPr lang="zh-CN" altLang="en-US" sz="2400" dirty="0">
                <a:latin typeface="Arial" panose="020B0604020202020204" pitchFamily="34" charset="0"/>
                <a:ea typeface="黑体" panose="02010609060101010101" pitchFamily="49" charset="-122"/>
              </a:rPr>
              <a:t>试用李雅普诺夫第二方法判断其稳定性。</a:t>
            </a:r>
          </a:p>
        </p:txBody>
      </p:sp>
      <p:graphicFrame>
        <p:nvGraphicFramePr>
          <p:cNvPr id="108560" name="Object 15"/>
          <p:cNvGraphicFramePr>
            <a:graphicFrameLocks noGrp="1" noChangeAspect="1"/>
          </p:cNvGraphicFramePr>
          <p:nvPr>
            <p:ph sz="half" idx="2"/>
          </p:nvPr>
        </p:nvGraphicFramePr>
        <p:xfrm>
          <a:off x="3276600" y="1293813"/>
          <a:ext cx="2663825" cy="911225"/>
        </p:xfrm>
        <a:graphic>
          <a:graphicData uri="http://schemas.openxmlformats.org/presentationml/2006/ole">
            <mc:AlternateContent xmlns:mc="http://schemas.openxmlformats.org/markup-compatibility/2006">
              <mc:Choice xmlns:v="urn:schemas-microsoft-com:vml" Requires="v">
                <p:oleObj r:id="rId10" imgW="1409065" imgH="482600" progId="Equation.DSMT4">
                  <p:embed/>
                </p:oleObj>
              </mc:Choice>
              <mc:Fallback>
                <p:oleObj r:id="rId10" imgW="1409065" imgH="482600" progId="Equation.DSMT4">
                  <p:embed/>
                  <p:pic>
                    <p:nvPicPr>
                      <p:cNvPr id="0" name="图片 3645"/>
                      <p:cNvPicPr/>
                      <p:nvPr/>
                    </p:nvPicPr>
                    <p:blipFill>
                      <a:blip r:embed="rId11"/>
                      <a:stretch>
                        <a:fillRect/>
                      </a:stretch>
                    </p:blipFill>
                    <p:spPr>
                      <a:xfrm>
                        <a:off x="3276600" y="1293813"/>
                        <a:ext cx="2663825" cy="911225"/>
                      </a:xfrm>
                      <a:prstGeom prst="rect">
                        <a:avLst/>
                      </a:prstGeom>
                      <a:noFill/>
                      <a:ln w="38100">
                        <a:miter/>
                      </a:ln>
                    </p:spPr>
                  </p:pic>
                </p:oleObj>
              </mc:Fallback>
            </mc:AlternateContent>
          </a:graphicData>
        </a:graphic>
      </p:graphicFrame>
      <p:sp>
        <p:nvSpPr>
          <p:cNvPr id="108561" name="Rectangle 16"/>
          <p:cNvSpPr/>
          <p:nvPr/>
        </p:nvSpPr>
        <p:spPr>
          <a:xfrm>
            <a:off x="228600" y="6426200"/>
            <a:ext cx="24701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李雅普诺夫稳定性理论</a:t>
            </a:r>
          </a:p>
        </p:txBody>
      </p:sp>
      <p:sp>
        <p:nvSpPr>
          <p:cNvPr id="108562" name="Rectangle 17"/>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108563" name="Text Box 18"/>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日期占位符 4"/>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109570"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37</a:t>
            </a:fld>
            <a:endParaRPr lang="en-US" altLang="zh-CN" sz="1400" dirty="0"/>
          </a:p>
        </p:txBody>
      </p:sp>
      <p:grpSp>
        <p:nvGrpSpPr>
          <p:cNvPr id="109571" name="Group 2"/>
          <p:cNvGrpSpPr/>
          <p:nvPr/>
        </p:nvGrpSpPr>
        <p:grpSpPr>
          <a:xfrm>
            <a:off x="0" y="0"/>
            <a:ext cx="9144000" cy="6858000"/>
            <a:chOff x="0" y="0"/>
            <a:chExt cx="5760" cy="4320"/>
          </a:xfrm>
        </p:grpSpPr>
        <p:pic>
          <p:nvPicPr>
            <p:cNvPr id="109572"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109573"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109574" name="Rectangle 5"/>
          <p:cNvSpPr>
            <a:spLocks noGrp="1"/>
          </p:cNvSpPr>
          <p:nvPr>
            <p:ph type="body" sz="half" idx="1"/>
          </p:nvPr>
        </p:nvSpPr>
        <p:spPr>
          <a:xfrm>
            <a:off x="468313" y="2781300"/>
            <a:ext cx="8351837" cy="3413125"/>
          </a:xfrm>
          <a:ln/>
        </p:spPr>
        <p:txBody>
          <a:bodyPr vert="horz" wrap="square" lIns="91440" tIns="45720" rIns="91440" bIns="45720" anchor="t" anchorCtr="0"/>
          <a:lstStyle/>
          <a:p>
            <a:pPr eaLnBrk="1" hangingPunct="1">
              <a:spcBef>
                <a:spcPct val="45000"/>
              </a:spcBef>
              <a:buClrTx/>
              <a:buSzTx/>
              <a:buFontTx/>
              <a:buNone/>
            </a:pPr>
            <a:r>
              <a:rPr lang="en-US" altLang="zh-CN" dirty="0">
                <a:ea typeface="黑体" panose="02010609060101010101" pitchFamily="49" charset="-122"/>
              </a:rPr>
              <a:t> </a:t>
            </a:r>
            <a:r>
              <a:rPr lang="zh-CN" altLang="en-US" sz="2400" dirty="0">
                <a:ea typeface="黑体" panose="02010609060101010101" pitchFamily="49" charset="-122"/>
              </a:rPr>
              <a:t>解</a:t>
            </a:r>
            <a:r>
              <a:rPr lang="en-US" altLang="zh-CN" sz="2400" dirty="0">
                <a:ea typeface="黑体" panose="02010609060101010101" pitchFamily="49" charset="-122"/>
              </a:rPr>
              <a:t>:  </a:t>
            </a:r>
            <a:r>
              <a:rPr lang="zh-CN" altLang="en-US" sz="2400" dirty="0">
                <a:ea typeface="黑体" panose="02010609060101010101" pitchFamily="49" charset="-122"/>
              </a:rPr>
              <a:t>显然，原点           是唯一平衡点，</a:t>
            </a:r>
          </a:p>
          <a:p>
            <a:pPr eaLnBrk="1" hangingPunct="1">
              <a:spcBef>
                <a:spcPct val="45000"/>
              </a:spcBef>
              <a:buClrTx/>
              <a:buSzTx/>
              <a:buFontTx/>
              <a:buNone/>
            </a:pPr>
            <a:r>
              <a:rPr lang="zh-CN" altLang="en-US" sz="2400" dirty="0">
                <a:ea typeface="黑体" panose="02010609060101010101" pitchFamily="49" charset="-122"/>
              </a:rPr>
              <a:t>        取                           ，则</a:t>
            </a:r>
          </a:p>
          <a:p>
            <a:pPr eaLnBrk="1" hangingPunct="1">
              <a:spcBef>
                <a:spcPct val="45000"/>
              </a:spcBef>
              <a:buClrTx/>
              <a:buSzTx/>
              <a:buFontTx/>
              <a:buNone/>
            </a:pPr>
            <a:endParaRPr lang="zh-CN" altLang="en-US" sz="2400" dirty="0">
              <a:ea typeface="黑体" panose="02010609060101010101" pitchFamily="49" charset="-122"/>
            </a:endParaRPr>
          </a:p>
          <a:p>
            <a:pPr eaLnBrk="1" hangingPunct="1">
              <a:spcBef>
                <a:spcPct val="45000"/>
              </a:spcBef>
              <a:buClrTx/>
              <a:buSzTx/>
              <a:buFontTx/>
              <a:buNone/>
            </a:pPr>
            <a:endParaRPr lang="zh-CN" altLang="en-US" sz="2400" dirty="0">
              <a:ea typeface="黑体" panose="02010609060101010101" pitchFamily="49" charset="-122"/>
            </a:endParaRPr>
          </a:p>
          <a:p>
            <a:pPr eaLnBrk="1" hangingPunct="1">
              <a:spcBef>
                <a:spcPct val="45000"/>
              </a:spcBef>
              <a:buClrTx/>
              <a:buSzTx/>
              <a:buFontTx/>
              <a:buNone/>
            </a:pPr>
            <a:r>
              <a:rPr lang="zh-CN" altLang="en-US" sz="2400" dirty="0">
                <a:ea typeface="黑体" panose="02010609060101010101" pitchFamily="49" charset="-122"/>
              </a:rPr>
              <a:t>又因为当            时，有               ，所以系统在原点处</a:t>
            </a:r>
          </a:p>
          <a:p>
            <a:pPr eaLnBrk="1" hangingPunct="1">
              <a:spcBef>
                <a:spcPct val="45000"/>
              </a:spcBef>
              <a:buClrTx/>
              <a:buSzTx/>
              <a:buFontTx/>
              <a:buNone/>
            </a:pPr>
            <a:r>
              <a:rPr lang="zh-CN" altLang="en-US" sz="2400" dirty="0">
                <a:ea typeface="黑体" panose="02010609060101010101" pitchFamily="49" charset="-122"/>
              </a:rPr>
              <a:t>是大范围渐近稳定的。</a:t>
            </a:r>
          </a:p>
        </p:txBody>
      </p:sp>
      <p:sp>
        <p:nvSpPr>
          <p:cNvPr id="109575" name="Rectangle 6"/>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09576" name="Object 7"/>
          <p:cNvGraphicFramePr>
            <a:graphicFrameLocks noChangeAspect="1"/>
          </p:cNvGraphicFramePr>
          <p:nvPr/>
        </p:nvGraphicFramePr>
        <p:xfrm>
          <a:off x="2822575" y="2903538"/>
          <a:ext cx="806450" cy="454025"/>
        </p:xfrm>
        <a:graphic>
          <a:graphicData uri="http://schemas.openxmlformats.org/presentationml/2006/ole">
            <mc:AlternateContent xmlns:mc="http://schemas.openxmlformats.org/markup-compatibility/2006">
              <mc:Choice xmlns:v="urn:schemas-microsoft-com:vml" Requires="v">
                <p:oleObj r:id="rId4" imgW="406400" imgH="228600" progId="Equation.DSMT4">
                  <p:embed/>
                </p:oleObj>
              </mc:Choice>
              <mc:Fallback>
                <p:oleObj r:id="rId4" imgW="406400" imgH="228600" progId="Equation.DSMT4">
                  <p:embed/>
                  <p:pic>
                    <p:nvPicPr>
                      <p:cNvPr id="0" name="图片 3652"/>
                      <p:cNvPicPr/>
                      <p:nvPr/>
                    </p:nvPicPr>
                    <p:blipFill>
                      <a:blip r:embed="rId5"/>
                      <a:stretch>
                        <a:fillRect/>
                      </a:stretch>
                    </p:blipFill>
                    <p:spPr>
                      <a:xfrm>
                        <a:off x="2822575" y="2903538"/>
                        <a:ext cx="806450" cy="454025"/>
                      </a:xfrm>
                      <a:prstGeom prst="rect">
                        <a:avLst/>
                      </a:prstGeom>
                      <a:noFill/>
                      <a:ln w="38100">
                        <a:noFill/>
                        <a:miter/>
                      </a:ln>
                    </p:spPr>
                  </p:pic>
                </p:oleObj>
              </mc:Fallback>
            </mc:AlternateContent>
          </a:graphicData>
        </a:graphic>
      </p:graphicFrame>
      <p:sp>
        <p:nvSpPr>
          <p:cNvPr id="109577" name="Rectangle 8"/>
          <p:cNvSpPr/>
          <p:nvPr/>
        </p:nvSpPr>
        <p:spPr>
          <a:xfrm>
            <a:off x="0" y="3309938"/>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09578" name="Object 9"/>
          <p:cNvGraphicFramePr>
            <a:graphicFrameLocks noChangeAspect="1"/>
          </p:cNvGraphicFramePr>
          <p:nvPr/>
        </p:nvGraphicFramePr>
        <p:xfrm>
          <a:off x="1619250" y="3467100"/>
          <a:ext cx="2232025" cy="446088"/>
        </p:xfrm>
        <a:graphic>
          <a:graphicData uri="http://schemas.openxmlformats.org/presentationml/2006/ole">
            <mc:AlternateContent xmlns:mc="http://schemas.openxmlformats.org/markup-compatibility/2006">
              <mc:Choice xmlns:v="urn:schemas-microsoft-com:vml" Requires="v">
                <p:oleObj r:id="rId6" imgW="1206500" imgH="241300" progId="Equation.DSMT4">
                  <p:embed/>
                </p:oleObj>
              </mc:Choice>
              <mc:Fallback>
                <p:oleObj r:id="rId6" imgW="1206500" imgH="241300" progId="Equation.DSMT4">
                  <p:embed/>
                  <p:pic>
                    <p:nvPicPr>
                      <p:cNvPr id="0" name="图片 3654"/>
                      <p:cNvPicPr/>
                      <p:nvPr/>
                    </p:nvPicPr>
                    <p:blipFill>
                      <a:blip r:embed="rId7"/>
                      <a:stretch>
                        <a:fillRect/>
                      </a:stretch>
                    </p:blipFill>
                    <p:spPr>
                      <a:xfrm>
                        <a:off x="1619250" y="3467100"/>
                        <a:ext cx="2232025" cy="446088"/>
                      </a:xfrm>
                      <a:prstGeom prst="rect">
                        <a:avLst/>
                      </a:prstGeom>
                      <a:noFill/>
                      <a:ln w="38100">
                        <a:noFill/>
                        <a:miter/>
                      </a:ln>
                    </p:spPr>
                  </p:pic>
                </p:oleObj>
              </mc:Fallback>
            </mc:AlternateContent>
          </a:graphicData>
        </a:graphic>
      </p:graphicFrame>
      <p:sp>
        <p:nvSpPr>
          <p:cNvPr id="109579" name="Rectangle 10"/>
          <p:cNvSpPr/>
          <p:nvPr/>
        </p:nvSpPr>
        <p:spPr>
          <a:xfrm>
            <a:off x="0" y="3357563"/>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09580" name="Object 11"/>
          <p:cNvGraphicFramePr>
            <a:graphicFrameLocks noChangeAspect="1"/>
          </p:cNvGraphicFramePr>
          <p:nvPr/>
        </p:nvGraphicFramePr>
        <p:xfrm>
          <a:off x="1789113" y="5118100"/>
          <a:ext cx="960437" cy="301625"/>
        </p:xfrm>
        <a:graphic>
          <a:graphicData uri="http://schemas.openxmlformats.org/presentationml/2006/ole">
            <mc:AlternateContent xmlns:mc="http://schemas.openxmlformats.org/markup-compatibility/2006">
              <mc:Choice xmlns:v="urn:schemas-microsoft-com:vml" Requires="v">
                <p:oleObj r:id="rId8" imgW="444500" imgH="139700" progId="Equation.DSMT4">
                  <p:embed/>
                </p:oleObj>
              </mc:Choice>
              <mc:Fallback>
                <p:oleObj r:id="rId8" imgW="444500" imgH="139700" progId="Equation.DSMT4">
                  <p:embed/>
                  <p:pic>
                    <p:nvPicPr>
                      <p:cNvPr id="0" name="图片 3649"/>
                      <p:cNvPicPr/>
                      <p:nvPr/>
                    </p:nvPicPr>
                    <p:blipFill>
                      <a:blip r:embed="rId9"/>
                      <a:stretch>
                        <a:fillRect/>
                      </a:stretch>
                    </p:blipFill>
                    <p:spPr>
                      <a:xfrm>
                        <a:off x="1789113" y="5118100"/>
                        <a:ext cx="960437" cy="301625"/>
                      </a:xfrm>
                      <a:prstGeom prst="rect">
                        <a:avLst/>
                      </a:prstGeom>
                      <a:noFill/>
                      <a:ln w="38100">
                        <a:noFill/>
                        <a:miter/>
                      </a:ln>
                    </p:spPr>
                  </p:pic>
                </p:oleObj>
              </mc:Fallback>
            </mc:AlternateContent>
          </a:graphicData>
        </a:graphic>
      </p:graphicFrame>
      <p:sp>
        <p:nvSpPr>
          <p:cNvPr id="109581" name="Rectangle 12"/>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09582" name="Object 13"/>
          <p:cNvGraphicFramePr>
            <a:graphicFrameLocks noChangeAspect="1"/>
          </p:cNvGraphicFramePr>
          <p:nvPr/>
        </p:nvGraphicFramePr>
        <p:xfrm>
          <a:off x="3741738" y="5110163"/>
          <a:ext cx="1204912" cy="369887"/>
        </p:xfrm>
        <a:graphic>
          <a:graphicData uri="http://schemas.openxmlformats.org/presentationml/2006/ole">
            <mc:AlternateContent xmlns:mc="http://schemas.openxmlformats.org/markup-compatibility/2006">
              <mc:Choice xmlns:v="urn:schemas-microsoft-com:vml" Requires="v">
                <p:oleObj r:id="rId10" imgW="660400" imgH="203200" progId="Equation.DSMT4">
                  <p:embed/>
                </p:oleObj>
              </mc:Choice>
              <mc:Fallback>
                <p:oleObj r:id="rId10" imgW="660400" imgH="203200" progId="Equation.DSMT4">
                  <p:embed/>
                  <p:pic>
                    <p:nvPicPr>
                      <p:cNvPr id="0" name="图片 3651"/>
                      <p:cNvPicPr/>
                      <p:nvPr/>
                    </p:nvPicPr>
                    <p:blipFill>
                      <a:blip r:embed="rId11"/>
                      <a:stretch>
                        <a:fillRect/>
                      </a:stretch>
                    </p:blipFill>
                    <p:spPr>
                      <a:xfrm>
                        <a:off x="3741738" y="5110163"/>
                        <a:ext cx="1204912" cy="369887"/>
                      </a:xfrm>
                      <a:prstGeom prst="rect">
                        <a:avLst/>
                      </a:prstGeom>
                      <a:noFill/>
                      <a:ln w="38100">
                        <a:noFill/>
                        <a:miter/>
                      </a:ln>
                    </p:spPr>
                  </p:pic>
                </p:oleObj>
              </mc:Fallback>
            </mc:AlternateContent>
          </a:graphicData>
        </a:graphic>
      </p:graphicFrame>
      <p:sp>
        <p:nvSpPr>
          <p:cNvPr id="109583" name="Rectangle 14"/>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09584" name="Object 15"/>
          <p:cNvGraphicFramePr>
            <a:graphicFrameLocks noChangeAspect="1"/>
          </p:cNvGraphicFramePr>
          <p:nvPr/>
        </p:nvGraphicFramePr>
        <p:xfrm>
          <a:off x="190500" y="3929063"/>
          <a:ext cx="8734425" cy="965200"/>
        </p:xfrm>
        <a:graphic>
          <a:graphicData uri="http://schemas.openxmlformats.org/presentationml/2006/ole">
            <mc:AlternateContent xmlns:mc="http://schemas.openxmlformats.org/markup-compatibility/2006">
              <mc:Choice xmlns:v="urn:schemas-microsoft-com:vml" Requires="v">
                <p:oleObj r:id="rId12" imgW="4368800" imgH="482600" progId="Equation.DSMT4">
                  <p:embed/>
                </p:oleObj>
              </mc:Choice>
              <mc:Fallback>
                <p:oleObj r:id="rId12" imgW="4368800" imgH="482600" progId="Equation.DSMT4">
                  <p:embed/>
                  <p:pic>
                    <p:nvPicPr>
                      <p:cNvPr id="0" name="图片 3650"/>
                      <p:cNvPicPr/>
                      <p:nvPr/>
                    </p:nvPicPr>
                    <p:blipFill>
                      <a:blip r:embed="rId13"/>
                      <a:stretch>
                        <a:fillRect/>
                      </a:stretch>
                    </p:blipFill>
                    <p:spPr>
                      <a:xfrm>
                        <a:off x="190500" y="3929063"/>
                        <a:ext cx="8734425" cy="965200"/>
                      </a:xfrm>
                      <a:prstGeom prst="rect">
                        <a:avLst/>
                      </a:prstGeom>
                      <a:noFill/>
                      <a:ln w="38100">
                        <a:noFill/>
                        <a:miter/>
                      </a:ln>
                    </p:spPr>
                  </p:pic>
                </p:oleObj>
              </mc:Fallback>
            </mc:AlternateContent>
          </a:graphicData>
        </a:graphic>
      </p:graphicFrame>
      <p:sp>
        <p:nvSpPr>
          <p:cNvPr id="109585" name="Rectangle 16"/>
          <p:cNvSpPr/>
          <p:nvPr/>
        </p:nvSpPr>
        <p:spPr>
          <a:xfrm>
            <a:off x="539750" y="1268413"/>
            <a:ext cx="7632700" cy="1425575"/>
          </a:xfrm>
          <a:prstGeom prst="rect">
            <a:avLst/>
          </a:prstGeom>
          <a:noFill/>
          <a:ln w="9525">
            <a:noFill/>
          </a:ln>
        </p:spPr>
        <p:txBody>
          <a:bodyPr anchor="t" anchorCtr="0">
            <a:spAutoFit/>
          </a:bodyPr>
          <a:lstStyle/>
          <a:p>
            <a:pPr eaLnBrk="0" hangingPunct="0"/>
            <a:r>
              <a:rPr lang="zh-CN" altLang="en-US" sz="2400" dirty="0">
                <a:solidFill>
                  <a:srgbClr val="A50021"/>
                </a:solidFill>
                <a:latin typeface="Arial" panose="020B0604020202020204" pitchFamily="34" charset="0"/>
                <a:ea typeface="黑体" panose="02010609060101010101" pitchFamily="49" charset="-122"/>
              </a:rPr>
              <a:t>例</a:t>
            </a:r>
            <a:r>
              <a:rPr lang="en-US" altLang="zh-CN" sz="2400" dirty="0">
                <a:solidFill>
                  <a:srgbClr val="A50021"/>
                </a:solidFill>
                <a:latin typeface="Arial" panose="020B0604020202020204" pitchFamily="34" charset="0"/>
                <a:ea typeface="黑体" panose="02010609060101010101" pitchFamily="49" charset="-122"/>
              </a:rPr>
              <a:t>5.2.2</a:t>
            </a:r>
            <a:r>
              <a:rPr lang="en-US" altLang="zh-CN" sz="2400" dirty="0">
                <a:latin typeface="Arial" panose="020B0604020202020204" pitchFamily="34" charset="0"/>
                <a:ea typeface="黑体" panose="02010609060101010101" pitchFamily="49" charset="-122"/>
              </a:rPr>
              <a:t>  </a:t>
            </a:r>
            <a:r>
              <a:rPr lang="zh-CN" altLang="en-US" sz="2400" dirty="0">
                <a:latin typeface="Arial" panose="020B0604020202020204" pitchFamily="34" charset="0"/>
                <a:ea typeface="黑体" panose="02010609060101010101" pitchFamily="49" charset="-122"/>
              </a:rPr>
              <a:t>已知系统</a:t>
            </a:r>
          </a:p>
          <a:p>
            <a:pPr lvl="1" indent="0" eaLnBrk="0" hangingPunct="0"/>
            <a:endParaRPr lang="zh-CN" altLang="en-US" sz="2400" dirty="0">
              <a:latin typeface="Arial" panose="020B0604020202020204" pitchFamily="34" charset="0"/>
              <a:ea typeface="黑体" panose="02010609060101010101" pitchFamily="49" charset="-122"/>
            </a:endParaRPr>
          </a:p>
          <a:p>
            <a:pPr lvl="1" indent="0" eaLnBrk="0" hangingPunct="0">
              <a:spcBef>
                <a:spcPct val="65000"/>
              </a:spcBef>
            </a:pPr>
            <a:r>
              <a:rPr lang="zh-CN" altLang="en-US" sz="2400" dirty="0">
                <a:latin typeface="Arial" panose="020B0604020202020204" pitchFamily="34" charset="0"/>
                <a:ea typeface="黑体" panose="02010609060101010101" pitchFamily="49" charset="-122"/>
              </a:rPr>
              <a:t>试用李雅普诺夫第二方法判断其稳定性。</a:t>
            </a:r>
          </a:p>
        </p:txBody>
      </p:sp>
      <p:graphicFrame>
        <p:nvGraphicFramePr>
          <p:cNvPr id="109586" name="Object 17"/>
          <p:cNvGraphicFramePr>
            <a:graphicFrameLocks noGrp="1" noChangeAspect="1"/>
          </p:cNvGraphicFramePr>
          <p:nvPr>
            <p:ph sz="half" idx="2"/>
          </p:nvPr>
        </p:nvGraphicFramePr>
        <p:xfrm>
          <a:off x="3276600" y="1293813"/>
          <a:ext cx="2663825" cy="911225"/>
        </p:xfrm>
        <a:graphic>
          <a:graphicData uri="http://schemas.openxmlformats.org/presentationml/2006/ole">
            <mc:AlternateContent xmlns:mc="http://schemas.openxmlformats.org/markup-compatibility/2006">
              <mc:Choice xmlns:v="urn:schemas-microsoft-com:vml" Requires="v">
                <p:oleObj r:id="rId14" imgW="1409065" imgH="482600" progId="Equation.DSMT4">
                  <p:embed/>
                </p:oleObj>
              </mc:Choice>
              <mc:Fallback>
                <p:oleObj r:id="rId14" imgW="1409065" imgH="482600" progId="Equation.DSMT4">
                  <p:embed/>
                  <p:pic>
                    <p:nvPicPr>
                      <p:cNvPr id="0" name="图片 3653"/>
                      <p:cNvPicPr/>
                      <p:nvPr/>
                    </p:nvPicPr>
                    <p:blipFill>
                      <a:blip r:embed="rId15"/>
                      <a:stretch>
                        <a:fillRect/>
                      </a:stretch>
                    </p:blipFill>
                    <p:spPr>
                      <a:xfrm>
                        <a:off x="3276600" y="1293813"/>
                        <a:ext cx="2663825" cy="911225"/>
                      </a:xfrm>
                      <a:prstGeom prst="rect">
                        <a:avLst/>
                      </a:prstGeom>
                      <a:noFill/>
                      <a:ln w="38100">
                        <a:miter/>
                      </a:ln>
                    </p:spPr>
                  </p:pic>
                </p:oleObj>
              </mc:Fallback>
            </mc:AlternateContent>
          </a:graphicData>
        </a:graphic>
      </p:graphicFrame>
      <p:sp>
        <p:nvSpPr>
          <p:cNvPr id="109587" name="Rectangle 18"/>
          <p:cNvSpPr/>
          <p:nvPr/>
        </p:nvSpPr>
        <p:spPr>
          <a:xfrm>
            <a:off x="228600" y="6426200"/>
            <a:ext cx="24701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李雅普诺夫稳定性理论</a:t>
            </a:r>
          </a:p>
        </p:txBody>
      </p:sp>
      <p:sp>
        <p:nvSpPr>
          <p:cNvPr id="109588" name="Rectangle 19"/>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109589" name="Text Box 20"/>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日期占位符 4"/>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110594"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38</a:t>
            </a:fld>
            <a:endParaRPr lang="en-US" altLang="zh-CN" sz="1400" dirty="0"/>
          </a:p>
        </p:txBody>
      </p:sp>
      <p:grpSp>
        <p:nvGrpSpPr>
          <p:cNvPr id="110595" name="Group 2"/>
          <p:cNvGrpSpPr/>
          <p:nvPr/>
        </p:nvGrpSpPr>
        <p:grpSpPr>
          <a:xfrm>
            <a:off x="0" y="0"/>
            <a:ext cx="9144000" cy="6858000"/>
            <a:chOff x="0" y="0"/>
            <a:chExt cx="5760" cy="4320"/>
          </a:xfrm>
        </p:grpSpPr>
        <p:pic>
          <p:nvPicPr>
            <p:cNvPr id="110596"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110597"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110598" name="Rectangle 6"/>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10599" name="Rectangle 8"/>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10600" name="Rectangle 10"/>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10601" name="Rectangle 12"/>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10602" name="Rectangle 14"/>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10603" name="Rectangle 18"/>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10604" name="Rectangle 19"/>
          <p:cNvSpPr/>
          <p:nvPr/>
        </p:nvSpPr>
        <p:spPr>
          <a:xfrm>
            <a:off x="539750" y="1279525"/>
            <a:ext cx="7848600" cy="1406525"/>
          </a:xfrm>
          <a:prstGeom prst="rect">
            <a:avLst/>
          </a:prstGeom>
          <a:noFill/>
          <a:ln w="9525">
            <a:noFill/>
          </a:ln>
        </p:spPr>
        <p:txBody>
          <a:bodyPr anchor="t" anchorCtr="0">
            <a:spAutoFit/>
          </a:bodyPr>
          <a:lstStyle/>
          <a:p>
            <a:pPr eaLnBrk="0" hangingPunct="0"/>
            <a:r>
              <a:rPr lang="zh-CN" altLang="en-US" sz="2400" dirty="0">
                <a:solidFill>
                  <a:srgbClr val="A50021"/>
                </a:solidFill>
                <a:latin typeface="Arial" panose="020B0604020202020204" pitchFamily="34" charset="0"/>
                <a:ea typeface="黑体" panose="02010609060101010101" pitchFamily="49" charset="-122"/>
              </a:rPr>
              <a:t>例</a:t>
            </a:r>
            <a:r>
              <a:rPr lang="en-US" altLang="zh-CN" sz="2400" dirty="0">
                <a:solidFill>
                  <a:srgbClr val="A50021"/>
                </a:solidFill>
                <a:latin typeface="Arial" panose="020B0604020202020204" pitchFamily="34" charset="0"/>
                <a:ea typeface="黑体" panose="02010609060101010101" pitchFamily="49" charset="-122"/>
              </a:rPr>
              <a:t>5.2.3</a:t>
            </a:r>
            <a:r>
              <a:rPr lang="en-US" altLang="zh-CN" sz="2400" dirty="0">
                <a:latin typeface="Arial" panose="020B0604020202020204" pitchFamily="34" charset="0"/>
                <a:ea typeface="黑体" panose="02010609060101010101" pitchFamily="49" charset="-122"/>
              </a:rPr>
              <a:t>  </a:t>
            </a:r>
            <a:r>
              <a:rPr lang="zh-CN" altLang="en-US" sz="2400" dirty="0">
                <a:latin typeface="Arial" panose="020B0604020202020204" pitchFamily="34" charset="0"/>
                <a:ea typeface="黑体" panose="02010609060101010101" pitchFamily="49" charset="-122"/>
              </a:rPr>
              <a:t>已知系统</a:t>
            </a:r>
          </a:p>
          <a:p>
            <a:pPr lvl="2" indent="0" eaLnBrk="0" hangingPunct="0"/>
            <a:endParaRPr lang="zh-CN" altLang="en-US" sz="2400" dirty="0">
              <a:latin typeface="Arial" panose="020B0604020202020204" pitchFamily="34" charset="0"/>
              <a:ea typeface="黑体" panose="02010609060101010101" pitchFamily="49" charset="-122"/>
            </a:endParaRPr>
          </a:p>
          <a:p>
            <a:pPr eaLnBrk="0" hangingPunct="0">
              <a:spcBef>
                <a:spcPct val="60000"/>
              </a:spcBef>
            </a:pPr>
            <a:r>
              <a:rPr lang="zh-CN" altLang="en-US" sz="2400" dirty="0">
                <a:latin typeface="Arial" panose="020B0604020202020204" pitchFamily="34" charset="0"/>
                <a:ea typeface="黑体" panose="02010609060101010101" pitchFamily="49" charset="-122"/>
              </a:rPr>
              <a:t>      试用李雅普诺夫第二方法判别其稳定性。</a:t>
            </a:r>
          </a:p>
        </p:txBody>
      </p:sp>
      <p:graphicFrame>
        <p:nvGraphicFramePr>
          <p:cNvPr id="110605" name="Object 20"/>
          <p:cNvGraphicFramePr>
            <a:graphicFrameLocks noGrp="1" noChangeAspect="1"/>
          </p:cNvGraphicFramePr>
          <p:nvPr>
            <p:ph sz="half" idx="2"/>
          </p:nvPr>
        </p:nvGraphicFramePr>
        <p:xfrm>
          <a:off x="3348038" y="1308100"/>
          <a:ext cx="2447925" cy="896938"/>
        </p:xfrm>
        <a:graphic>
          <a:graphicData uri="http://schemas.openxmlformats.org/presentationml/2006/ole">
            <mc:AlternateContent xmlns:mc="http://schemas.openxmlformats.org/markup-compatibility/2006">
              <mc:Choice xmlns:v="urn:schemas-microsoft-com:vml" Requires="v">
                <p:oleObj r:id="rId4" imgW="1282700" imgH="469900" progId="Equation.DSMT4">
                  <p:embed/>
                </p:oleObj>
              </mc:Choice>
              <mc:Fallback>
                <p:oleObj r:id="rId4" imgW="1282700" imgH="469900" progId="Equation.DSMT4">
                  <p:embed/>
                  <p:pic>
                    <p:nvPicPr>
                      <p:cNvPr id="0" name="图片 3655"/>
                      <p:cNvPicPr/>
                      <p:nvPr/>
                    </p:nvPicPr>
                    <p:blipFill>
                      <a:blip r:embed="rId5"/>
                      <a:stretch>
                        <a:fillRect/>
                      </a:stretch>
                    </p:blipFill>
                    <p:spPr>
                      <a:xfrm>
                        <a:off x="3348038" y="1308100"/>
                        <a:ext cx="2447925" cy="896938"/>
                      </a:xfrm>
                      <a:prstGeom prst="rect">
                        <a:avLst/>
                      </a:prstGeom>
                      <a:noFill/>
                      <a:ln w="38100">
                        <a:miter/>
                      </a:ln>
                    </p:spPr>
                  </p:pic>
                </p:oleObj>
              </mc:Fallback>
            </mc:AlternateContent>
          </a:graphicData>
        </a:graphic>
      </p:graphicFrame>
      <p:sp>
        <p:nvSpPr>
          <p:cNvPr id="110606" name="Rectangle 21"/>
          <p:cNvSpPr/>
          <p:nvPr/>
        </p:nvSpPr>
        <p:spPr>
          <a:xfrm>
            <a:off x="228600" y="6426200"/>
            <a:ext cx="24701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李雅普诺夫稳定性理论</a:t>
            </a:r>
          </a:p>
        </p:txBody>
      </p:sp>
      <p:sp>
        <p:nvSpPr>
          <p:cNvPr id="110607" name="Rectangle 22"/>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110608" name="Text Box 24"/>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日期占位符 4"/>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114690"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39</a:t>
            </a:fld>
            <a:endParaRPr lang="en-US" altLang="zh-CN" sz="1400" dirty="0"/>
          </a:p>
        </p:txBody>
      </p:sp>
      <p:grpSp>
        <p:nvGrpSpPr>
          <p:cNvPr id="114691" name="Group 2"/>
          <p:cNvGrpSpPr/>
          <p:nvPr/>
        </p:nvGrpSpPr>
        <p:grpSpPr>
          <a:xfrm>
            <a:off x="0" y="0"/>
            <a:ext cx="9144000" cy="6858000"/>
            <a:chOff x="0" y="0"/>
            <a:chExt cx="5760" cy="4320"/>
          </a:xfrm>
        </p:grpSpPr>
        <p:pic>
          <p:nvPicPr>
            <p:cNvPr id="114692"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114693"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114694" name="Rectangle 5"/>
          <p:cNvSpPr>
            <a:spLocks noGrp="1"/>
          </p:cNvSpPr>
          <p:nvPr>
            <p:ph type="body" sz="half" idx="1"/>
          </p:nvPr>
        </p:nvSpPr>
        <p:spPr>
          <a:xfrm>
            <a:off x="468313" y="2720975"/>
            <a:ext cx="8002587" cy="3700463"/>
          </a:xfrm>
          <a:ln/>
        </p:spPr>
        <p:txBody>
          <a:bodyPr vert="horz" wrap="square" lIns="91440" tIns="45720" rIns="91440" bIns="45720" anchor="t" anchorCtr="0"/>
          <a:lstStyle/>
          <a:p>
            <a:pPr eaLnBrk="1" hangingPunct="1">
              <a:lnSpc>
                <a:spcPct val="90000"/>
              </a:lnSpc>
              <a:spcBef>
                <a:spcPct val="40000"/>
              </a:spcBef>
              <a:buClrTx/>
              <a:buSzTx/>
              <a:buFontTx/>
              <a:buNone/>
            </a:pPr>
            <a:r>
              <a:rPr lang="en-US" altLang="zh-CN" dirty="0">
                <a:ea typeface="黑体" panose="02010609060101010101" pitchFamily="49" charset="-122"/>
              </a:rPr>
              <a:t> </a:t>
            </a:r>
            <a:r>
              <a:rPr lang="zh-CN" altLang="en-US" sz="2400" dirty="0">
                <a:ea typeface="黑体" panose="02010609060101010101" pitchFamily="49" charset="-122"/>
              </a:rPr>
              <a:t>解</a:t>
            </a:r>
            <a:r>
              <a:rPr lang="en-US" altLang="zh-CN" sz="2400" dirty="0">
                <a:ea typeface="黑体" panose="02010609060101010101" pitchFamily="49" charset="-122"/>
              </a:rPr>
              <a:t>:  </a:t>
            </a:r>
            <a:r>
              <a:rPr lang="zh-CN" altLang="en-US" sz="2400" dirty="0">
                <a:ea typeface="黑体" panose="02010609060101010101" pitchFamily="49" charset="-122"/>
              </a:rPr>
              <a:t>系统具有唯一的平衡点          </a:t>
            </a:r>
            <a:r>
              <a:rPr lang="en-US" altLang="zh-CN" sz="2400" dirty="0">
                <a:ea typeface="黑体" panose="02010609060101010101" pitchFamily="49" charset="-122"/>
              </a:rPr>
              <a:t>,</a:t>
            </a:r>
          </a:p>
          <a:p>
            <a:pPr eaLnBrk="1" hangingPunct="1">
              <a:lnSpc>
                <a:spcPct val="90000"/>
              </a:lnSpc>
              <a:spcBef>
                <a:spcPct val="53000"/>
              </a:spcBef>
              <a:buClrTx/>
              <a:buSzTx/>
              <a:buFontTx/>
              <a:buNone/>
            </a:pPr>
            <a:r>
              <a:rPr lang="en-US" altLang="zh-CN" sz="2400" dirty="0">
                <a:ea typeface="黑体" panose="02010609060101010101" pitchFamily="49" charset="-122"/>
              </a:rPr>
              <a:t>    </a:t>
            </a:r>
            <a:r>
              <a:rPr lang="zh-CN" altLang="en-US" sz="2400" dirty="0">
                <a:ea typeface="黑体" panose="02010609060101010101" pitchFamily="49" charset="-122"/>
              </a:rPr>
              <a:t>取                              则</a:t>
            </a:r>
          </a:p>
          <a:p>
            <a:pPr eaLnBrk="1" hangingPunct="1">
              <a:lnSpc>
                <a:spcPct val="90000"/>
              </a:lnSpc>
              <a:spcBef>
                <a:spcPct val="40000"/>
              </a:spcBef>
              <a:buClrTx/>
              <a:buSzTx/>
              <a:buFontTx/>
              <a:buNone/>
            </a:pPr>
            <a:endParaRPr lang="zh-CN" altLang="en-US" sz="2400" dirty="0">
              <a:ea typeface="黑体" panose="02010609060101010101" pitchFamily="49" charset="-122"/>
            </a:endParaRPr>
          </a:p>
          <a:p>
            <a:pPr eaLnBrk="1" hangingPunct="1">
              <a:lnSpc>
                <a:spcPct val="90000"/>
              </a:lnSpc>
              <a:spcBef>
                <a:spcPct val="40000"/>
              </a:spcBef>
              <a:buClrTx/>
              <a:buSzTx/>
              <a:buFontTx/>
              <a:buNone/>
            </a:pPr>
            <a:endParaRPr lang="zh-CN" altLang="en-US" sz="2400" dirty="0">
              <a:ea typeface="黑体" panose="02010609060101010101" pitchFamily="49" charset="-122"/>
            </a:endParaRPr>
          </a:p>
          <a:p>
            <a:pPr eaLnBrk="1" hangingPunct="1">
              <a:lnSpc>
                <a:spcPct val="90000"/>
              </a:lnSpc>
              <a:spcBef>
                <a:spcPct val="60000"/>
              </a:spcBef>
              <a:buClrTx/>
              <a:buSzTx/>
              <a:buFontTx/>
              <a:buNone/>
            </a:pPr>
            <a:endParaRPr lang="zh-CN" altLang="en-US" sz="2400" dirty="0">
              <a:ea typeface="黑体" panose="02010609060101010101" pitchFamily="49" charset="-122"/>
            </a:endParaRPr>
          </a:p>
          <a:p>
            <a:pPr eaLnBrk="1" hangingPunct="1">
              <a:lnSpc>
                <a:spcPct val="90000"/>
              </a:lnSpc>
              <a:spcBef>
                <a:spcPct val="40000"/>
              </a:spcBef>
              <a:buClrTx/>
              <a:buSzTx/>
              <a:buFontTx/>
              <a:buNone/>
            </a:pPr>
            <a:r>
              <a:rPr lang="zh-CN" altLang="en-US" sz="2400" dirty="0">
                <a:ea typeface="黑体" panose="02010609060101010101" pitchFamily="49" charset="-122"/>
              </a:rPr>
              <a:t>                     </a:t>
            </a:r>
          </a:p>
          <a:p>
            <a:pPr eaLnBrk="1" hangingPunct="1">
              <a:lnSpc>
                <a:spcPct val="90000"/>
              </a:lnSpc>
              <a:spcBef>
                <a:spcPct val="40000"/>
              </a:spcBef>
              <a:buClrTx/>
              <a:buSzTx/>
              <a:buFontTx/>
              <a:buNone/>
            </a:pPr>
            <a:r>
              <a:rPr lang="zh-CN" altLang="en-US" sz="2400" dirty="0">
                <a:ea typeface="黑体" panose="02010609060101010101" pitchFamily="49" charset="-122"/>
              </a:rPr>
              <a:t>     </a:t>
            </a:r>
          </a:p>
        </p:txBody>
      </p:sp>
      <p:sp>
        <p:nvSpPr>
          <p:cNvPr id="114695" name="Rectangle 6"/>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14696" name="Object 7"/>
          <p:cNvGraphicFramePr>
            <a:graphicFrameLocks noChangeAspect="1"/>
          </p:cNvGraphicFramePr>
          <p:nvPr/>
        </p:nvGraphicFramePr>
        <p:xfrm>
          <a:off x="4335463" y="2801938"/>
          <a:ext cx="812800" cy="457200"/>
        </p:xfrm>
        <a:graphic>
          <a:graphicData uri="http://schemas.openxmlformats.org/presentationml/2006/ole">
            <mc:AlternateContent xmlns:mc="http://schemas.openxmlformats.org/markup-compatibility/2006">
              <mc:Choice xmlns:v="urn:schemas-microsoft-com:vml" Requires="v">
                <p:oleObj r:id="rId4" imgW="406400" imgH="228600" progId="Equation.DSMT4">
                  <p:embed/>
                </p:oleObj>
              </mc:Choice>
              <mc:Fallback>
                <p:oleObj r:id="rId4" imgW="406400" imgH="228600" progId="Equation.DSMT4">
                  <p:embed/>
                  <p:pic>
                    <p:nvPicPr>
                      <p:cNvPr id="0" name="图片 3665"/>
                      <p:cNvPicPr/>
                      <p:nvPr/>
                    </p:nvPicPr>
                    <p:blipFill>
                      <a:blip r:embed="rId5"/>
                      <a:stretch>
                        <a:fillRect/>
                      </a:stretch>
                    </p:blipFill>
                    <p:spPr>
                      <a:xfrm>
                        <a:off x="4335463" y="2801938"/>
                        <a:ext cx="812800" cy="457200"/>
                      </a:xfrm>
                      <a:prstGeom prst="rect">
                        <a:avLst/>
                      </a:prstGeom>
                      <a:noFill/>
                      <a:ln w="38100">
                        <a:noFill/>
                        <a:miter/>
                      </a:ln>
                    </p:spPr>
                  </p:pic>
                </p:oleObj>
              </mc:Fallback>
            </mc:AlternateContent>
          </a:graphicData>
        </a:graphic>
      </p:graphicFrame>
      <p:sp>
        <p:nvSpPr>
          <p:cNvPr id="114697" name="Rectangle 8"/>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14698" name="Object 9"/>
          <p:cNvGraphicFramePr>
            <a:graphicFrameLocks noChangeAspect="1"/>
          </p:cNvGraphicFramePr>
          <p:nvPr/>
        </p:nvGraphicFramePr>
        <p:xfrm>
          <a:off x="1296988" y="3332163"/>
          <a:ext cx="2414587" cy="482600"/>
        </p:xfrm>
        <a:graphic>
          <a:graphicData uri="http://schemas.openxmlformats.org/presentationml/2006/ole">
            <mc:AlternateContent xmlns:mc="http://schemas.openxmlformats.org/markup-compatibility/2006">
              <mc:Choice xmlns:v="urn:schemas-microsoft-com:vml" Requires="v">
                <p:oleObj r:id="rId6" imgW="1206500" imgH="241300" progId="Equation.DSMT4">
                  <p:embed/>
                </p:oleObj>
              </mc:Choice>
              <mc:Fallback>
                <p:oleObj r:id="rId6" imgW="1206500" imgH="241300" progId="Equation.DSMT4">
                  <p:embed/>
                  <p:pic>
                    <p:nvPicPr>
                      <p:cNvPr id="0" name="图片 3666"/>
                      <p:cNvPicPr/>
                      <p:nvPr/>
                    </p:nvPicPr>
                    <p:blipFill>
                      <a:blip r:embed="rId7"/>
                      <a:stretch>
                        <a:fillRect/>
                      </a:stretch>
                    </p:blipFill>
                    <p:spPr>
                      <a:xfrm>
                        <a:off x="1296988" y="3332163"/>
                        <a:ext cx="2414587" cy="482600"/>
                      </a:xfrm>
                      <a:prstGeom prst="rect">
                        <a:avLst/>
                      </a:prstGeom>
                      <a:noFill/>
                      <a:ln w="38100">
                        <a:noFill/>
                        <a:miter/>
                      </a:ln>
                    </p:spPr>
                  </p:pic>
                </p:oleObj>
              </mc:Fallback>
            </mc:AlternateContent>
          </a:graphicData>
        </a:graphic>
      </p:graphicFrame>
      <p:sp>
        <p:nvSpPr>
          <p:cNvPr id="114699" name="Rectangle 10"/>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14700" name="Object 11"/>
          <p:cNvGraphicFramePr>
            <a:graphicFrameLocks noChangeAspect="1"/>
          </p:cNvGraphicFramePr>
          <p:nvPr/>
        </p:nvGraphicFramePr>
        <p:xfrm>
          <a:off x="319088" y="3814763"/>
          <a:ext cx="8478837" cy="1016000"/>
        </p:xfrm>
        <a:graphic>
          <a:graphicData uri="http://schemas.openxmlformats.org/presentationml/2006/ole">
            <mc:AlternateContent xmlns:mc="http://schemas.openxmlformats.org/markup-compatibility/2006">
              <mc:Choice xmlns:v="urn:schemas-microsoft-com:vml" Requires="v">
                <p:oleObj r:id="rId8" imgW="4241800" imgH="508000" progId="Equation.DSMT4">
                  <p:embed/>
                </p:oleObj>
              </mc:Choice>
              <mc:Fallback>
                <p:oleObj r:id="rId8" imgW="4241800" imgH="508000" progId="Equation.DSMT4">
                  <p:embed/>
                  <p:pic>
                    <p:nvPicPr>
                      <p:cNvPr id="0" name="图片 3667"/>
                      <p:cNvPicPr/>
                      <p:nvPr/>
                    </p:nvPicPr>
                    <p:blipFill>
                      <a:blip r:embed="rId9"/>
                      <a:stretch>
                        <a:fillRect/>
                      </a:stretch>
                    </p:blipFill>
                    <p:spPr>
                      <a:xfrm>
                        <a:off x="319088" y="3814763"/>
                        <a:ext cx="8478837" cy="1016000"/>
                      </a:xfrm>
                      <a:prstGeom prst="rect">
                        <a:avLst/>
                      </a:prstGeom>
                      <a:noFill/>
                      <a:ln w="38100">
                        <a:noFill/>
                        <a:miter/>
                      </a:ln>
                    </p:spPr>
                  </p:pic>
                </p:oleObj>
              </mc:Fallback>
            </mc:AlternateContent>
          </a:graphicData>
        </a:graphic>
      </p:graphicFrame>
      <p:sp>
        <p:nvSpPr>
          <p:cNvPr id="114701" name="Rectangle 12"/>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14702" name="Rectangle 13"/>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14703" name="Rectangle 14"/>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14704" name="Rectangle 15"/>
          <p:cNvSpPr/>
          <p:nvPr/>
        </p:nvSpPr>
        <p:spPr>
          <a:xfrm>
            <a:off x="539750" y="1279525"/>
            <a:ext cx="7848600" cy="1406525"/>
          </a:xfrm>
          <a:prstGeom prst="rect">
            <a:avLst/>
          </a:prstGeom>
          <a:noFill/>
          <a:ln w="9525">
            <a:noFill/>
          </a:ln>
        </p:spPr>
        <p:txBody>
          <a:bodyPr anchor="t" anchorCtr="0">
            <a:spAutoFit/>
          </a:bodyPr>
          <a:lstStyle/>
          <a:p>
            <a:pPr eaLnBrk="0" hangingPunct="0"/>
            <a:r>
              <a:rPr lang="zh-CN" altLang="en-US" sz="2400" dirty="0">
                <a:solidFill>
                  <a:srgbClr val="A50021"/>
                </a:solidFill>
                <a:latin typeface="Arial" panose="020B0604020202020204" pitchFamily="34" charset="0"/>
                <a:ea typeface="黑体" panose="02010609060101010101" pitchFamily="49" charset="-122"/>
              </a:rPr>
              <a:t>例</a:t>
            </a:r>
            <a:r>
              <a:rPr lang="en-US" altLang="zh-CN" sz="2400" dirty="0">
                <a:solidFill>
                  <a:srgbClr val="A50021"/>
                </a:solidFill>
                <a:latin typeface="Arial" panose="020B0604020202020204" pitchFamily="34" charset="0"/>
                <a:ea typeface="黑体" panose="02010609060101010101" pitchFamily="49" charset="-122"/>
              </a:rPr>
              <a:t>5.2.3</a:t>
            </a:r>
            <a:r>
              <a:rPr lang="en-US" altLang="zh-CN" sz="2400" dirty="0">
                <a:latin typeface="Arial" panose="020B0604020202020204" pitchFamily="34" charset="0"/>
                <a:ea typeface="黑体" panose="02010609060101010101" pitchFamily="49" charset="-122"/>
              </a:rPr>
              <a:t>  </a:t>
            </a:r>
            <a:r>
              <a:rPr lang="zh-CN" altLang="en-US" sz="2400" dirty="0">
                <a:latin typeface="Arial" panose="020B0604020202020204" pitchFamily="34" charset="0"/>
                <a:ea typeface="黑体" panose="02010609060101010101" pitchFamily="49" charset="-122"/>
              </a:rPr>
              <a:t>已知系统</a:t>
            </a:r>
          </a:p>
          <a:p>
            <a:pPr lvl="2" indent="0" eaLnBrk="0" hangingPunct="0"/>
            <a:endParaRPr lang="zh-CN" altLang="en-US" sz="2400" dirty="0">
              <a:latin typeface="Arial" panose="020B0604020202020204" pitchFamily="34" charset="0"/>
              <a:ea typeface="黑体" panose="02010609060101010101" pitchFamily="49" charset="-122"/>
            </a:endParaRPr>
          </a:p>
          <a:p>
            <a:pPr eaLnBrk="0" hangingPunct="0">
              <a:spcBef>
                <a:spcPct val="60000"/>
              </a:spcBef>
            </a:pPr>
            <a:r>
              <a:rPr lang="zh-CN" altLang="en-US" sz="2400" dirty="0">
                <a:latin typeface="Arial" panose="020B0604020202020204" pitchFamily="34" charset="0"/>
                <a:ea typeface="黑体" panose="02010609060101010101" pitchFamily="49" charset="-122"/>
              </a:rPr>
              <a:t>      试用李雅普诺夫第二方法判别其稳定性。</a:t>
            </a:r>
          </a:p>
        </p:txBody>
      </p:sp>
      <p:graphicFrame>
        <p:nvGraphicFramePr>
          <p:cNvPr id="114705" name="Object 16"/>
          <p:cNvGraphicFramePr>
            <a:graphicFrameLocks noGrp="1" noChangeAspect="1"/>
          </p:cNvGraphicFramePr>
          <p:nvPr>
            <p:ph sz="half" idx="2"/>
          </p:nvPr>
        </p:nvGraphicFramePr>
        <p:xfrm>
          <a:off x="3348038" y="1308100"/>
          <a:ext cx="2447925" cy="896938"/>
        </p:xfrm>
        <a:graphic>
          <a:graphicData uri="http://schemas.openxmlformats.org/presentationml/2006/ole">
            <mc:AlternateContent xmlns:mc="http://schemas.openxmlformats.org/markup-compatibility/2006">
              <mc:Choice xmlns:v="urn:schemas-microsoft-com:vml" Requires="v">
                <p:oleObj r:id="rId10" imgW="1282700" imgH="469900" progId="Equation.DSMT4">
                  <p:embed/>
                </p:oleObj>
              </mc:Choice>
              <mc:Fallback>
                <p:oleObj r:id="rId10" imgW="1282700" imgH="469900" progId="Equation.DSMT4">
                  <p:embed/>
                  <p:pic>
                    <p:nvPicPr>
                      <p:cNvPr id="0" name="图片 3668"/>
                      <p:cNvPicPr/>
                      <p:nvPr/>
                    </p:nvPicPr>
                    <p:blipFill>
                      <a:blip r:embed="rId11"/>
                      <a:stretch>
                        <a:fillRect/>
                      </a:stretch>
                    </p:blipFill>
                    <p:spPr>
                      <a:xfrm>
                        <a:off x="3348038" y="1308100"/>
                        <a:ext cx="2447925" cy="896938"/>
                      </a:xfrm>
                      <a:prstGeom prst="rect">
                        <a:avLst/>
                      </a:prstGeom>
                      <a:noFill/>
                      <a:ln w="38100">
                        <a:miter/>
                      </a:ln>
                    </p:spPr>
                  </p:pic>
                </p:oleObj>
              </mc:Fallback>
            </mc:AlternateContent>
          </a:graphicData>
        </a:graphic>
      </p:graphicFrame>
      <p:sp>
        <p:nvSpPr>
          <p:cNvPr id="114706" name="Rectangle 17"/>
          <p:cNvSpPr/>
          <p:nvPr/>
        </p:nvSpPr>
        <p:spPr>
          <a:xfrm>
            <a:off x="228600" y="6426200"/>
            <a:ext cx="24701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李雅普诺夫稳定性理论</a:t>
            </a:r>
          </a:p>
        </p:txBody>
      </p:sp>
      <p:sp>
        <p:nvSpPr>
          <p:cNvPr id="114707" name="Rectangle 18"/>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114708" name="Text Box 19"/>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日期占位符 4"/>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116738"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40</a:t>
            </a:fld>
            <a:endParaRPr lang="en-US" altLang="zh-CN" sz="1400" dirty="0"/>
          </a:p>
        </p:txBody>
      </p:sp>
      <p:grpSp>
        <p:nvGrpSpPr>
          <p:cNvPr id="116739" name="Group 2"/>
          <p:cNvGrpSpPr/>
          <p:nvPr/>
        </p:nvGrpSpPr>
        <p:grpSpPr>
          <a:xfrm>
            <a:off x="0" y="0"/>
            <a:ext cx="9144000" cy="6858000"/>
            <a:chOff x="0" y="0"/>
            <a:chExt cx="5760" cy="4320"/>
          </a:xfrm>
        </p:grpSpPr>
        <p:pic>
          <p:nvPicPr>
            <p:cNvPr id="116740"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116741"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116742" name="Rectangle 5"/>
          <p:cNvSpPr>
            <a:spLocks noGrp="1"/>
          </p:cNvSpPr>
          <p:nvPr>
            <p:ph type="body" sz="half" idx="1"/>
          </p:nvPr>
        </p:nvSpPr>
        <p:spPr>
          <a:xfrm>
            <a:off x="468313" y="2681288"/>
            <a:ext cx="8002587" cy="3700462"/>
          </a:xfrm>
          <a:ln/>
        </p:spPr>
        <p:txBody>
          <a:bodyPr vert="horz" wrap="square" lIns="91440" tIns="45720" rIns="91440" bIns="45720" anchor="t" anchorCtr="0"/>
          <a:lstStyle/>
          <a:p>
            <a:pPr eaLnBrk="1" hangingPunct="1">
              <a:spcBef>
                <a:spcPct val="40000"/>
              </a:spcBef>
              <a:buClrTx/>
              <a:buSzTx/>
              <a:buFontTx/>
              <a:buNone/>
            </a:pPr>
            <a:r>
              <a:rPr lang="en-US" altLang="zh-CN" dirty="0">
                <a:ea typeface="黑体" panose="02010609060101010101" pitchFamily="49" charset="-122"/>
              </a:rPr>
              <a:t> </a:t>
            </a:r>
            <a:r>
              <a:rPr lang="zh-CN" altLang="en-US" sz="2400" dirty="0">
                <a:ea typeface="黑体" panose="02010609060101010101" pitchFamily="49" charset="-122"/>
              </a:rPr>
              <a:t>解</a:t>
            </a:r>
            <a:r>
              <a:rPr lang="en-US" altLang="zh-CN" sz="2400" dirty="0">
                <a:ea typeface="黑体" panose="02010609060101010101" pitchFamily="49" charset="-122"/>
              </a:rPr>
              <a:t>:  </a:t>
            </a:r>
            <a:r>
              <a:rPr lang="zh-CN" altLang="en-US" sz="2400" dirty="0">
                <a:ea typeface="黑体" panose="02010609060101010101" pitchFamily="49" charset="-122"/>
              </a:rPr>
              <a:t>系统具有唯一的平衡点          </a:t>
            </a:r>
            <a:r>
              <a:rPr lang="en-US" altLang="zh-CN" sz="2400" dirty="0">
                <a:ea typeface="黑体" panose="02010609060101010101" pitchFamily="49" charset="-122"/>
              </a:rPr>
              <a:t>,</a:t>
            </a:r>
          </a:p>
          <a:p>
            <a:pPr eaLnBrk="1" hangingPunct="1">
              <a:spcBef>
                <a:spcPct val="40000"/>
              </a:spcBef>
              <a:buClrTx/>
              <a:buSzTx/>
              <a:buFontTx/>
              <a:buNone/>
            </a:pPr>
            <a:r>
              <a:rPr lang="en-US" altLang="zh-CN" sz="2400" dirty="0">
                <a:ea typeface="黑体" panose="02010609060101010101" pitchFamily="49" charset="-122"/>
              </a:rPr>
              <a:t>    </a:t>
            </a:r>
            <a:r>
              <a:rPr lang="zh-CN" altLang="en-US" sz="2400" dirty="0">
                <a:ea typeface="黑体" panose="02010609060101010101" pitchFamily="49" charset="-122"/>
              </a:rPr>
              <a:t>取                              则</a:t>
            </a:r>
          </a:p>
          <a:p>
            <a:pPr eaLnBrk="1" hangingPunct="1">
              <a:spcBef>
                <a:spcPct val="40000"/>
              </a:spcBef>
              <a:buClrTx/>
              <a:buSzTx/>
              <a:buFontTx/>
              <a:buNone/>
            </a:pPr>
            <a:endParaRPr lang="zh-CN" altLang="en-US" sz="2400" dirty="0">
              <a:ea typeface="黑体" panose="02010609060101010101" pitchFamily="49" charset="-122"/>
            </a:endParaRPr>
          </a:p>
          <a:p>
            <a:pPr eaLnBrk="1" hangingPunct="1">
              <a:spcBef>
                <a:spcPct val="40000"/>
              </a:spcBef>
              <a:buClrTx/>
              <a:buSzTx/>
              <a:buFontTx/>
              <a:buNone/>
            </a:pPr>
            <a:endParaRPr lang="zh-CN" altLang="en-US" sz="2400" dirty="0">
              <a:ea typeface="黑体" panose="02010609060101010101" pitchFamily="49" charset="-122"/>
            </a:endParaRPr>
          </a:p>
          <a:p>
            <a:pPr eaLnBrk="1" hangingPunct="1">
              <a:spcBef>
                <a:spcPct val="60000"/>
              </a:spcBef>
              <a:buClrTx/>
              <a:buSzTx/>
              <a:buFontTx/>
              <a:buNone/>
            </a:pPr>
            <a:r>
              <a:rPr lang="zh-CN" altLang="en-US" sz="2400" dirty="0">
                <a:ea typeface="黑体" panose="02010609060101010101" pitchFamily="49" charset="-122"/>
              </a:rPr>
              <a:t>    因为除原点处外，      不会恒等于零。</a:t>
            </a:r>
          </a:p>
          <a:p>
            <a:pPr eaLnBrk="1" hangingPunct="1">
              <a:spcBef>
                <a:spcPct val="40000"/>
              </a:spcBef>
              <a:buClrTx/>
              <a:buSzTx/>
              <a:buFontTx/>
              <a:buNone/>
            </a:pPr>
            <a:r>
              <a:rPr lang="zh-CN" altLang="en-US" sz="2400" dirty="0">
                <a:ea typeface="黑体" panose="02010609060101010101" pitchFamily="49" charset="-122"/>
              </a:rPr>
              <a:t>    当           时，              ，所以系统在其原点处大范围渐近稳定。</a:t>
            </a:r>
          </a:p>
        </p:txBody>
      </p:sp>
      <p:sp>
        <p:nvSpPr>
          <p:cNvPr id="116743" name="Rectangle 6"/>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16744" name="Object 7"/>
          <p:cNvGraphicFramePr>
            <a:graphicFrameLocks noChangeAspect="1"/>
          </p:cNvGraphicFramePr>
          <p:nvPr/>
        </p:nvGraphicFramePr>
        <p:xfrm>
          <a:off x="4335463" y="2801938"/>
          <a:ext cx="812800" cy="457200"/>
        </p:xfrm>
        <a:graphic>
          <a:graphicData uri="http://schemas.openxmlformats.org/presentationml/2006/ole">
            <mc:AlternateContent xmlns:mc="http://schemas.openxmlformats.org/markup-compatibility/2006">
              <mc:Choice xmlns:v="urn:schemas-microsoft-com:vml" Requires="v">
                <p:oleObj r:id="rId4" imgW="406400" imgH="228600" progId="Equation.DSMT4">
                  <p:embed/>
                </p:oleObj>
              </mc:Choice>
              <mc:Fallback>
                <p:oleObj r:id="rId4" imgW="406400" imgH="228600" progId="Equation.DSMT4">
                  <p:embed/>
                  <p:pic>
                    <p:nvPicPr>
                      <p:cNvPr id="0" name="图片 3674"/>
                      <p:cNvPicPr/>
                      <p:nvPr/>
                    </p:nvPicPr>
                    <p:blipFill>
                      <a:blip r:embed="rId5"/>
                      <a:stretch>
                        <a:fillRect/>
                      </a:stretch>
                    </p:blipFill>
                    <p:spPr>
                      <a:xfrm>
                        <a:off x="4335463" y="2801938"/>
                        <a:ext cx="812800" cy="457200"/>
                      </a:xfrm>
                      <a:prstGeom prst="rect">
                        <a:avLst/>
                      </a:prstGeom>
                      <a:noFill/>
                      <a:ln w="38100">
                        <a:noFill/>
                        <a:miter/>
                      </a:ln>
                    </p:spPr>
                  </p:pic>
                </p:oleObj>
              </mc:Fallback>
            </mc:AlternateContent>
          </a:graphicData>
        </a:graphic>
      </p:graphicFrame>
      <p:sp>
        <p:nvSpPr>
          <p:cNvPr id="116745" name="Rectangle 8"/>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16746" name="Object 9"/>
          <p:cNvGraphicFramePr>
            <a:graphicFrameLocks noChangeAspect="1"/>
          </p:cNvGraphicFramePr>
          <p:nvPr/>
        </p:nvGraphicFramePr>
        <p:xfrm>
          <a:off x="1296988" y="3332163"/>
          <a:ext cx="2414587" cy="482600"/>
        </p:xfrm>
        <a:graphic>
          <a:graphicData uri="http://schemas.openxmlformats.org/presentationml/2006/ole">
            <mc:AlternateContent xmlns:mc="http://schemas.openxmlformats.org/markup-compatibility/2006">
              <mc:Choice xmlns:v="urn:schemas-microsoft-com:vml" Requires="v">
                <p:oleObj r:id="rId6" imgW="1206500" imgH="241300" progId="Equation.DSMT4">
                  <p:embed/>
                </p:oleObj>
              </mc:Choice>
              <mc:Fallback>
                <p:oleObj r:id="rId6" imgW="1206500" imgH="241300" progId="Equation.DSMT4">
                  <p:embed/>
                  <p:pic>
                    <p:nvPicPr>
                      <p:cNvPr id="0" name="图片 3679"/>
                      <p:cNvPicPr/>
                      <p:nvPr/>
                    </p:nvPicPr>
                    <p:blipFill>
                      <a:blip r:embed="rId7"/>
                      <a:stretch>
                        <a:fillRect/>
                      </a:stretch>
                    </p:blipFill>
                    <p:spPr>
                      <a:xfrm>
                        <a:off x="1296988" y="3332163"/>
                        <a:ext cx="2414587" cy="482600"/>
                      </a:xfrm>
                      <a:prstGeom prst="rect">
                        <a:avLst/>
                      </a:prstGeom>
                      <a:noFill/>
                      <a:ln w="38100">
                        <a:noFill/>
                        <a:miter/>
                      </a:ln>
                    </p:spPr>
                  </p:pic>
                </p:oleObj>
              </mc:Fallback>
            </mc:AlternateContent>
          </a:graphicData>
        </a:graphic>
      </p:graphicFrame>
      <p:sp>
        <p:nvSpPr>
          <p:cNvPr id="116747" name="Rectangle 10"/>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16748" name="Object 11"/>
          <p:cNvGraphicFramePr>
            <a:graphicFrameLocks noChangeAspect="1"/>
          </p:cNvGraphicFramePr>
          <p:nvPr/>
        </p:nvGraphicFramePr>
        <p:xfrm>
          <a:off x="319088" y="3814763"/>
          <a:ext cx="8478837" cy="1016000"/>
        </p:xfrm>
        <a:graphic>
          <a:graphicData uri="http://schemas.openxmlformats.org/presentationml/2006/ole">
            <mc:AlternateContent xmlns:mc="http://schemas.openxmlformats.org/markup-compatibility/2006">
              <mc:Choice xmlns:v="urn:schemas-microsoft-com:vml" Requires="v">
                <p:oleObj r:id="rId8" imgW="4241800" imgH="508000" progId="Equation.DSMT4">
                  <p:embed/>
                </p:oleObj>
              </mc:Choice>
              <mc:Fallback>
                <p:oleObj r:id="rId8" imgW="4241800" imgH="508000" progId="Equation.DSMT4">
                  <p:embed/>
                  <p:pic>
                    <p:nvPicPr>
                      <p:cNvPr id="0" name="图片 3680"/>
                      <p:cNvPicPr/>
                      <p:nvPr/>
                    </p:nvPicPr>
                    <p:blipFill>
                      <a:blip r:embed="rId9"/>
                      <a:stretch>
                        <a:fillRect/>
                      </a:stretch>
                    </p:blipFill>
                    <p:spPr>
                      <a:xfrm>
                        <a:off x="319088" y="3814763"/>
                        <a:ext cx="8478837" cy="1016000"/>
                      </a:xfrm>
                      <a:prstGeom prst="rect">
                        <a:avLst/>
                      </a:prstGeom>
                      <a:noFill/>
                      <a:ln w="38100">
                        <a:noFill/>
                        <a:miter/>
                      </a:ln>
                    </p:spPr>
                  </p:pic>
                </p:oleObj>
              </mc:Fallback>
            </mc:AlternateContent>
          </a:graphicData>
        </a:graphic>
      </p:graphicFrame>
      <p:sp>
        <p:nvSpPr>
          <p:cNvPr id="116749" name="Rectangle 12"/>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16750" name="Object 13"/>
          <p:cNvGraphicFramePr>
            <a:graphicFrameLocks noChangeAspect="1"/>
          </p:cNvGraphicFramePr>
          <p:nvPr/>
        </p:nvGraphicFramePr>
        <p:xfrm>
          <a:off x="3203575" y="4916488"/>
          <a:ext cx="660400" cy="457200"/>
        </p:xfrm>
        <a:graphic>
          <a:graphicData uri="http://schemas.openxmlformats.org/presentationml/2006/ole">
            <mc:AlternateContent xmlns:mc="http://schemas.openxmlformats.org/markup-compatibility/2006">
              <mc:Choice xmlns:v="urn:schemas-microsoft-com:vml" Requires="v">
                <p:oleObj r:id="rId10" imgW="330200" imgH="228600" progId="Equation.DSMT4">
                  <p:embed/>
                </p:oleObj>
              </mc:Choice>
              <mc:Fallback>
                <p:oleObj r:id="rId10" imgW="330200" imgH="228600" progId="Equation.DSMT4">
                  <p:embed/>
                  <p:pic>
                    <p:nvPicPr>
                      <p:cNvPr id="0" name="图片 3675"/>
                      <p:cNvPicPr/>
                      <p:nvPr/>
                    </p:nvPicPr>
                    <p:blipFill>
                      <a:blip r:embed="rId11"/>
                      <a:stretch>
                        <a:fillRect/>
                      </a:stretch>
                    </p:blipFill>
                    <p:spPr>
                      <a:xfrm>
                        <a:off x="3203575" y="4916488"/>
                        <a:ext cx="660400" cy="457200"/>
                      </a:xfrm>
                      <a:prstGeom prst="rect">
                        <a:avLst/>
                      </a:prstGeom>
                      <a:noFill/>
                      <a:ln w="38100">
                        <a:noFill/>
                        <a:miter/>
                      </a:ln>
                    </p:spPr>
                  </p:pic>
                </p:oleObj>
              </mc:Fallback>
            </mc:AlternateContent>
          </a:graphicData>
        </a:graphic>
      </p:graphicFrame>
      <p:sp>
        <p:nvSpPr>
          <p:cNvPr id="116751" name="Rectangle 14"/>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16752" name="Object 15"/>
          <p:cNvGraphicFramePr>
            <a:graphicFrameLocks noChangeAspect="1"/>
          </p:cNvGraphicFramePr>
          <p:nvPr/>
        </p:nvGraphicFramePr>
        <p:xfrm>
          <a:off x="1200150" y="5537200"/>
          <a:ext cx="892175" cy="280988"/>
        </p:xfrm>
        <a:graphic>
          <a:graphicData uri="http://schemas.openxmlformats.org/presentationml/2006/ole">
            <mc:AlternateContent xmlns:mc="http://schemas.openxmlformats.org/markup-compatibility/2006">
              <mc:Choice xmlns:v="urn:schemas-microsoft-com:vml" Requires="v">
                <p:oleObj r:id="rId12" imgW="444500" imgH="139700" progId="Equation.DSMT4">
                  <p:embed/>
                </p:oleObj>
              </mc:Choice>
              <mc:Fallback>
                <p:oleObj r:id="rId12" imgW="444500" imgH="139700" progId="Equation.DSMT4">
                  <p:embed/>
                  <p:pic>
                    <p:nvPicPr>
                      <p:cNvPr id="0" name="图片 3677"/>
                      <p:cNvPicPr/>
                      <p:nvPr/>
                    </p:nvPicPr>
                    <p:blipFill>
                      <a:blip r:embed="rId13"/>
                      <a:stretch>
                        <a:fillRect/>
                      </a:stretch>
                    </p:blipFill>
                    <p:spPr>
                      <a:xfrm>
                        <a:off x="1200150" y="5537200"/>
                        <a:ext cx="892175" cy="280988"/>
                      </a:xfrm>
                      <a:prstGeom prst="rect">
                        <a:avLst/>
                      </a:prstGeom>
                      <a:noFill/>
                      <a:ln w="38100">
                        <a:noFill/>
                        <a:miter/>
                      </a:ln>
                    </p:spPr>
                  </p:pic>
                </p:oleObj>
              </mc:Fallback>
            </mc:AlternateContent>
          </a:graphicData>
        </a:graphic>
      </p:graphicFrame>
      <p:graphicFrame>
        <p:nvGraphicFramePr>
          <p:cNvPr id="116753" name="Object 16"/>
          <p:cNvGraphicFramePr>
            <a:graphicFrameLocks noChangeAspect="1"/>
          </p:cNvGraphicFramePr>
          <p:nvPr/>
        </p:nvGraphicFramePr>
        <p:xfrm>
          <a:off x="2668588" y="5495925"/>
          <a:ext cx="1319212" cy="406400"/>
        </p:xfrm>
        <a:graphic>
          <a:graphicData uri="http://schemas.openxmlformats.org/presentationml/2006/ole">
            <mc:AlternateContent xmlns:mc="http://schemas.openxmlformats.org/markup-compatibility/2006">
              <mc:Choice xmlns:v="urn:schemas-microsoft-com:vml" Requires="v">
                <p:oleObj r:id="rId14" imgW="660400" imgH="203200" progId="Equation.DSMT4">
                  <p:embed/>
                </p:oleObj>
              </mc:Choice>
              <mc:Fallback>
                <p:oleObj r:id="rId14" imgW="660400" imgH="203200" progId="Equation.DSMT4">
                  <p:embed/>
                  <p:pic>
                    <p:nvPicPr>
                      <p:cNvPr id="0" name="图片 3678"/>
                      <p:cNvPicPr/>
                      <p:nvPr/>
                    </p:nvPicPr>
                    <p:blipFill>
                      <a:blip r:embed="rId15"/>
                      <a:stretch>
                        <a:fillRect/>
                      </a:stretch>
                    </p:blipFill>
                    <p:spPr>
                      <a:xfrm>
                        <a:off x="2668588" y="5495925"/>
                        <a:ext cx="1319212" cy="406400"/>
                      </a:xfrm>
                      <a:prstGeom prst="rect">
                        <a:avLst/>
                      </a:prstGeom>
                      <a:noFill/>
                      <a:ln w="38100">
                        <a:noFill/>
                        <a:miter/>
                      </a:ln>
                    </p:spPr>
                  </p:pic>
                </p:oleObj>
              </mc:Fallback>
            </mc:AlternateContent>
          </a:graphicData>
        </a:graphic>
      </p:graphicFrame>
      <p:sp>
        <p:nvSpPr>
          <p:cNvPr id="116754" name="Rectangle 17"/>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16755" name="Rectangle 18"/>
          <p:cNvSpPr/>
          <p:nvPr/>
        </p:nvSpPr>
        <p:spPr>
          <a:xfrm>
            <a:off x="539750" y="1279525"/>
            <a:ext cx="7848600" cy="1406525"/>
          </a:xfrm>
          <a:prstGeom prst="rect">
            <a:avLst/>
          </a:prstGeom>
          <a:noFill/>
          <a:ln w="9525">
            <a:noFill/>
          </a:ln>
        </p:spPr>
        <p:txBody>
          <a:bodyPr anchor="t" anchorCtr="0">
            <a:spAutoFit/>
          </a:bodyPr>
          <a:lstStyle/>
          <a:p>
            <a:pPr eaLnBrk="0" hangingPunct="0"/>
            <a:r>
              <a:rPr lang="zh-CN" altLang="en-US" sz="2400" dirty="0">
                <a:solidFill>
                  <a:srgbClr val="A50021"/>
                </a:solidFill>
                <a:latin typeface="Arial" panose="020B0604020202020204" pitchFamily="34" charset="0"/>
                <a:ea typeface="黑体" panose="02010609060101010101" pitchFamily="49" charset="-122"/>
              </a:rPr>
              <a:t>例</a:t>
            </a:r>
            <a:r>
              <a:rPr lang="en-US" altLang="zh-CN" sz="2400" dirty="0">
                <a:solidFill>
                  <a:srgbClr val="A50021"/>
                </a:solidFill>
                <a:latin typeface="Arial" panose="020B0604020202020204" pitchFamily="34" charset="0"/>
                <a:ea typeface="黑体" panose="02010609060101010101" pitchFamily="49" charset="-122"/>
              </a:rPr>
              <a:t>5.2.3</a:t>
            </a:r>
            <a:r>
              <a:rPr lang="en-US" altLang="zh-CN" sz="2400" dirty="0">
                <a:latin typeface="Arial" panose="020B0604020202020204" pitchFamily="34" charset="0"/>
                <a:ea typeface="黑体" panose="02010609060101010101" pitchFamily="49" charset="-122"/>
              </a:rPr>
              <a:t>  </a:t>
            </a:r>
            <a:r>
              <a:rPr lang="zh-CN" altLang="en-US" sz="2400" dirty="0">
                <a:latin typeface="Arial" panose="020B0604020202020204" pitchFamily="34" charset="0"/>
                <a:ea typeface="黑体" panose="02010609060101010101" pitchFamily="49" charset="-122"/>
              </a:rPr>
              <a:t>已知系统</a:t>
            </a:r>
          </a:p>
          <a:p>
            <a:pPr lvl="2" indent="0" eaLnBrk="0" hangingPunct="0"/>
            <a:endParaRPr lang="zh-CN" altLang="en-US" sz="2400" dirty="0">
              <a:latin typeface="Arial" panose="020B0604020202020204" pitchFamily="34" charset="0"/>
              <a:ea typeface="黑体" panose="02010609060101010101" pitchFamily="49" charset="-122"/>
            </a:endParaRPr>
          </a:p>
          <a:p>
            <a:pPr eaLnBrk="0" hangingPunct="0">
              <a:spcBef>
                <a:spcPct val="60000"/>
              </a:spcBef>
            </a:pPr>
            <a:r>
              <a:rPr lang="zh-CN" altLang="en-US" sz="2400" dirty="0">
                <a:latin typeface="Arial" panose="020B0604020202020204" pitchFamily="34" charset="0"/>
                <a:ea typeface="黑体" panose="02010609060101010101" pitchFamily="49" charset="-122"/>
              </a:rPr>
              <a:t>      试用李雅普诺夫第二方法判别其稳定性。</a:t>
            </a:r>
          </a:p>
        </p:txBody>
      </p:sp>
      <p:graphicFrame>
        <p:nvGraphicFramePr>
          <p:cNvPr id="116756" name="Object 19"/>
          <p:cNvGraphicFramePr>
            <a:graphicFrameLocks noGrp="1" noChangeAspect="1"/>
          </p:cNvGraphicFramePr>
          <p:nvPr>
            <p:ph sz="half" idx="2"/>
          </p:nvPr>
        </p:nvGraphicFramePr>
        <p:xfrm>
          <a:off x="3348038" y="1308100"/>
          <a:ext cx="2447925" cy="896938"/>
        </p:xfrm>
        <a:graphic>
          <a:graphicData uri="http://schemas.openxmlformats.org/presentationml/2006/ole">
            <mc:AlternateContent xmlns:mc="http://schemas.openxmlformats.org/markup-compatibility/2006">
              <mc:Choice xmlns:v="urn:schemas-microsoft-com:vml" Requires="v">
                <p:oleObj r:id="rId16" imgW="1282700" imgH="469900" progId="Equation.DSMT4">
                  <p:embed/>
                </p:oleObj>
              </mc:Choice>
              <mc:Fallback>
                <p:oleObj r:id="rId16" imgW="1282700" imgH="469900" progId="Equation.DSMT4">
                  <p:embed/>
                  <p:pic>
                    <p:nvPicPr>
                      <p:cNvPr id="0" name="图片 3676"/>
                      <p:cNvPicPr/>
                      <p:nvPr/>
                    </p:nvPicPr>
                    <p:blipFill>
                      <a:blip r:embed="rId17"/>
                      <a:stretch>
                        <a:fillRect/>
                      </a:stretch>
                    </p:blipFill>
                    <p:spPr>
                      <a:xfrm>
                        <a:off x="3348038" y="1308100"/>
                        <a:ext cx="2447925" cy="896938"/>
                      </a:xfrm>
                      <a:prstGeom prst="rect">
                        <a:avLst/>
                      </a:prstGeom>
                      <a:noFill/>
                      <a:ln w="38100">
                        <a:miter/>
                      </a:ln>
                    </p:spPr>
                  </p:pic>
                </p:oleObj>
              </mc:Fallback>
            </mc:AlternateContent>
          </a:graphicData>
        </a:graphic>
      </p:graphicFrame>
      <p:sp>
        <p:nvSpPr>
          <p:cNvPr id="116757" name="Rectangle 20"/>
          <p:cNvSpPr/>
          <p:nvPr/>
        </p:nvSpPr>
        <p:spPr>
          <a:xfrm>
            <a:off x="228600" y="6426200"/>
            <a:ext cx="24701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李雅普诺夫稳定性理论</a:t>
            </a:r>
          </a:p>
        </p:txBody>
      </p:sp>
      <p:sp>
        <p:nvSpPr>
          <p:cNvPr id="116758" name="Rectangle 21"/>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116759" name="Text Box 22"/>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日期占位符 4"/>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117762"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41</a:t>
            </a:fld>
            <a:endParaRPr lang="en-US" altLang="zh-CN" sz="1400" dirty="0"/>
          </a:p>
        </p:txBody>
      </p:sp>
      <p:grpSp>
        <p:nvGrpSpPr>
          <p:cNvPr id="117763" name="Group 2"/>
          <p:cNvGrpSpPr/>
          <p:nvPr/>
        </p:nvGrpSpPr>
        <p:grpSpPr>
          <a:xfrm>
            <a:off x="0" y="0"/>
            <a:ext cx="9144000" cy="6858000"/>
            <a:chOff x="0" y="0"/>
            <a:chExt cx="5760" cy="4320"/>
          </a:xfrm>
        </p:grpSpPr>
        <p:pic>
          <p:nvPicPr>
            <p:cNvPr id="117764"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117765"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117766" name="Rectangle 6"/>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17767" name="Rectangle 8"/>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17768" name="Rectangle 10"/>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17769" name="Rectangle 12"/>
          <p:cNvSpPr/>
          <p:nvPr/>
        </p:nvSpPr>
        <p:spPr>
          <a:xfrm>
            <a:off x="503238" y="1089025"/>
            <a:ext cx="5076825" cy="1187450"/>
          </a:xfrm>
          <a:prstGeom prst="rect">
            <a:avLst/>
          </a:prstGeom>
          <a:noFill/>
          <a:ln w="9525">
            <a:noFill/>
          </a:ln>
        </p:spPr>
        <p:txBody>
          <a:bodyPr anchor="t" anchorCtr="0">
            <a:spAutoFit/>
          </a:bodyPr>
          <a:lstStyle/>
          <a:p>
            <a:pPr eaLnBrk="0" hangingPunct="0"/>
            <a:r>
              <a:rPr lang="zh-CN" altLang="en-US" sz="2400" dirty="0">
                <a:solidFill>
                  <a:srgbClr val="A50021"/>
                </a:solidFill>
                <a:latin typeface="Arial" panose="020B0604020202020204" pitchFamily="34" charset="0"/>
                <a:ea typeface="黑体" panose="02010609060101010101" pitchFamily="49" charset="-122"/>
              </a:rPr>
              <a:t>例</a:t>
            </a:r>
            <a:r>
              <a:rPr lang="en-US" altLang="zh-CN" sz="2400" dirty="0">
                <a:solidFill>
                  <a:srgbClr val="A50021"/>
                </a:solidFill>
                <a:latin typeface="Arial" panose="020B0604020202020204" pitchFamily="34" charset="0"/>
                <a:ea typeface="黑体" panose="02010609060101010101" pitchFamily="49" charset="-122"/>
              </a:rPr>
              <a:t>5.2.4</a:t>
            </a:r>
            <a:r>
              <a:rPr lang="en-US" altLang="zh-CN" sz="2400" dirty="0">
                <a:latin typeface="Arial" panose="020B0604020202020204" pitchFamily="34" charset="0"/>
                <a:ea typeface="黑体" panose="02010609060101010101" pitchFamily="49" charset="-122"/>
              </a:rPr>
              <a:t>  </a:t>
            </a:r>
            <a:r>
              <a:rPr lang="zh-CN" altLang="en-US" sz="2400" dirty="0">
                <a:latin typeface="Arial" panose="020B0604020202020204" pitchFamily="34" charset="0"/>
                <a:ea typeface="黑体" panose="02010609060101010101" pitchFamily="49" charset="-122"/>
              </a:rPr>
              <a:t>系统的状态方程为</a:t>
            </a:r>
          </a:p>
          <a:p>
            <a:pPr eaLnBrk="0" hangingPunct="0"/>
            <a:endParaRPr lang="zh-CN" altLang="en-US" sz="2400" dirty="0">
              <a:latin typeface="Arial" panose="020B0604020202020204" pitchFamily="34" charset="0"/>
              <a:ea typeface="黑体" panose="02010609060101010101" pitchFamily="49" charset="-122"/>
            </a:endParaRPr>
          </a:p>
          <a:p>
            <a:pPr eaLnBrk="0" hangingPunct="0"/>
            <a:r>
              <a:rPr lang="zh-CN" altLang="en-US" sz="2400" dirty="0">
                <a:latin typeface="Arial" panose="020B0604020202020204" pitchFamily="34" charset="0"/>
                <a:ea typeface="黑体" panose="02010609060101010101" pitchFamily="49" charset="-122"/>
              </a:rPr>
              <a:t>试确定系统在其平衡状态的稳定性。</a:t>
            </a:r>
          </a:p>
        </p:txBody>
      </p:sp>
      <p:graphicFrame>
        <p:nvGraphicFramePr>
          <p:cNvPr id="117770" name="Object 13"/>
          <p:cNvGraphicFramePr>
            <a:graphicFrameLocks noGrp="1" noChangeAspect="1"/>
          </p:cNvGraphicFramePr>
          <p:nvPr>
            <p:ph sz="half" idx="2"/>
          </p:nvPr>
        </p:nvGraphicFramePr>
        <p:xfrm>
          <a:off x="4356100" y="895350"/>
          <a:ext cx="1584325" cy="904875"/>
        </p:xfrm>
        <a:graphic>
          <a:graphicData uri="http://schemas.openxmlformats.org/presentationml/2006/ole">
            <mc:AlternateContent xmlns:mc="http://schemas.openxmlformats.org/markup-compatibility/2006">
              <mc:Choice xmlns:v="urn:schemas-microsoft-com:vml" Requires="v">
                <p:oleObj r:id="rId4" imgW="800100" imgH="457200" progId="Equation.DSMT4">
                  <p:embed/>
                </p:oleObj>
              </mc:Choice>
              <mc:Fallback>
                <p:oleObj r:id="rId4" imgW="800100" imgH="457200" progId="Equation.DSMT4">
                  <p:embed/>
                  <p:pic>
                    <p:nvPicPr>
                      <p:cNvPr id="0" name="图片 3682"/>
                      <p:cNvPicPr/>
                      <p:nvPr/>
                    </p:nvPicPr>
                    <p:blipFill>
                      <a:blip r:embed="rId5"/>
                      <a:stretch>
                        <a:fillRect/>
                      </a:stretch>
                    </p:blipFill>
                    <p:spPr>
                      <a:xfrm>
                        <a:off x="4356100" y="895350"/>
                        <a:ext cx="1584325" cy="904875"/>
                      </a:xfrm>
                      <a:prstGeom prst="rect">
                        <a:avLst/>
                      </a:prstGeom>
                      <a:noFill/>
                      <a:ln w="38100">
                        <a:miter/>
                      </a:ln>
                    </p:spPr>
                  </p:pic>
                </p:oleObj>
              </mc:Fallback>
            </mc:AlternateContent>
          </a:graphicData>
        </a:graphic>
      </p:graphicFrame>
      <p:sp>
        <p:nvSpPr>
          <p:cNvPr id="117771" name="Rectangle 14"/>
          <p:cNvSpPr/>
          <p:nvPr/>
        </p:nvSpPr>
        <p:spPr>
          <a:xfrm>
            <a:off x="228600" y="6426200"/>
            <a:ext cx="24701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李雅普诺夫稳定性理论</a:t>
            </a:r>
          </a:p>
        </p:txBody>
      </p:sp>
      <p:sp>
        <p:nvSpPr>
          <p:cNvPr id="117772" name="Rectangle 15"/>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117773" name="Text Box 17"/>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日期占位符 4"/>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122882"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42</a:t>
            </a:fld>
            <a:endParaRPr lang="en-US" altLang="zh-CN" sz="1400" dirty="0"/>
          </a:p>
        </p:txBody>
      </p:sp>
      <p:grpSp>
        <p:nvGrpSpPr>
          <p:cNvPr id="122883" name="Group 2"/>
          <p:cNvGrpSpPr/>
          <p:nvPr/>
        </p:nvGrpSpPr>
        <p:grpSpPr>
          <a:xfrm>
            <a:off x="0" y="0"/>
            <a:ext cx="9144000" cy="6858000"/>
            <a:chOff x="0" y="0"/>
            <a:chExt cx="5760" cy="4320"/>
          </a:xfrm>
        </p:grpSpPr>
        <p:pic>
          <p:nvPicPr>
            <p:cNvPr id="122884"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122885"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122886" name="Rectangle 5"/>
          <p:cNvSpPr>
            <a:spLocks noGrp="1"/>
          </p:cNvSpPr>
          <p:nvPr>
            <p:ph type="body" sz="half" idx="1"/>
          </p:nvPr>
        </p:nvSpPr>
        <p:spPr>
          <a:xfrm>
            <a:off x="539750" y="2674938"/>
            <a:ext cx="6480175" cy="3097212"/>
          </a:xfrm>
          <a:ln/>
        </p:spPr>
        <p:txBody>
          <a:bodyPr vert="horz" wrap="square" lIns="91440" tIns="45720" rIns="91440" bIns="45720" anchor="t" anchorCtr="0"/>
          <a:lstStyle/>
          <a:p>
            <a:pPr eaLnBrk="1" hangingPunct="1">
              <a:spcBef>
                <a:spcPct val="35000"/>
              </a:spcBef>
              <a:buClrTx/>
              <a:buSzTx/>
              <a:buFontTx/>
              <a:buNone/>
            </a:pPr>
            <a:r>
              <a:rPr lang="zh-CN" altLang="en-US" sz="2400" dirty="0">
                <a:ea typeface="黑体" panose="02010609060101010101" pitchFamily="49" charset="-122"/>
              </a:rPr>
              <a:t>解</a:t>
            </a:r>
            <a:r>
              <a:rPr lang="en-US" altLang="zh-CN" sz="2400" dirty="0">
                <a:ea typeface="黑体" panose="02010609060101010101" pitchFamily="49" charset="-122"/>
              </a:rPr>
              <a:t>:  </a:t>
            </a:r>
            <a:r>
              <a:rPr lang="zh-CN" altLang="en-US" sz="2400" dirty="0">
                <a:ea typeface="黑体" panose="02010609060101010101" pitchFamily="49" charset="-122"/>
              </a:rPr>
              <a:t>系统具有唯一的平衡点         。取    </a:t>
            </a:r>
          </a:p>
          <a:p>
            <a:pPr eaLnBrk="1" hangingPunct="1">
              <a:spcBef>
                <a:spcPct val="35000"/>
              </a:spcBef>
              <a:buClrTx/>
              <a:buSzTx/>
              <a:buFontTx/>
              <a:buNone/>
            </a:pPr>
            <a:endParaRPr lang="zh-CN" altLang="en-US" sz="2400" dirty="0">
              <a:ea typeface="黑体" panose="02010609060101010101" pitchFamily="49" charset="-122"/>
            </a:endParaRPr>
          </a:p>
          <a:p>
            <a:pPr eaLnBrk="1" hangingPunct="1">
              <a:spcBef>
                <a:spcPct val="55000"/>
              </a:spcBef>
              <a:buClrTx/>
              <a:buSzTx/>
              <a:buFontTx/>
              <a:buNone/>
            </a:pPr>
            <a:r>
              <a:rPr lang="zh-CN" altLang="en-US" sz="2400" dirty="0">
                <a:ea typeface="黑体" panose="02010609060101010101" pitchFamily="49" charset="-122"/>
              </a:rPr>
              <a:t>则</a:t>
            </a:r>
          </a:p>
          <a:p>
            <a:pPr eaLnBrk="1" hangingPunct="1">
              <a:spcBef>
                <a:spcPct val="35000"/>
              </a:spcBef>
              <a:buClrTx/>
              <a:buSzTx/>
              <a:buFontTx/>
              <a:buNone/>
            </a:pPr>
            <a:endParaRPr lang="zh-CN" altLang="en-US" sz="2400" dirty="0">
              <a:ea typeface="黑体" panose="02010609060101010101" pitchFamily="49" charset="-122"/>
            </a:endParaRPr>
          </a:p>
          <a:p>
            <a:pPr eaLnBrk="1" hangingPunct="1">
              <a:spcBef>
                <a:spcPct val="35000"/>
              </a:spcBef>
              <a:buClrTx/>
              <a:buSzTx/>
              <a:buFontTx/>
              <a:buNone/>
            </a:pPr>
            <a:r>
              <a:rPr lang="zh-CN" altLang="en-US" sz="2400" dirty="0">
                <a:ea typeface="黑体" panose="02010609060101010101" pitchFamily="49" charset="-122"/>
              </a:rPr>
              <a:t>于是知系统在原点处不稳定。</a:t>
            </a:r>
          </a:p>
          <a:p>
            <a:pPr eaLnBrk="1" hangingPunct="1">
              <a:spcBef>
                <a:spcPct val="35000"/>
              </a:spcBef>
              <a:buClrTx/>
              <a:buSzTx/>
              <a:buFontTx/>
              <a:buNone/>
            </a:pPr>
            <a:r>
              <a:rPr lang="zh-CN" altLang="en-US" sz="2400" dirty="0">
                <a:ea typeface="黑体" panose="02010609060101010101" pitchFamily="49" charset="-122"/>
              </a:rPr>
              <a:t>              </a:t>
            </a:r>
          </a:p>
        </p:txBody>
      </p:sp>
      <p:sp>
        <p:nvSpPr>
          <p:cNvPr id="122887" name="Rectangle 6"/>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22888" name="Object 7"/>
          <p:cNvGraphicFramePr>
            <a:graphicFrameLocks noChangeAspect="1"/>
          </p:cNvGraphicFramePr>
          <p:nvPr/>
        </p:nvGraphicFramePr>
        <p:xfrm>
          <a:off x="4211638" y="2682875"/>
          <a:ext cx="806450" cy="452438"/>
        </p:xfrm>
        <a:graphic>
          <a:graphicData uri="http://schemas.openxmlformats.org/presentationml/2006/ole">
            <mc:AlternateContent xmlns:mc="http://schemas.openxmlformats.org/markup-compatibility/2006">
              <mc:Choice xmlns:v="urn:schemas-microsoft-com:vml" Requires="v">
                <p:oleObj r:id="rId4" imgW="406400" imgH="228600" progId="Equation.DSMT4">
                  <p:embed/>
                </p:oleObj>
              </mc:Choice>
              <mc:Fallback>
                <p:oleObj r:id="rId4" imgW="406400" imgH="228600" progId="Equation.DSMT4">
                  <p:embed/>
                  <p:pic>
                    <p:nvPicPr>
                      <p:cNvPr id="0" name="图片 3363"/>
                      <p:cNvPicPr/>
                      <p:nvPr/>
                    </p:nvPicPr>
                    <p:blipFill>
                      <a:blip r:embed="rId5"/>
                      <a:stretch>
                        <a:fillRect/>
                      </a:stretch>
                    </p:blipFill>
                    <p:spPr>
                      <a:xfrm>
                        <a:off x="4211638" y="2682875"/>
                        <a:ext cx="806450" cy="452438"/>
                      </a:xfrm>
                      <a:prstGeom prst="rect">
                        <a:avLst/>
                      </a:prstGeom>
                      <a:noFill/>
                      <a:ln w="38100">
                        <a:noFill/>
                        <a:miter/>
                      </a:ln>
                    </p:spPr>
                  </p:pic>
                </p:oleObj>
              </mc:Fallback>
            </mc:AlternateContent>
          </a:graphicData>
        </a:graphic>
      </p:graphicFrame>
      <p:sp>
        <p:nvSpPr>
          <p:cNvPr id="122889" name="Rectangle 8"/>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22890" name="Object 9"/>
          <p:cNvGraphicFramePr>
            <a:graphicFrameLocks noChangeAspect="1"/>
          </p:cNvGraphicFramePr>
          <p:nvPr/>
        </p:nvGraphicFramePr>
        <p:xfrm>
          <a:off x="3321050" y="3357563"/>
          <a:ext cx="2462213" cy="482600"/>
        </p:xfrm>
        <a:graphic>
          <a:graphicData uri="http://schemas.openxmlformats.org/presentationml/2006/ole">
            <mc:AlternateContent xmlns:mc="http://schemas.openxmlformats.org/markup-compatibility/2006">
              <mc:Choice xmlns:v="urn:schemas-microsoft-com:vml" Requires="v">
                <p:oleObj r:id="rId6" imgW="1231265" imgH="241300" progId="Equation.DSMT4">
                  <p:embed/>
                </p:oleObj>
              </mc:Choice>
              <mc:Fallback>
                <p:oleObj r:id="rId6" imgW="1231265" imgH="241300" progId="Equation.DSMT4">
                  <p:embed/>
                  <p:pic>
                    <p:nvPicPr>
                      <p:cNvPr id="0" name="图片 3364"/>
                      <p:cNvPicPr/>
                      <p:nvPr/>
                    </p:nvPicPr>
                    <p:blipFill>
                      <a:blip r:embed="rId7"/>
                      <a:stretch>
                        <a:fillRect/>
                      </a:stretch>
                    </p:blipFill>
                    <p:spPr>
                      <a:xfrm>
                        <a:off x="3321050" y="3357563"/>
                        <a:ext cx="2462213" cy="482600"/>
                      </a:xfrm>
                      <a:prstGeom prst="rect">
                        <a:avLst/>
                      </a:prstGeom>
                      <a:noFill/>
                      <a:ln w="38100">
                        <a:noFill/>
                        <a:miter/>
                      </a:ln>
                    </p:spPr>
                  </p:pic>
                </p:oleObj>
              </mc:Fallback>
            </mc:AlternateContent>
          </a:graphicData>
        </a:graphic>
      </p:graphicFrame>
      <p:sp>
        <p:nvSpPr>
          <p:cNvPr id="122891" name="Rectangle 10"/>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22892" name="Object 11"/>
          <p:cNvGraphicFramePr>
            <a:graphicFrameLocks noChangeAspect="1"/>
          </p:cNvGraphicFramePr>
          <p:nvPr/>
        </p:nvGraphicFramePr>
        <p:xfrm>
          <a:off x="2212975" y="4152900"/>
          <a:ext cx="4697413" cy="482600"/>
        </p:xfrm>
        <a:graphic>
          <a:graphicData uri="http://schemas.openxmlformats.org/presentationml/2006/ole">
            <mc:AlternateContent xmlns:mc="http://schemas.openxmlformats.org/markup-compatibility/2006">
              <mc:Choice xmlns:v="urn:schemas-microsoft-com:vml" Requires="v">
                <p:oleObj r:id="rId8" imgW="2349500" imgH="241300" progId="Equation.DSMT4">
                  <p:embed/>
                </p:oleObj>
              </mc:Choice>
              <mc:Fallback>
                <p:oleObj r:id="rId8" imgW="2349500" imgH="241300" progId="Equation.DSMT4">
                  <p:embed/>
                  <p:pic>
                    <p:nvPicPr>
                      <p:cNvPr id="0" name="图片 3365"/>
                      <p:cNvPicPr/>
                      <p:nvPr/>
                    </p:nvPicPr>
                    <p:blipFill>
                      <a:blip r:embed="rId9"/>
                      <a:stretch>
                        <a:fillRect/>
                      </a:stretch>
                    </p:blipFill>
                    <p:spPr>
                      <a:xfrm>
                        <a:off x="2212975" y="4152900"/>
                        <a:ext cx="4697413" cy="482600"/>
                      </a:xfrm>
                      <a:prstGeom prst="rect">
                        <a:avLst/>
                      </a:prstGeom>
                      <a:noFill/>
                      <a:ln w="38100">
                        <a:noFill/>
                        <a:miter/>
                      </a:ln>
                    </p:spPr>
                  </p:pic>
                </p:oleObj>
              </mc:Fallback>
            </mc:AlternateContent>
          </a:graphicData>
        </a:graphic>
      </p:graphicFrame>
      <p:sp>
        <p:nvSpPr>
          <p:cNvPr id="122893" name="Rectangle 12"/>
          <p:cNvSpPr/>
          <p:nvPr/>
        </p:nvSpPr>
        <p:spPr>
          <a:xfrm>
            <a:off x="503238" y="1089025"/>
            <a:ext cx="5076825" cy="1187450"/>
          </a:xfrm>
          <a:prstGeom prst="rect">
            <a:avLst/>
          </a:prstGeom>
          <a:noFill/>
          <a:ln w="9525">
            <a:noFill/>
          </a:ln>
        </p:spPr>
        <p:txBody>
          <a:bodyPr anchor="t" anchorCtr="0">
            <a:spAutoFit/>
          </a:bodyPr>
          <a:lstStyle/>
          <a:p>
            <a:pPr eaLnBrk="0" hangingPunct="0"/>
            <a:r>
              <a:rPr lang="zh-CN" altLang="en-US" sz="2400" dirty="0">
                <a:solidFill>
                  <a:srgbClr val="A50021"/>
                </a:solidFill>
                <a:latin typeface="Arial" panose="020B0604020202020204" pitchFamily="34" charset="0"/>
                <a:ea typeface="黑体" panose="02010609060101010101" pitchFamily="49" charset="-122"/>
              </a:rPr>
              <a:t>例</a:t>
            </a:r>
            <a:r>
              <a:rPr lang="en-US" altLang="zh-CN" sz="2400" dirty="0">
                <a:solidFill>
                  <a:srgbClr val="A50021"/>
                </a:solidFill>
                <a:latin typeface="Arial" panose="020B0604020202020204" pitchFamily="34" charset="0"/>
                <a:ea typeface="黑体" panose="02010609060101010101" pitchFamily="49" charset="-122"/>
              </a:rPr>
              <a:t>5.2.4</a:t>
            </a:r>
            <a:r>
              <a:rPr lang="en-US" altLang="zh-CN" sz="2400" dirty="0">
                <a:latin typeface="Arial" panose="020B0604020202020204" pitchFamily="34" charset="0"/>
                <a:ea typeface="黑体" panose="02010609060101010101" pitchFamily="49" charset="-122"/>
              </a:rPr>
              <a:t>  </a:t>
            </a:r>
            <a:r>
              <a:rPr lang="zh-CN" altLang="en-US" sz="2400" dirty="0">
                <a:latin typeface="Arial" panose="020B0604020202020204" pitchFamily="34" charset="0"/>
                <a:ea typeface="黑体" panose="02010609060101010101" pitchFamily="49" charset="-122"/>
              </a:rPr>
              <a:t>系统的状态方程为</a:t>
            </a:r>
          </a:p>
          <a:p>
            <a:pPr eaLnBrk="0" hangingPunct="0"/>
            <a:endParaRPr lang="zh-CN" altLang="en-US" sz="2400" dirty="0">
              <a:latin typeface="Arial" panose="020B0604020202020204" pitchFamily="34" charset="0"/>
              <a:ea typeface="黑体" panose="02010609060101010101" pitchFamily="49" charset="-122"/>
            </a:endParaRPr>
          </a:p>
          <a:p>
            <a:pPr eaLnBrk="0" hangingPunct="0"/>
            <a:r>
              <a:rPr lang="zh-CN" altLang="en-US" sz="2400" dirty="0">
                <a:latin typeface="Arial" panose="020B0604020202020204" pitchFamily="34" charset="0"/>
                <a:ea typeface="黑体" panose="02010609060101010101" pitchFamily="49" charset="-122"/>
              </a:rPr>
              <a:t>试确定系统在其平衡状态的稳定性。</a:t>
            </a:r>
          </a:p>
        </p:txBody>
      </p:sp>
      <p:graphicFrame>
        <p:nvGraphicFramePr>
          <p:cNvPr id="122894" name="Object 13"/>
          <p:cNvGraphicFramePr>
            <a:graphicFrameLocks noGrp="1" noChangeAspect="1"/>
          </p:cNvGraphicFramePr>
          <p:nvPr>
            <p:ph sz="half" idx="2"/>
          </p:nvPr>
        </p:nvGraphicFramePr>
        <p:xfrm>
          <a:off x="4356100" y="895350"/>
          <a:ext cx="1584325" cy="904875"/>
        </p:xfrm>
        <a:graphic>
          <a:graphicData uri="http://schemas.openxmlformats.org/presentationml/2006/ole">
            <mc:AlternateContent xmlns:mc="http://schemas.openxmlformats.org/markup-compatibility/2006">
              <mc:Choice xmlns:v="urn:schemas-microsoft-com:vml" Requires="v">
                <p:oleObj r:id="rId10" imgW="800100" imgH="457200" progId="Equation.DSMT4">
                  <p:embed/>
                </p:oleObj>
              </mc:Choice>
              <mc:Fallback>
                <p:oleObj r:id="rId10" imgW="800100" imgH="457200" progId="Equation.DSMT4">
                  <p:embed/>
                  <p:pic>
                    <p:nvPicPr>
                      <p:cNvPr id="0" name="图片 3366"/>
                      <p:cNvPicPr/>
                      <p:nvPr/>
                    </p:nvPicPr>
                    <p:blipFill>
                      <a:blip r:embed="rId11"/>
                      <a:stretch>
                        <a:fillRect/>
                      </a:stretch>
                    </p:blipFill>
                    <p:spPr>
                      <a:xfrm>
                        <a:off x="4356100" y="895350"/>
                        <a:ext cx="1584325" cy="904875"/>
                      </a:xfrm>
                      <a:prstGeom prst="rect">
                        <a:avLst/>
                      </a:prstGeom>
                      <a:noFill/>
                      <a:ln w="38100">
                        <a:miter/>
                      </a:ln>
                    </p:spPr>
                  </p:pic>
                </p:oleObj>
              </mc:Fallback>
            </mc:AlternateContent>
          </a:graphicData>
        </a:graphic>
      </p:graphicFrame>
      <p:sp>
        <p:nvSpPr>
          <p:cNvPr id="122895" name="Rectangle 14"/>
          <p:cNvSpPr/>
          <p:nvPr/>
        </p:nvSpPr>
        <p:spPr>
          <a:xfrm>
            <a:off x="228600" y="6426200"/>
            <a:ext cx="24701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李雅普诺夫稳定性理论</a:t>
            </a:r>
          </a:p>
        </p:txBody>
      </p:sp>
      <p:sp>
        <p:nvSpPr>
          <p:cNvPr id="122896" name="Rectangle 15"/>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122897" name="Text Box 16"/>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123906"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43</a:t>
            </a:fld>
            <a:endParaRPr lang="en-US" altLang="zh-CN" sz="1400" dirty="0"/>
          </a:p>
        </p:txBody>
      </p:sp>
      <p:grpSp>
        <p:nvGrpSpPr>
          <p:cNvPr id="123907" name="Group 2"/>
          <p:cNvGrpSpPr/>
          <p:nvPr/>
        </p:nvGrpSpPr>
        <p:grpSpPr>
          <a:xfrm>
            <a:off x="0" y="0"/>
            <a:ext cx="9144000" cy="6858000"/>
            <a:chOff x="0" y="0"/>
            <a:chExt cx="5760" cy="4320"/>
          </a:xfrm>
        </p:grpSpPr>
        <p:pic>
          <p:nvPicPr>
            <p:cNvPr id="123908"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123909"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226309" name="Rectangle 5"/>
          <p:cNvSpPr>
            <a:spLocks noGrp="1"/>
          </p:cNvSpPr>
          <p:nvPr>
            <p:ph idx="1"/>
          </p:nvPr>
        </p:nvSpPr>
        <p:spPr>
          <a:xfrm>
            <a:off x="684213" y="1557338"/>
            <a:ext cx="7777162" cy="4679950"/>
          </a:xfrm>
          <a:ln/>
        </p:spPr>
        <p:txBody>
          <a:bodyPr vert="horz" wrap="square" lIns="91440" tIns="45720" rIns="91440" bIns="45720" anchor="t" anchorCtr="0"/>
          <a:lstStyle/>
          <a:p>
            <a:pPr marL="533400" indent="-533400" algn="just" eaLnBrk="1" hangingPunct="1">
              <a:lnSpc>
                <a:spcPct val="110000"/>
              </a:lnSpc>
              <a:buNone/>
            </a:pPr>
            <a:r>
              <a:rPr lang="en-US" altLang="zh-CN" sz="2400" dirty="0">
                <a:ea typeface="黑体" panose="02010609060101010101" pitchFamily="49" charset="-122"/>
              </a:rPr>
              <a:t>1</a:t>
            </a:r>
            <a:r>
              <a:rPr lang="zh-CN" altLang="en-US" sz="2400" dirty="0">
                <a:ea typeface="黑体" panose="02010609060101010101" pitchFamily="49" charset="-122"/>
              </a:rPr>
              <a:t>）对于一个给定的系统，李雅普诺夫函数不是唯一的。</a:t>
            </a:r>
          </a:p>
          <a:p>
            <a:pPr marL="533400" indent="-533400" algn="just" eaLnBrk="1" hangingPunct="1">
              <a:lnSpc>
                <a:spcPct val="110000"/>
              </a:lnSpc>
              <a:buNone/>
            </a:pPr>
            <a:r>
              <a:rPr lang="en-US" altLang="zh-CN" sz="2400" dirty="0">
                <a:ea typeface="黑体" panose="02010609060101010101" pitchFamily="49" charset="-122"/>
              </a:rPr>
              <a:t>2</a:t>
            </a:r>
            <a:r>
              <a:rPr lang="zh-CN" altLang="en-US" sz="2400" dirty="0">
                <a:ea typeface="黑体" panose="02010609060101010101" pitchFamily="49" charset="-122"/>
              </a:rPr>
              <a:t>）对于非线性系统能给出关于在大范围内稳定性的信息。</a:t>
            </a:r>
          </a:p>
          <a:p>
            <a:pPr marL="533400" indent="-533400" algn="just" eaLnBrk="1" hangingPunct="1">
              <a:lnSpc>
                <a:spcPct val="110000"/>
              </a:lnSpc>
              <a:buNone/>
            </a:pPr>
            <a:r>
              <a:rPr lang="en-US" altLang="zh-CN" sz="2400" dirty="0">
                <a:ea typeface="黑体" panose="02010609060101010101" pitchFamily="49" charset="-122"/>
              </a:rPr>
              <a:t>3</a:t>
            </a:r>
            <a:r>
              <a:rPr lang="zh-CN" altLang="en-US" sz="2400" dirty="0">
                <a:ea typeface="黑体" panose="02010609060101010101" pitchFamily="49" charset="-122"/>
              </a:rPr>
              <a:t>）关于稳定性的条件是充分的，而不是必要的。</a:t>
            </a:r>
          </a:p>
          <a:p>
            <a:pPr marL="533400" indent="-533400" algn="just" eaLnBrk="1" hangingPunct="1">
              <a:lnSpc>
                <a:spcPct val="110000"/>
              </a:lnSpc>
              <a:buNone/>
            </a:pPr>
            <a:r>
              <a:rPr lang="en-US" altLang="zh-CN" sz="2400" dirty="0">
                <a:ea typeface="黑体" panose="02010609060101010101" pitchFamily="49" charset="-122"/>
              </a:rPr>
              <a:t>4</a:t>
            </a:r>
            <a:r>
              <a:rPr lang="zh-CN" altLang="en-US" sz="2400" dirty="0">
                <a:ea typeface="黑体" panose="02010609060101010101" pitchFamily="49" charset="-122"/>
              </a:rPr>
              <a:t>）若不能找到合适的李雅普诺夫函数就不能得出该系统稳定性方面的任何结论。</a:t>
            </a:r>
          </a:p>
          <a:p>
            <a:pPr marL="533400" indent="-533400" algn="just" eaLnBrk="1" hangingPunct="1">
              <a:lnSpc>
                <a:spcPct val="110000"/>
              </a:lnSpc>
              <a:buNone/>
            </a:pPr>
            <a:r>
              <a:rPr lang="en-US" altLang="zh-CN" sz="2400" dirty="0">
                <a:ea typeface="黑体" panose="02010609060101010101" pitchFamily="49" charset="-122"/>
              </a:rPr>
              <a:t>5</a:t>
            </a:r>
            <a:r>
              <a:rPr lang="zh-CN" altLang="en-US" sz="2400" dirty="0">
                <a:ea typeface="黑体" panose="02010609060101010101" pitchFamily="49" charset="-122"/>
              </a:rPr>
              <a:t>）李雅普诺夫函数只能判断其定义域内平衡状态的稳定性。</a:t>
            </a:r>
          </a:p>
          <a:p>
            <a:pPr marL="533400" indent="-533400" algn="just" eaLnBrk="1" hangingPunct="1">
              <a:lnSpc>
                <a:spcPct val="110000"/>
              </a:lnSpc>
              <a:buNone/>
            </a:pPr>
            <a:r>
              <a:rPr lang="en-US" altLang="zh-CN" sz="2400" dirty="0">
                <a:ea typeface="黑体" panose="02010609060101010101" pitchFamily="49" charset="-122"/>
              </a:rPr>
              <a:t>6</a:t>
            </a:r>
            <a:r>
              <a:rPr lang="zh-CN" altLang="en-US" sz="2400" dirty="0">
                <a:ea typeface="黑体" panose="02010609060101010101" pitchFamily="49" charset="-122"/>
              </a:rPr>
              <a:t>）如果系统的原点是稳定的或渐近稳定的，那么具有所要求性质的李雅普诺夫函数一定是存在的。</a:t>
            </a:r>
          </a:p>
        </p:txBody>
      </p:sp>
      <p:sp>
        <p:nvSpPr>
          <p:cNvPr id="123911" name="Rectangle 6"/>
          <p:cNvSpPr/>
          <p:nvPr/>
        </p:nvSpPr>
        <p:spPr>
          <a:xfrm>
            <a:off x="228600" y="6426200"/>
            <a:ext cx="24701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李雅普诺夫稳定性理论</a:t>
            </a:r>
          </a:p>
        </p:txBody>
      </p:sp>
      <p:sp>
        <p:nvSpPr>
          <p:cNvPr id="123912" name="Rectangle 7"/>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123913" name="Text Box 8"/>
          <p:cNvSpPr txBox="1"/>
          <p:nvPr/>
        </p:nvSpPr>
        <p:spPr>
          <a:xfrm>
            <a:off x="684213" y="1052513"/>
            <a:ext cx="2249487" cy="457200"/>
          </a:xfrm>
          <a:prstGeom prst="rect">
            <a:avLst/>
          </a:prstGeom>
          <a:noFill/>
          <a:ln w="9525">
            <a:noFill/>
          </a:ln>
        </p:spPr>
        <p:txBody>
          <a:bodyPr wrap="none" anchor="t" anchorCtr="0">
            <a:spAutoFit/>
          </a:bodyPr>
          <a:lstStyle/>
          <a:p>
            <a:pPr eaLnBrk="0" hangingPunct="0"/>
            <a:r>
              <a:rPr lang="en-US" altLang="zh-CN" sz="2400" dirty="0">
                <a:solidFill>
                  <a:srgbClr val="3333CC"/>
                </a:solidFill>
                <a:latin typeface="Arial" panose="020B0604020202020204" pitchFamily="34" charset="0"/>
                <a:ea typeface="黑体" panose="02010609060101010101" pitchFamily="49" charset="-122"/>
              </a:rPr>
              <a:t>5.2.3</a:t>
            </a:r>
            <a:r>
              <a:rPr lang="en-US" altLang="zh-CN" sz="2400" dirty="0">
                <a:solidFill>
                  <a:srgbClr val="A50021"/>
                </a:solidFill>
                <a:latin typeface="Arial" panose="020B0604020202020204" pitchFamily="34" charset="0"/>
                <a:ea typeface="黑体" panose="02010609060101010101" pitchFamily="49" charset="-122"/>
              </a:rPr>
              <a:t> </a:t>
            </a:r>
            <a:r>
              <a:rPr lang="en-US" altLang="zh-CN" sz="2400" dirty="0">
                <a:latin typeface="Arial" panose="020B0604020202020204" pitchFamily="34" charset="0"/>
                <a:ea typeface="黑体" panose="02010609060101010101" pitchFamily="49" charset="-122"/>
              </a:rPr>
              <a:t> </a:t>
            </a:r>
            <a:r>
              <a:rPr lang="zh-CN" altLang="en-US" sz="2400" dirty="0">
                <a:solidFill>
                  <a:srgbClr val="3333CC"/>
                </a:solidFill>
                <a:latin typeface="Arial" panose="020B0604020202020204" pitchFamily="34" charset="0"/>
                <a:ea typeface="黑体" panose="02010609060101010101" pitchFamily="49" charset="-122"/>
              </a:rPr>
              <a:t>几点说明</a:t>
            </a:r>
          </a:p>
        </p:txBody>
      </p:sp>
      <p:sp>
        <p:nvSpPr>
          <p:cNvPr id="123914" name="Text Box 9"/>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6309">
                                            <p:txEl>
                                              <p:pRg st="0" end="0"/>
                                            </p:txEl>
                                          </p:spTgt>
                                        </p:tgtEl>
                                        <p:attrNameLst>
                                          <p:attrName>style.visibility</p:attrName>
                                        </p:attrNameLst>
                                      </p:cBhvr>
                                      <p:to>
                                        <p:strVal val="visible"/>
                                      </p:to>
                                    </p:set>
                                    <p:animEffect transition="in" filter="wipe(left)">
                                      <p:cBhvr>
                                        <p:cTn id="7" dur="2000"/>
                                        <p:tgtEl>
                                          <p:spTgt spid="22630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26309">
                                            <p:txEl>
                                              <p:pRg st="1" end="1"/>
                                            </p:txEl>
                                          </p:spTgt>
                                        </p:tgtEl>
                                        <p:attrNameLst>
                                          <p:attrName>style.visibility</p:attrName>
                                        </p:attrNameLst>
                                      </p:cBhvr>
                                      <p:to>
                                        <p:strVal val="visible"/>
                                      </p:to>
                                    </p:set>
                                    <p:animEffect transition="in" filter="wipe(left)">
                                      <p:cBhvr>
                                        <p:cTn id="12" dur="2000"/>
                                        <p:tgtEl>
                                          <p:spTgt spid="22630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26309">
                                            <p:txEl>
                                              <p:pRg st="2" end="2"/>
                                            </p:txEl>
                                          </p:spTgt>
                                        </p:tgtEl>
                                        <p:attrNameLst>
                                          <p:attrName>style.visibility</p:attrName>
                                        </p:attrNameLst>
                                      </p:cBhvr>
                                      <p:to>
                                        <p:strVal val="visible"/>
                                      </p:to>
                                    </p:set>
                                    <p:animEffect transition="in" filter="wipe(left)">
                                      <p:cBhvr>
                                        <p:cTn id="17" dur="2000"/>
                                        <p:tgtEl>
                                          <p:spTgt spid="22630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26309">
                                            <p:txEl>
                                              <p:pRg st="3" end="3"/>
                                            </p:txEl>
                                          </p:spTgt>
                                        </p:tgtEl>
                                        <p:attrNameLst>
                                          <p:attrName>style.visibility</p:attrName>
                                        </p:attrNameLst>
                                      </p:cBhvr>
                                      <p:to>
                                        <p:strVal val="visible"/>
                                      </p:to>
                                    </p:set>
                                    <p:animEffect transition="in" filter="wipe(left)">
                                      <p:cBhvr>
                                        <p:cTn id="22" dur="2000"/>
                                        <p:tgtEl>
                                          <p:spTgt spid="22630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26309">
                                            <p:txEl>
                                              <p:pRg st="4" end="4"/>
                                            </p:txEl>
                                          </p:spTgt>
                                        </p:tgtEl>
                                        <p:attrNameLst>
                                          <p:attrName>style.visibility</p:attrName>
                                        </p:attrNameLst>
                                      </p:cBhvr>
                                      <p:to>
                                        <p:strVal val="visible"/>
                                      </p:to>
                                    </p:set>
                                    <p:animEffect transition="in" filter="wipe(left)">
                                      <p:cBhvr>
                                        <p:cTn id="27" dur="2000"/>
                                        <p:tgtEl>
                                          <p:spTgt spid="22630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26309">
                                            <p:txEl>
                                              <p:pRg st="5" end="5"/>
                                            </p:txEl>
                                          </p:spTgt>
                                        </p:tgtEl>
                                        <p:attrNameLst>
                                          <p:attrName>style.visibility</p:attrName>
                                        </p:attrNameLst>
                                      </p:cBhvr>
                                      <p:to>
                                        <p:strVal val="visible"/>
                                      </p:to>
                                    </p:set>
                                    <p:animEffect transition="in" filter="wipe(left)">
                                      <p:cBhvr>
                                        <p:cTn id="32" dur="2000"/>
                                        <p:tgtEl>
                                          <p:spTgt spid="22630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日期占位符 4"/>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124930"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44</a:t>
            </a:fld>
            <a:endParaRPr lang="en-US" altLang="zh-CN" sz="1400" dirty="0"/>
          </a:p>
        </p:txBody>
      </p:sp>
      <p:grpSp>
        <p:nvGrpSpPr>
          <p:cNvPr id="124931" name="Group 2"/>
          <p:cNvGrpSpPr/>
          <p:nvPr/>
        </p:nvGrpSpPr>
        <p:grpSpPr>
          <a:xfrm>
            <a:off x="0" y="0"/>
            <a:ext cx="9144000" cy="6858000"/>
            <a:chOff x="0" y="0"/>
            <a:chExt cx="5760" cy="4320"/>
          </a:xfrm>
        </p:grpSpPr>
        <p:pic>
          <p:nvPicPr>
            <p:cNvPr id="124932"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124933"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124934" name="Rectangle 5"/>
          <p:cNvSpPr/>
          <p:nvPr/>
        </p:nvSpPr>
        <p:spPr>
          <a:xfrm>
            <a:off x="228600" y="6426200"/>
            <a:ext cx="36131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李雅普诺夫方法在线性系统中应用</a:t>
            </a:r>
          </a:p>
        </p:txBody>
      </p:sp>
      <p:sp>
        <p:nvSpPr>
          <p:cNvPr id="376838" name="Rectangle 6"/>
          <p:cNvSpPr>
            <a:spLocks noGrp="1"/>
          </p:cNvSpPr>
          <p:nvPr>
            <p:ph type="body" sz="half" idx="1"/>
          </p:nvPr>
        </p:nvSpPr>
        <p:spPr>
          <a:xfrm>
            <a:off x="1763713" y="2276475"/>
            <a:ext cx="5688012" cy="3097213"/>
          </a:xfrm>
          <a:ln/>
        </p:spPr>
        <p:txBody>
          <a:bodyPr vert="horz" wrap="square" lIns="91440" tIns="45720" rIns="91440" bIns="45720" anchor="t" anchorCtr="0"/>
          <a:lstStyle/>
          <a:p>
            <a:pPr marL="805180" indent="-805180" eaLnBrk="1" hangingPunct="1">
              <a:spcBef>
                <a:spcPct val="50000"/>
              </a:spcBef>
              <a:buClrTx/>
              <a:buSzTx/>
              <a:buFontTx/>
              <a:buNone/>
            </a:pPr>
            <a:r>
              <a:rPr lang="en-US" altLang="zh-CN" sz="2400" dirty="0">
                <a:solidFill>
                  <a:srgbClr val="3333CC"/>
                </a:solidFill>
                <a:ea typeface="黑体" panose="02010609060101010101" pitchFamily="49" charset="-122"/>
              </a:rPr>
              <a:t>5.3.1  </a:t>
            </a:r>
            <a:r>
              <a:rPr lang="zh-CN" altLang="en-US" sz="2400" dirty="0">
                <a:solidFill>
                  <a:srgbClr val="3333CC"/>
                </a:solidFill>
                <a:ea typeface="黑体" panose="02010609060101010101" pitchFamily="49" charset="-122"/>
              </a:rPr>
              <a:t>用李雅普诺夫方法判断线性系统的  稳定性</a:t>
            </a:r>
          </a:p>
          <a:p>
            <a:pPr marL="805180" indent="-805180" eaLnBrk="1" hangingPunct="1">
              <a:spcBef>
                <a:spcPct val="50000"/>
              </a:spcBef>
              <a:buClrTx/>
              <a:buSzTx/>
              <a:buFontTx/>
              <a:buNone/>
            </a:pPr>
            <a:r>
              <a:rPr lang="en-US" altLang="zh-CN" sz="2400" dirty="0">
                <a:solidFill>
                  <a:srgbClr val="3333CC"/>
                </a:solidFill>
                <a:ea typeface="黑体" panose="02010609060101010101" pitchFamily="49" charset="-122"/>
              </a:rPr>
              <a:t>5.3.2  </a:t>
            </a:r>
            <a:r>
              <a:rPr lang="zh-CN" altLang="en-US" sz="2400" dirty="0">
                <a:solidFill>
                  <a:srgbClr val="3333CC"/>
                </a:solidFill>
                <a:ea typeface="黑体" panose="02010609060101010101" pitchFamily="49" charset="-122"/>
              </a:rPr>
              <a:t>用李雅普诺夫函数求解参数最优化问题</a:t>
            </a:r>
          </a:p>
          <a:p>
            <a:pPr marL="805180" indent="-805180" eaLnBrk="1" hangingPunct="1">
              <a:spcBef>
                <a:spcPct val="50000"/>
              </a:spcBef>
              <a:buClrTx/>
              <a:buSzTx/>
              <a:buFontTx/>
              <a:buNone/>
            </a:pPr>
            <a:r>
              <a:rPr lang="en-US" altLang="zh-CN" sz="2400" dirty="0">
                <a:solidFill>
                  <a:srgbClr val="3333CC"/>
                </a:solidFill>
                <a:ea typeface="黑体" panose="02010609060101010101" pitchFamily="49" charset="-122"/>
              </a:rPr>
              <a:t>5.3.3  </a:t>
            </a:r>
            <a:r>
              <a:rPr lang="zh-CN" altLang="en-US" sz="2400" dirty="0">
                <a:solidFill>
                  <a:srgbClr val="3333CC"/>
                </a:solidFill>
                <a:ea typeface="黑体" panose="02010609060101010101" pitchFamily="49" charset="-122"/>
              </a:rPr>
              <a:t>用李雅普诺夫函数估计线性系统动态响应的快速性</a:t>
            </a:r>
          </a:p>
          <a:p>
            <a:pPr marL="805180" indent="-805180" eaLnBrk="1" hangingPunct="1">
              <a:spcBef>
                <a:spcPct val="50000"/>
              </a:spcBef>
              <a:buClrTx/>
              <a:buSzTx/>
              <a:buFontTx/>
              <a:buNone/>
            </a:pPr>
            <a:r>
              <a:rPr lang="en-US" altLang="zh-CN" sz="2400" dirty="0">
                <a:solidFill>
                  <a:srgbClr val="3333CC"/>
                </a:solidFill>
                <a:ea typeface="黑体" panose="02010609060101010101" pitchFamily="49" charset="-122"/>
              </a:rPr>
              <a:t>5.3.4  </a:t>
            </a:r>
            <a:r>
              <a:rPr lang="zh-CN" altLang="en-US" sz="2400" dirty="0">
                <a:solidFill>
                  <a:srgbClr val="3333CC"/>
                </a:solidFill>
                <a:ea typeface="黑体" panose="02010609060101010101" pitchFamily="49" charset="-122"/>
              </a:rPr>
              <a:t>利用</a:t>
            </a:r>
            <a:r>
              <a:rPr lang="en-US" altLang="zh-CN" sz="2400" dirty="0">
                <a:solidFill>
                  <a:srgbClr val="3333CC"/>
                </a:solidFill>
                <a:ea typeface="黑体" panose="02010609060101010101" pitchFamily="49" charset="-122"/>
              </a:rPr>
              <a:t>MATLAB</a:t>
            </a:r>
            <a:r>
              <a:rPr lang="zh-CN" altLang="en-US" sz="2400" dirty="0">
                <a:solidFill>
                  <a:srgbClr val="3333CC"/>
                </a:solidFill>
                <a:ea typeface="黑体" panose="02010609060101010101" pitchFamily="49" charset="-122"/>
              </a:rPr>
              <a:t>进行稳定性分析</a:t>
            </a:r>
            <a:endParaRPr lang="zh-CN" altLang="en-US" sz="2400" dirty="0">
              <a:ea typeface="黑体" panose="02010609060101010101" pitchFamily="49" charset="-122"/>
            </a:endParaRPr>
          </a:p>
        </p:txBody>
      </p:sp>
      <p:sp>
        <p:nvSpPr>
          <p:cNvPr id="124936" name="Rectangle 7"/>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24937" name="Rectangle 8"/>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24938" name="Rectangle 9"/>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24939" name="Rectangle 10"/>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24940" name="Rectangle 11"/>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24941" name="Rectangle 12"/>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24942" name="Rectangle 13"/>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24943" name="Rectangle 14"/>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24944" name="Rectangle 15"/>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24945" name="Rectangle 22"/>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376855" name="Rectangle 23"/>
          <p:cNvSpPr/>
          <p:nvPr/>
        </p:nvSpPr>
        <p:spPr>
          <a:xfrm>
            <a:off x="1331913" y="1268413"/>
            <a:ext cx="6453187" cy="719137"/>
          </a:xfrm>
          <a:prstGeom prst="rect">
            <a:avLst/>
          </a:prstGeom>
          <a:noFill/>
          <a:ln w="9525">
            <a:noFill/>
          </a:ln>
        </p:spPr>
        <p:txBody>
          <a:bodyPr anchor="ctr" anchorCtr="0"/>
          <a:lstStyle/>
          <a:p>
            <a:pPr algn="ctr"/>
            <a:r>
              <a:rPr lang="en-US" altLang="zh-CN" sz="4400" dirty="0">
                <a:solidFill>
                  <a:schemeClr val="tx2"/>
                </a:solidFill>
                <a:latin typeface="Arial" panose="020B0604020202020204" pitchFamily="34" charset="0"/>
                <a:ea typeface="黑体" panose="02010609060101010101" pitchFamily="49" charset="-122"/>
              </a:rPr>
              <a:t> </a:t>
            </a:r>
            <a:r>
              <a:rPr lang="en-US" altLang="zh-CN" sz="2800" dirty="0">
                <a:solidFill>
                  <a:schemeClr val="accent2"/>
                </a:solidFill>
                <a:latin typeface="Arial" panose="020B0604020202020204" pitchFamily="34" charset="0"/>
                <a:ea typeface="黑体" panose="02010609060101010101" pitchFamily="49" charset="-122"/>
              </a:rPr>
              <a:t>5.3  </a:t>
            </a:r>
            <a:r>
              <a:rPr lang="zh-CN" altLang="en-US" sz="2800" dirty="0">
                <a:solidFill>
                  <a:schemeClr val="accent2"/>
                </a:solidFill>
                <a:latin typeface="Arial" panose="020B0604020202020204" pitchFamily="34" charset="0"/>
                <a:ea typeface="黑体" panose="02010609060101010101" pitchFamily="49" charset="-122"/>
              </a:rPr>
              <a:t>李雅普诺夫方法在线性系统中应用</a:t>
            </a:r>
          </a:p>
        </p:txBody>
      </p:sp>
      <p:sp>
        <p:nvSpPr>
          <p:cNvPr id="124947" name="Text Box 27"/>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376855"/>
                                        </p:tgtEl>
                                        <p:attrNameLst>
                                          <p:attrName>style.visibility</p:attrName>
                                        </p:attrNameLst>
                                      </p:cBhvr>
                                      <p:to>
                                        <p:strVal val="visible"/>
                                      </p:to>
                                    </p:set>
                                    <p:animEffect transition="in" filter="slide(fromTop)">
                                      <p:cBhvr>
                                        <p:cTn id="7" dur="1000"/>
                                        <p:tgtEl>
                                          <p:spTgt spid="376855"/>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376838">
                                            <p:txEl>
                                              <p:pRg st="0" end="0"/>
                                            </p:txEl>
                                          </p:spTgt>
                                        </p:tgtEl>
                                        <p:attrNameLst>
                                          <p:attrName>style.visibility</p:attrName>
                                        </p:attrNameLst>
                                      </p:cBhvr>
                                      <p:to>
                                        <p:strVal val="visible"/>
                                      </p:to>
                                    </p:set>
                                    <p:animEffect transition="in" filter="slide(fromBottom)">
                                      <p:cBhvr>
                                        <p:cTn id="12" dur="1000"/>
                                        <p:tgtEl>
                                          <p:spTgt spid="37683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376838">
                                            <p:txEl>
                                              <p:pRg st="1" end="1"/>
                                            </p:txEl>
                                          </p:spTgt>
                                        </p:tgtEl>
                                        <p:attrNameLst>
                                          <p:attrName>style.visibility</p:attrName>
                                        </p:attrNameLst>
                                      </p:cBhvr>
                                      <p:to>
                                        <p:strVal val="visible"/>
                                      </p:to>
                                    </p:set>
                                    <p:animEffect transition="in" filter="slide(fromBottom)">
                                      <p:cBhvr>
                                        <p:cTn id="17" dur="1000"/>
                                        <p:tgtEl>
                                          <p:spTgt spid="37683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376838">
                                            <p:txEl>
                                              <p:pRg st="2" end="2"/>
                                            </p:txEl>
                                          </p:spTgt>
                                        </p:tgtEl>
                                        <p:attrNameLst>
                                          <p:attrName>style.visibility</p:attrName>
                                        </p:attrNameLst>
                                      </p:cBhvr>
                                      <p:to>
                                        <p:strVal val="visible"/>
                                      </p:to>
                                    </p:set>
                                    <p:animEffect transition="in" filter="slide(fromBottom)">
                                      <p:cBhvr>
                                        <p:cTn id="22" dur="1000"/>
                                        <p:tgtEl>
                                          <p:spTgt spid="376838">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376838">
                                            <p:txEl>
                                              <p:pRg st="3" end="3"/>
                                            </p:txEl>
                                          </p:spTgt>
                                        </p:tgtEl>
                                        <p:attrNameLst>
                                          <p:attrName>style.visibility</p:attrName>
                                        </p:attrNameLst>
                                      </p:cBhvr>
                                      <p:to>
                                        <p:strVal val="visible"/>
                                      </p:to>
                                    </p:set>
                                    <p:animEffect transition="in" filter="slide(fromBottom)">
                                      <p:cBhvr>
                                        <p:cTn id="27" dur="1000"/>
                                        <p:tgtEl>
                                          <p:spTgt spid="37683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6838" grpId="0" build="p"/>
      <p:bldP spid="37685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日期占位符 4"/>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latin typeface="Arial" panose="020B0604020202020204" pitchFamily="34" charset="0"/>
                <a:ea typeface="宋体" panose="02010600030101010101" pitchFamily="2" charset="-122"/>
              </a:rPr>
              <a:t>2026年7月17日</a:t>
            </a:fld>
            <a:endParaRPr lang="zh-CN" altLang="en-US" sz="1400" dirty="0">
              <a:latin typeface="Arial" panose="020B0604020202020204" pitchFamily="34" charset="0"/>
              <a:ea typeface="宋体" panose="02010600030101010101" pitchFamily="2" charset="-122"/>
            </a:endParaRPr>
          </a:p>
        </p:txBody>
      </p:sp>
      <p:sp>
        <p:nvSpPr>
          <p:cNvPr id="125954"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t>45</a:t>
            </a:fld>
            <a:endParaRPr lang="en-US" altLang="zh-CN" sz="1400" dirty="0">
              <a:latin typeface="Arial" panose="020B0604020202020204" pitchFamily="34" charset="0"/>
            </a:endParaRPr>
          </a:p>
        </p:txBody>
      </p:sp>
      <p:grpSp>
        <p:nvGrpSpPr>
          <p:cNvPr id="125955" name="Group 2"/>
          <p:cNvGrpSpPr/>
          <p:nvPr/>
        </p:nvGrpSpPr>
        <p:grpSpPr>
          <a:xfrm>
            <a:off x="0" y="0"/>
            <a:ext cx="9144000" cy="6858000"/>
            <a:chOff x="0" y="0"/>
            <a:chExt cx="5760" cy="4320"/>
          </a:xfrm>
        </p:grpSpPr>
        <p:pic>
          <p:nvPicPr>
            <p:cNvPr id="125956"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125957"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125958" name="Rectangle 5"/>
          <p:cNvSpPr/>
          <p:nvPr/>
        </p:nvSpPr>
        <p:spPr>
          <a:xfrm>
            <a:off x="228600" y="6426200"/>
            <a:ext cx="36131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李雅普诺夫方法在线性系统中应用</a:t>
            </a:r>
          </a:p>
        </p:txBody>
      </p:sp>
      <p:sp>
        <p:nvSpPr>
          <p:cNvPr id="448518" name="Rectangle 6"/>
          <p:cNvSpPr>
            <a:spLocks noGrp="1"/>
          </p:cNvSpPr>
          <p:nvPr>
            <p:ph type="body" sz="half" idx="1"/>
          </p:nvPr>
        </p:nvSpPr>
        <p:spPr>
          <a:xfrm>
            <a:off x="1763713" y="2276475"/>
            <a:ext cx="5688012" cy="3097213"/>
          </a:xfrm>
          <a:ln/>
        </p:spPr>
        <p:txBody>
          <a:bodyPr vert="horz" wrap="square" lIns="91440" tIns="45720" rIns="91440" bIns="45720" anchor="t" anchorCtr="0"/>
          <a:lstStyle/>
          <a:p>
            <a:pPr marL="805180" indent="-805180" eaLnBrk="1" hangingPunct="1">
              <a:spcBef>
                <a:spcPct val="50000"/>
              </a:spcBef>
              <a:buClrTx/>
              <a:buSzTx/>
              <a:buFontTx/>
              <a:buNone/>
            </a:pPr>
            <a:r>
              <a:rPr lang="en-US" altLang="zh-CN" sz="2400" dirty="0">
                <a:solidFill>
                  <a:srgbClr val="3333CC"/>
                </a:solidFill>
                <a:ea typeface="黑体" panose="02010609060101010101" pitchFamily="49" charset="-122"/>
              </a:rPr>
              <a:t>5.3.1  </a:t>
            </a:r>
            <a:r>
              <a:rPr lang="zh-CN" altLang="en-US" sz="2400" dirty="0">
                <a:solidFill>
                  <a:srgbClr val="3333CC"/>
                </a:solidFill>
                <a:ea typeface="黑体" panose="02010609060101010101" pitchFamily="49" charset="-122"/>
              </a:rPr>
              <a:t>用李雅普诺夫方法判断线性系统的  稳定性</a:t>
            </a:r>
          </a:p>
          <a:p>
            <a:pPr marL="805180" indent="-805180" eaLnBrk="1" hangingPunct="1">
              <a:spcBef>
                <a:spcPct val="50000"/>
              </a:spcBef>
              <a:buClrTx/>
              <a:buSzTx/>
              <a:buFontTx/>
              <a:buNone/>
            </a:pPr>
            <a:r>
              <a:rPr lang="en-US" altLang="zh-CN" sz="2400" dirty="0">
                <a:solidFill>
                  <a:srgbClr val="3333CC"/>
                </a:solidFill>
                <a:ea typeface="黑体" panose="02010609060101010101" pitchFamily="49" charset="-122"/>
              </a:rPr>
              <a:t>5.3.2  </a:t>
            </a:r>
            <a:r>
              <a:rPr lang="zh-CN" altLang="en-US" sz="2400" dirty="0">
                <a:solidFill>
                  <a:srgbClr val="3333CC"/>
                </a:solidFill>
                <a:ea typeface="黑体" panose="02010609060101010101" pitchFamily="49" charset="-122"/>
              </a:rPr>
              <a:t>用李雅普诺夫函数求解参数最优化问题</a:t>
            </a:r>
          </a:p>
          <a:p>
            <a:pPr marL="805180" indent="-805180" eaLnBrk="1" hangingPunct="1">
              <a:spcBef>
                <a:spcPct val="50000"/>
              </a:spcBef>
              <a:buClrTx/>
              <a:buSzTx/>
              <a:buFontTx/>
              <a:buNone/>
            </a:pPr>
            <a:r>
              <a:rPr lang="en-US" altLang="zh-CN" sz="2400" dirty="0">
                <a:solidFill>
                  <a:srgbClr val="3333CC"/>
                </a:solidFill>
                <a:ea typeface="黑体" panose="02010609060101010101" pitchFamily="49" charset="-122"/>
              </a:rPr>
              <a:t>5.3.3  </a:t>
            </a:r>
            <a:r>
              <a:rPr lang="zh-CN" altLang="en-US" sz="2400" dirty="0">
                <a:solidFill>
                  <a:srgbClr val="6699FF"/>
                </a:solidFill>
                <a:ea typeface="黑体" panose="02010609060101010101" pitchFamily="49" charset="-122"/>
              </a:rPr>
              <a:t>用李雅普诺夫函数估计线性系统动态响应的快速性</a:t>
            </a:r>
          </a:p>
          <a:p>
            <a:pPr marL="805180" indent="-805180" eaLnBrk="1" hangingPunct="1">
              <a:spcBef>
                <a:spcPct val="50000"/>
              </a:spcBef>
              <a:buClrTx/>
              <a:buSzTx/>
              <a:buFontTx/>
              <a:buNone/>
            </a:pPr>
            <a:r>
              <a:rPr lang="en-US" altLang="zh-CN" sz="2400" dirty="0">
                <a:solidFill>
                  <a:srgbClr val="3333CC"/>
                </a:solidFill>
                <a:ea typeface="黑体" panose="02010609060101010101" pitchFamily="49" charset="-122"/>
              </a:rPr>
              <a:t>5.3.4  </a:t>
            </a:r>
            <a:r>
              <a:rPr lang="zh-CN" altLang="en-US" sz="2400" dirty="0">
                <a:solidFill>
                  <a:srgbClr val="6699FF"/>
                </a:solidFill>
                <a:ea typeface="黑体" panose="02010609060101010101" pitchFamily="49" charset="-122"/>
              </a:rPr>
              <a:t>利用</a:t>
            </a:r>
            <a:r>
              <a:rPr lang="en-US" altLang="zh-CN" sz="2400" dirty="0">
                <a:solidFill>
                  <a:srgbClr val="6699FF"/>
                </a:solidFill>
                <a:ea typeface="黑体" panose="02010609060101010101" pitchFamily="49" charset="-122"/>
              </a:rPr>
              <a:t>MATLAB</a:t>
            </a:r>
            <a:r>
              <a:rPr lang="zh-CN" altLang="en-US" sz="2400" dirty="0">
                <a:solidFill>
                  <a:srgbClr val="6699FF"/>
                </a:solidFill>
                <a:ea typeface="黑体" panose="02010609060101010101" pitchFamily="49" charset="-122"/>
              </a:rPr>
              <a:t>进行稳定性分析</a:t>
            </a:r>
          </a:p>
        </p:txBody>
      </p:sp>
      <p:sp>
        <p:nvSpPr>
          <p:cNvPr id="125960" name="Rectangle 7"/>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25961" name="Rectangle 8"/>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25962" name="Rectangle 9"/>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25963" name="Rectangle 10"/>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25964" name="Rectangle 11"/>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25965" name="Rectangle 12"/>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25966" name="Rectangle 13"/>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25967" name="Rectangle 14"/>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25968" name="Rectangle 15"/>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25969" name="Rectangle 16"/>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448529" name="Rectangle 17"/>
          <p:cNvSpPr/>
          <p:nvPr/>
        </p:nvSpPr>
        <p:spPr>
          <a:xfrm>
            <a:off x="1331913" y="1268413"/>
            <a:ext cx="6453187" cy="719137"/>
          </a:xfrm>
          <a:prstGeom prst="rect">
            <a:avLst/>
          </a:prstGeom>
          <a:noFill/>
          <a:ln w="9525">
            <a:noFill/>
          </a:ln>
        </p:spPr>
        <p:txBody>
          <a:bodyPr anchor="ctr" anchorCtr="0"/>
          <a:lstStyle/>
          <a:p>
            <a:pPr algn="ctr"/>
            <a:r>
              <a:rPr lang="en-US" altLang="zh-CN" sz="4400" dirty="0">
                <a:solidFill>
                  <a:schemeClr val="tx2"/>
                </a:solidFill>
                <a:latin typeface="Arial" panose="020B0604020202020204" pitchFamily="34" charset="0"/>
                <a:ea typeface="黑体" panose="02010609060101010101" pitchFamily="49" charset="-122"/>
              </a:rPr>
              <a:t> </a:t>
            </a:r>
            <a:r>
              <a:rPr lang="en-US" altLang="zh-CN" sz="2800" dirty="0">
                <a:solidFill>
                  <a:schemeClr val="accent2"/>
                </a:solidFill>
                <a:latin typeface="Arial" panose="020B0604020202020204" pitchFamily="34" charset="0"/>
                <a:ea typeface="黑体" panose="02010609060101010101" pitchFamily="49" charset="-122"/>
              </a:rPr>
              <a:t>5.3  </a:t>
            </a:r>
            <a:r>
              <a:rPr lang="zh-CN" altLang="en-US" sz="2800" dirty="0">
                <a:solidFill>
                  <a:schemeClr val="accent2"/>
                </a:solidFill>
                <a:latin typeface="Arial" panose="020B0604020202020204" pitchFamily="34" charset="0"/>
                <a:ea typeface="黑体" panose="02010609060101010101" pitchFamily="49" charset="-122"/>
              </a:rPr>
              <a:t>李雅普诺夫方法在线性系统中应用</a:t>
            </a:r>
          </a:p>
        </p:txBody>
      </p:sp>
      <p:sp>
        <p:nvSpPr>
          <p:cNvPr id="125971" name="Text Box 18"/>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448529"/>
                                        </p:tgtEl>
                                        <p:attrNameLst>
                                          <p:attrName>style.visibility</p:attrName>
                                        </p:attrNameLst>
                                      </p:cBhvr>
                                      <p:to>
                                        <p:strVal val="visible"/>
                                      </p:to>
                                    </p:set>
                                    <p:animEffect transition="in" filter="slide(fromTop)">
                                      <p:cBhvr>
                                        <p:cTn id="7" dur="1000"/>
                                        <p:tgtEl>
                                          <p:spTgt spid="448529"/>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448518">
                                            <p:txEl>
                                              <p:pRg st="0" end="0"/>
                                            </p:txEl>
                                          </p:spTgt>
                                        </p:tgtEl>
                                        <p:attrNameLst>
                                          <p:attrName>style.visibility</p:attrName>
                                        </p:attrNameLst>
                                      </p:cBhvr>
                                      <p:to>
                                        <p:strVal val="visible"/>
                                      </p:to>
                                    </p:set>
                                    <p:animEffect transition="in" filter="slide(fromBottom)">
                                      <p:cBhvr>
                                        <p:cTn id="12" dur="1000"/>
                                        <p:tgtEl>
                                          <p:spTgt spid="44851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448518">
                                            <p:txEl>
                                              <p:pRg st="1" end="1"/>
                                            </p:txEl>
                                          </p:spTgt>
                                        </p:tgtEl>
                                        <p:attrNameLst>
                                          <p:attrName>style.visibility</p:attrName>
                                        </p:attrNameLst>
                                      </p:cBhvr>
                                      <p:to>
                                        <p:strVal val="visible"/>
                                      </p:to>
                                    </p:set>
                                    <p:animEffect transition="in" filter="slide(fromBottom)">
                                      <p:cBhvr>
                                        <p:cTn id="17" dur="1000"/>
                                        <p:tgtEl>
                                          <p:spTgt spid="44851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448518">
                                            <p:txEl>
                                              <p:pRg st="2" end="2"/>
                                            </p:txEl>
                                          </p:spTgt>
                                        </p:tgtEl>
                                        <p:attrNameLst>
                                          <p:attrName>style.visibility</p:attrName>
                                        </p:attrNameLst>
                                      </p:cBhvr>
                                      <p:to>
                                        <p:strVal val="visible"/>
                                      </p:to>
                                    </p:set>
                                    <p:animEffect transition="in" filter="slide(fromBottom)">
                                      <p:cBhvr>
                                        <p:cTn id="22" dur="1000"/>
                                        <p:tgtEl>
                                          <p:spTgt spid="448518">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448518">
                                            <p:txEl>
                                              <p:pRg st="3" end="3"/>
                                            </p:txEl>
                                          </p:spTgt>
                                        </p:tgtEl>
                                        <p:attrNameLst>
                                          <p:attrName>style.visibility</p:attrName>
                                        </p:attrNameLst>
                                      </p:cBhvr>
                                      <p:to>
                                        <p:strVal val="visible"/>
                                      </p:to>
                                    </p:set>
                                    <p:animEffect transition="in" filter="slide(fromBottom)">
                                      <p:cBhvr>
                                        <p:cTn id="27" dur="1000"/>
                                        <p:tgtEl>
                                          <p:spTgt spid="44851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8518" grpId="0" build="p"/>
      <p:bldP spid="448529"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日期占位符 4"/>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latin typeface="Arial" panose="020B0604020202020204" pitchFamily="34" charset="0"/>
                <a:ea typeface="宋体" panose="02010600030101010101" pitchFamily="2" charset="-122"/>
              </a:rPr>
              <a:t>2026年7月17日</a:t>
            </a:fld>
            <a:endParaRPr lang="zh-CN" altLang="en-US" sz="1400" dirty="0">
              <a:latin typeface="Arial" panose="020B0604020202020204" pitchFamily="34" charset="0"/>
              <a:ea typeface="宋体" panose="02010600030101010101" pitchFamily="2" charset="-122"/>
            </a:endParaRPr>
          </a:p>
        </p:txBody>
      </p:sp>
      <p:sp>
        <p:nvSpPr>
          <p:cNvPr id="126978"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t>46</a:t>
            </a:fld>
            <a:endParaRPr lang="en-US" altLang="zh-CN" sz="1400" dirty="0">
              <a:latin typeface="Arial" panose="020B0604020202020204" pitchFamily="34" charset="0"/>
            </a:endParaRPr>
          </a:p>
        </p:txBody>
      </p:sp>
      <p:grpSp>
        <p:nvGrpSpPr>
          <p:cNvPr id="126979" name="Group 2"/>
          <p:cNvGrpSpPr/>
          <p:nvPr/>
        </p:nvGrpSpPr>
        <p:grpSpPr>
          <a:xfrm>
            <a:off x="0" y="0"/>
            <a:ext cx="9144000" cy="6858000"/>
            <a:chOff x="0" y="0"/>
            <a:chExt cx="5760" cy="4320"/>
          </a:xfrm>
        </p:grpSpPr>
        <p:pic>
          <p:nvPicPr>
            <p:cNvPr id="126980"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126981"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126982" name="Rectangle 5"/>
          <p:cNvSpPr/>
          <p:nvPr/>
        </p:nvSpPr>
        <p:spPr>
          <a:xfrm>
            <a:off x="228600" y="6426200"/>
            <a:ext cx="36131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李雅普诺夫方法在线性系统中应用</a:t>
            </a:r>
          </a:p>
        </p:txBody>
      </p:sp>
      <p:sp>
        <p:nvSpPr>
          <p:cNvPr id="126983" name="Rectangle 7"/>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26984" name="Rectangle 8"/>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26985" name="Rectangle 9"/>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26986" name="Rectangle 10"/>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26987" name="Rectangle 11"/>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26988" name="Rectangle 12"/>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26989" name="Rectangle 13"/>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26990" name="Rectangle 14"/>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26991" name="Rectangle 15"/>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26992" name="Rectangle 16"/>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448529" name="Rectangle 17"/>
          <p:cNvSpPr/>
          <p:nvPr/>
        </p:nvSpPr>
        <p:spPr>
          <a:xfrm>
            <a:off x="1331913" y="981075"/>
            <a:ext cx="6453187" cy="719138"/>
          </a:xfrm>
          <a:prstGeom prst="rect">
            <a:avLst/>
          </a:prstGeom>
          <a:noFill/>
          <a:ln w="9525">
            <a:noFill/>
          </a:ln>
        </p:spPr>
        <p:txBody>
          <a:bodyPr anchor="ctr" anchorCtr="0"/>
          <a:lstStyle/>
          <a:p>
            <a:pPr algn="ctr"/>
            <a:r>
              <a:rPr lang="en-US" altLang="zh-CN" sz="4400" dirty="0">
                <a:solidFill>
                  <a:schemeClr val="tx2"/>
                </a:solidFill>
                <a:latin typeface="Arial" panose="020B0604020202020204" pitchFamily="34" charset="0"/>
                <a:ea typeface="黑体" panose="02010609060101010101" pitchFamily="49" charset="-122"/>
              </a:rPr>
              <a:t> </a:t>
            </a:r>
            <a:r>
              <a:rPr lang="en-US" altLang="zh-CN" sz="2800" dirty="0">
                <a:solidFill>
                  <a:schemeClr val="accent2"/>
                </a:solidFill>
                <a:latin typeface="Arial" panose="020B0604020202020204" pitchFamily="34" charset="0"/>
                <a:ea typeface="黑体" panose="02010609060101010101" pitchFamily="49" charset="-122"/>
              </a:rPr>
              <a:t>5.3  </a:t>
            </a:r>
            <a:r>
              <a:rPr lang="zh-CN" altLang="en-US" sz="2800" dirty="0">
                <a:solidFill>
                  <a:schemeClr val="accent2"/>
                </a:solidFill>
                <a:latin typeface="Arial" panose="020B0604020202020204" pitchFamily="34" charset="0"/>
                <a:ea typeface="黑体" panose="02010609060101010101" pitchFamily="49" charset="-122"/>
              </a:rPr>
              <a:t>李雅普诺夫方法在线性系统中应用</a:t>
            </a:r>
          </a:p>
        </p:txBody>
      </p:sp>
      <p:sp>
        <p:nvSpPr>
          <p:cNvPr id="126994" name="Text Box 18"/>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pic>
        <p:nvPicPr>
          <p:cNvPr id="126995" name="图片 2"/>
          <p:cNvPicPr>
            <a:picLocks noChangeAspect="1"/>
          </p:cNvPicPr>
          <p:nvPr/>
        </p:nvPicPr>
        <p:blipFill>
          <a:blip r:embed="rId4"/>
          <a:stretch>
            <a:fillRect/>
          </a:stretch>
        </p:blipFill>
        <p:spPr>
          <a:xfrm>
            <a:off x="760413" y="1709738"/>
            <a:ext cx="7596187" cy="458470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448529"/>
                                        </p:tgtEl>
                                        <p:attrNameLst>
                                          <p:attrName>style.visibility</p:attrName>
                                        </p:attrNameLst>
                                      </p:cBhvr>
                                      <p:to>
                                        <p:strVal val="visible"/>
                                      </p:to>
                                    </p:set>
                                    <p:animEffect transition="in" filter="slide(fromTop)">
                                      <p:cBhvr>
                                        <p:cTn id="7" dur="1000"/>
                                        <p:tgtEl>
                                          <p:spTgt spid="4485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8529"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日期占位符 4"/>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latin typeface="Arial" panose="020B0604020202020204" pitchFamily="34" charset="0"/>
                <a:ea typeface="宋体" panose="02010600030101010101" pitchFamily="2" charset="-122"/>
              </a:rPr>
              <a:t>2026年7月17日</a:t>
            </a:fld>
            <a:endParaRPr lang="zh-CN" altLang="en-US" sz="1400" dirty="0">
              <a:latin typeface="Arial" panose="020B0604020202020204" pitchFamily="34" charset="0"/>
              <a:ea typeface="宋体" panose="02010600030101010101" pitchFamily="2" charset="-122"/>
            </a:endParaRPr>
          </a:p>
        </p:txBody>
      </p:sp>
      <p:sp>
        <p:nvSpPr>
          <p:cNvPr id="128002"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latin typeface="Arial" panose="020B0604020202020204" pitchFamily="34" charset="0"/>
              </a:rPr>
              <a:t>47</a:t>
            </a:fld>
            <a:endParaRPr lang="en-US" altLang="zh-CN" sz="1400" dirty="0">
              <a:latin typeface="Arial" panose="020B0604020202020204" pitchFamily="34" charset="0"/>
            </a:endParaRPr>
          </a:p>
        </p:txBody>
      </p:sp>
      <p:grpSp>
        <p:nvGrpSpPr>
          <p:cNvPr id="128003" name="Group 2"/>
          <p:cNvGrpSpPr/>
          <p:nvPr/>
        </p:nvGrpSpPr>
        <p:grpSpPr>
          <a:xfrm>
            <a:off x="0" y="0"/>
            <a:ext cx="9144000" cy="6858000"/>
            <a:chOff x="0" y="0"/>
            <a:chExt cx="5760" cy="4320"/>
          </a:xfrm>
        </p:grpSpPr>
        <p:pic>
          <p:nvPicPr>
            <p:cNvPr id="128004"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128005"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128006" name="Rectangle 5"/>
          <p:cNvSpPr/>
          <p:nvPr/>
        </p:nvSpPr>
        <p:spPr>
          <a:xfrm>
            <a:off x="228600" y="6426200"/>
            <a:ext cx="36131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李雅普诺夫方法在线性系统中应用</a:t>
            </a:r>
          </a:p>
        </p:txBody>
      </p:sp>
      <p:sp>
        <p:nvSpPr>
          <p:cNvPr id="128007" name="Rectangle 7"/>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28008" name="Rectangle 8"/>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28009" name="Rectangle 9"/>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28010" name="Rectangle 10"/>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28011" name="Rectangle 11"/>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28012" name="Rectangle 12"/>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28013" name="Rectangle 13"/>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28014" name="Rectangle 14"/>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28015" name="Rectangle 15"/>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28016" name="Rectangle 16"/>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128017" name="Text Box 18"/>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pic>
        <p:nvPicPr>
          <p:cNvPr id="128018" name="图片 1"/>
          <p:cNvPicPr>
            <a:picLocks noChangeAspect="1"/>
          </p:cNvPicPr>
          <p:nvPr/>
        </p:nvPicPr>
        <p:blipFill>
          <a:blip r:embed="rId4"/>
          <a:stretch>
            <a:fillRect/>
          </a:stretch>
        </p:blipFill>
        <p:spPr>
          <a:xfrm>
            <a:off x="1089025" y="1074738"/>
            <a:ext cx="7150100" cy="4995862"/>
          </a:xfrm>
          <a:prstGeom prst="rect">
            <a:avLst/>
          </a:prstGeom>
          <a:noFill/>
          <a:ln w="9525">
            <a:noFill/>
          </a:ln>
        </p:spPr>
      </p:pic>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日期占位符 4"/>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130050"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48</a:t>
            </a:fld>
            <a:endParaRPr lang="en-US" altLang="zh-CN" sz="1400" dirty="0"/>
          </a:p>
        </p:txBody>
      </p:sp>
      <p:grpSp>
        <p:nvGrpSpPr>
          <p:cNvPr id="130051" name="Group 2"/>
          <p:cNvGrpSpPr/>
          <p:nvPr/>
        </p:nvGrpSpPr>
        <p:grpSpPr>
          <a:xfrm>
            <a:off x="0" y="0"/>
            <a:ext cx="9144000" cy="6858000"/>
            <a:chOff x="0" y="0"/>
            <a:chExt cx="5760" cy="4320"/>
          </a:xfrm>
        </p:grpSpPr>
        <p:pic>
          <p:nvPicPr>
            <p:cNvPr id="130052"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130053"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130054" name="Rectangle 5"/>
          <p:cNvSpPr/>
          <p:nvPr/>
        </p:nvSpPr>
        <p:spPr>
          <a:xfrm>
            <a:off x="228600" y="6426200"/>
            <a:ext cx="36131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李雅普诺夫方法在线性系统中应用</a:t>
            </a:r>
          </a:p>
        </p:txBody>
      </p:sp>
      <p:sp>
        <p:nvSpPr>
          <p:cNvPr id="130055" name="Rectangle 6"/>
          <p:cNvSpPr>
            <a:spLocks noGrp="1"/>
          </p:cNvSpPr>
          <p:nvPr>
            <p:ph type="body" sz="half" idx="1"/>
          </p:nvPr>
        </p:nvSpPr>
        <p:spPr>
          <a:xfrm>
            <a:off x="468313" y="1628775"/>
            <a:ext cx="7343775" cy="504825"/>
          </a:xfrm>
          <a:ln/>
        </p:spPr>
        <p:txBody>
          <a:bodyPr vert="horz" wrap="square" lIns="91440" tIns="45720" rIns="91440" bIns="45720" anchor="t" anchorCtr="0"/>
          <a:lstStyle/>
          <a:p>
            <a:pPr eaLnBrk="1" hangingPunct="1">
              <a:buClrTx/>
              <a:buSzTx/>
              <a:buFontTx/>
              <a:buNone/>
            </a:pPr>
            <a:r>
              <a:rPr lang="en-US" altLang="zh-CN" sz="2400" dirty="0">
                <a:solidFill>
                  <a:srgbClr val="3333CC"/>
                </a:solidFill>
                <a:ea typeface="黑体" panose="02010609060101010101" pitchFamily="49" charset="-122"/>
              </a:rPr>
              <a:t>5.3.1  </a:t>
            </a:r>
            <a:r>
              <a:rPr lang="zh-CN" altLang="en-US" sz="2400" dirty="0">
                <a:solidFill>
                  <a:srgbClr val="3333CC"/>
                </a:solidFill>
                <a:ea typeface="黑体" panose="02010609060101010101" pitchFamily="49" charset="-122"/>
              </a:rPr>
              <a:t>用李雅普诺夫方法判断线性系统的稳定性</a:t>
            </a:r>
          </a:p>
        </p:txBody>
      </p:sp>
      <p:sp>
        <p:nvSpPr>
          <p:cNvPr id="130056" name="Rectangle 7"/>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30057" name="Rectangle 8"/>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30058" name="Rectangle 9"/>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30059" name="Rectangle 10"/>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30060" name="Rectangle 11"/>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30061" name="Rectangle 12"/>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30062" name="Rectangle 13"/>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30063" name="Rectangle 14"/>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30064" name="Rectangle 15"/>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30065" name="Object 16"/>
          <p:cNvGraphicFramePr>
            <a:graphicFrameLocks noGrp="1" noChangeAspect="1"/>
          </p:cNvGraphicFramePr>
          <p:nvPr>
            <p:ph sz="half" idx="2"/>
          </p:nvPr>
        </p:nvGraphicFramePr>
        <p:xfrm>
          <a:off x="900113" y="2276475"/>
          <a:ext cx="3783012" cy="4032250"/>
        </p:xfrm>
        <a:graphic>
          <a:graphicData uri="http://schemas.openxmlformats.org/presentationml/2006/ole">
            <mc:AlternateContent xmlns:mc="http://schemas.openxmlformats.org/markup-compatibility/2006">
              <mc:Choice xmlns:v="urn:schemas-microsoft-com:vml" Requires="v">
                <p:oleObj r:id="rId4" imgW="1536700" imgH="1638300" progId="Equation.3">
                  <p:embed/>
                </p:oleObj>
              </mc:Choice>
              <mc:Fallback>
                <p:oleObj r:id="rId4" imgW="1536700" imgH="1638300" progId="Equation.3">
                  <p:embed/>
                  <p:pic>
                    <p:nvPicPr>
                      <p:cNvPr id="0" name="图片 3367"/>
                      <p:cNvPicPr/>
                      <p:nvPr/>
                    </p:nvPicPr>
                    <p:blipFill>
                      <a:blip r:embed="rId5"/>
                      <a:stretch>
                        <a:fillRect/>
                      </a:stretch>
                    </p:blipFill>
                    <p:spPr>
                      <a:xfrm>
                        <a:off x="900113" y="2276475"/>
                        <a:ext cx="3783012" cy="4032250"/>
                      </a:xfrm>
                      <a:prstGeom prst="rect">
                        <a:avLst/>
                      </a:prstGeom>
                      <a:noFill/>
                      <a:ln w="38100">
                        <a:miter/>
                      </a:ln>
                    </p:spPr>
                  </p:pic>
                </p:oleObj>
              </mc:Fallback>
            </mc:AlternateContent>
          </a:graphicData>
        </a:graphic>
      </p:graphicFrame>
      <p:sp>
        <p:nvSpPr>
          <p:cNvPr id="380945" name="Text Box 17"/>
          <p:cNvSpPr txBox="1"/>
          <p:nvPr/>
        </p:nvSpPr>
        <p:spPr>
          <a:xfrm>
            <a:off x="2771775" y="2257425"/>
            <a:ext cx="2317750" cy="457200"/>
          </a:xfrm>
          <a:prstGeom prst="rect">
            <a:avLst/>
          </a:prstGeom>
          <a:noFill/>
          <a:ln w="9525">
            <a:noFill/>
          </a:ln>
        </p:spPr>
        <p:txBody>
          <a:bodyPr wrap="none" anchor="t" anchorCtr="0">
            <a:spAutoFit/>
          </a:bodyPr>
          <a:lstStyle/>
          <a:p>
            <a:pPr eaLnBrk="0" hangingPunct="0"/>
            <a:r>
              <a:rPr lang="zh-CN" altLang="en-US" sz="2400" dirty="0">
                <a:solidFill>
                  <a:srgbClr val="A50021"/>
                </a:solidFill>
                <a:latin typeface="Arial" panose="020B0604020202020204" pitchFamily="34" charset="0"/>
                <a:ea typeface="黑体" panose="02010609060101010101" pitchFamily="49" charset="-122"/>
              </a:rPr>
              <a:t>系统矩阵非奇异</a:t>
            </a:r>
          </a:p>
        </p:txBody>
      </p:sp>
      <p:sp>
        <p:nvSpPr>
          <p:cNvPr id="380946" name="Text Box 18"/>
          <p:cNvSpPr txBox="1"/>
          <p:nvPr/>
        </p:nvSpPr>
        <p:spPr>
          <a:xfrm>
            <a:off x="3492500" y="2840038"/>
            <a:ext cx="4160838" cy="457200"/>
          </a:xfrm>
          <a:prstGeom prst="rect">
            <a:avLst/>
          </a:prstGeom>
          <a:noFill/>
          <a:ln w="9525">
            <a:noFill/>
          </a:ln>
        </p:spPr>
        <p:txBody>
          <a:bodyPr anchor="t" anchorCtr="0">
            <a:spAutoFit/>
          </a:bodyPr>
          <a:lstStyle/>
          <a:p>
            <a:pPr eaLnBrk="0" hangingPunct="0">
              <a:spcBef>
                <a:spcPct val="50000"/>
              </a:spcBef>
            </a:pPr>
            <a:r>
              <a:rPr lang="zh-CN" altLang="en-US" sz="2400" dirty="0">
                <a:solidFill>
                  <a:srgbClr val="A50021"/>
                </a:solidFill>
                <a:latin typeface="Arial" panose="020B0604020202020204" pitchFamily="34" charset="0"/>
                <a:ea typeface="黑体" panose="02010609060101010101" pitchFamily="49" charset="-122"/>
              </a:rPr>
              <a:t>选择李雅普诺夫函数正定</a:t>
            </a:r>
          </a:p>
        </p:txBody>
      </p:sp>
      <p:sp>
        <p:nvSpPr>
          <p:cNvPr id="380947" name="Text Box 19"/>
          <p:cNvSpPr txBox="1"/>
          <p:nvPr/>
        </p:nvSpPr>
        <p:spPr>
          <a:xfrm>
            <a:off x="4497388" y="3446463"/>
            <a:ext cx="2317750" cy="457200"/>
          </a:xfrm>
          <a:prstGeom prst="rect">
            <a:avLst/>
          </a:prstGeom>
          <a:noFill/>
          <a:ln w="9525">
            <a:noFill/>
          </a:ln>
        </p:spPr>
        <p:txBody>
          <a:bodyPr wrap="none" anchor="t" anchorCtr="0">
            <a:spAutoFit/>
          </a:bodyPr>
          <a:lstStyle/>
          <a:p>
            <a:pPr eaLnBrk="0" hangingPunct="0"/>
            <a:r>
              <a:rPr lang="zh-CN" altLang="en-US" sz="2400" dirty="0">
                <a:solidFill>
                  <a:srgbClr val="A50021"/>
                </a:solidFill>
                <a:latin typeface="Arial" panose="020B0604020202020204" pitchFamily="34" charset="0"/>
                <a:ea typeface="黑体" panose="02010609060101010101" pitchFamily="49" charset="-122"/>
              </a:rPr>
              <a:t>对其求时间导数</a:t>
            </a:r>
          </a:p>
        </p:txBody>
      </p:sp>
      <p:sp>
        <p:nvSpPr>
          <p:cNvPr id="380948" name="Text Box 20"/>
          <p:cNvSpPr txBox="1"/>
          <p:nvPr/>
        </p:nvSpPr>
        <p:spPr>
          <a:xfrm>
            <a:off x="5119688" y="4076700"/>
            <a:ext cx="2317750" cy="457200"/>
          </a:xfrm>
          <a:prstGeom prst="rect">
            <a:avLst/>
          </a:prstGeom>
          <a:noFill/>
          <a:ln w="9525">
            <a:noFill/>
          </a:ln>
        </p:spPr>
        <p:txBody>
          <a:bodyPr wrap="none" anchor="t" anchorCtr="0">
            <a:spAutoFit/>
          </a:bodyPr>
          <a:lstStyle/>
          <a:p>
            <a:pPr eaLnBrk="0" hangingPunct="0"/>
            <a:r>
              <a:rPr lang="zh-CN" altLang="en-US" sz="2400" dirty="0">
                <a:solidFill>
                  <a:srgbClr val="A50021"/>
                </a:solidFill>
                <a:latin typeface="Arial" panose="020B0604020202020204" pitchFamily="34" charset="0"/>
                <a:ea typeface="黑体" panose="02010609060101010101" pitchFamily="49" charset="-122"/>
              </a:rPr>
              <a:t>将状态方程代入</a:t>
            </a:r>
          </a:p>
        </p:txBody>
      </p:sp>
      <p:sp>
        <p:nvSpPr>
          <p:cNvPr id="380949" name="Text Box 21"/>
          <p:cNvSpPr txBox="1"/>
          <p:nvPr/>
        </p:nvSpPr>
        <p:spPr>
          <a:xfrm>
            <a:off x="3829050" y="5848350"/>
            <a:ext cx="1403350" cy="457200"/>
          </a:xfrm>
          <a:prstGeom prst="rect">
            <a:avLst/>
          </a:prstGeom>
          <a:noFill/>
          <a:ln w="9525">
            <a:noFill/>
          </a:ln>
        </p:spPr>
        <p:txBody>
          <a:bodyPr wrap="none" anchor="t" anchorCtr="0">
            <a:spAutoFit/>
          </a:bodyPr>
          <a:lstStyle/>
          <a:p>
            <a:pPr eaLnBrk="0" hangingPunct="0"/>
            <a:r>
              <a:rPr lang="zh-CN" altLang="en-US" sz="2400" dirty="0">
                <a:solidFill>
                  <a:srgbClr val="A50021"/>
                </a:solidFill>
                <a:latin typeface="Arial" panose="020B0604020202020204" pitchFamily="34" charset="0"/>
                <a:ea typeface="黑体" panose="02010609060101010101" pitchFamily="49" charset="-122"/>
              </a:rPr>
              <a:t>令其负定</a:t>
            </a:r>
          </a:p>
        </p:txBody>
      </p:sp>
      <p:sp>
        <p:nvSpPr>
          <p:cNvPr id="130071" name="Rectangle 22"/>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130072" name="Rectangle 23"/>
          <p:cNvSpPr/>
          <p:nvPr/>
        </p:nvSpPr>
        <p:spPr>
          <a:xfrm>
            <a:off x="179388" y="836613"/>
            <a:ext cx="8540750" cy="719137"/>
          </a:xfrm>
          <a:prstGeom prst="rect">
            <a:avLst/>
          </a:prstGeom>
          <a:noFill/>
          <a:ln w="9525">
            <a:noFill/>
          </a:ln>
        </p:spPr>
        <p:txBody>
          <a:bodyPr anchor="ctr" anchorCtr="0"/>
          <a:lstStyle/>
          <a:p>
            <a:r>
              <a:rPr lang="en-US" altLang="zh-CN" sz="4400" dirty="0">
                <a:solidFill>
                  <a:schemeClr val="tx2"/>
                </a:solidFill>
                <a:latin typeface="Arial" panose="020B0604020202020204" pitchFamily="34" charset="0"/>
                <a:ea typeface="黑体" panose="02010609060101010101" pitchFamily="49" charset="-122"/>
              </a:rPr>
              <a:t> </a:t>
            </a:r>
            <a:r>
              <a:rPr lang="en-US" altLang="zh-CN" sz="2800" dirty="0">
                <a:solidFill>
                  <a:schemeClr val="accent2"/>
                </a:solidFill>
                <a:latin typeface="Arial" panose="020B0604020202020204" pitchFamily="34" charset="0"/>
                <a:ea typeface="黑体" panose="02010609060101010101" pitchFamily="49" charset="-122"/>
              </a:rPr>
              <a:t>5.3  </a:t>
            </a:r>
            <a:r>
              <a:rPr lang="zh-CN" altLang="en-US" sz="2800" dirty="0">
                <a:solidFill>
                  <a:schemeClr val="accent2"/>
                </a:solidFill>
                <a:latin typeface="Arial" panose="020B0604020202020204" pitchFamily="34" charset="0"/>
                <a:ea typeface="黑体" panose="02010609060101010101" pitchFamily="49" charset="-122"/>
              </a:rPr>
              <a:t>李雅普诺夫方法在线性系统中应用</a:t>
            </a:r>
          </a:p>
        </p:txBody>
      </p:sp>
      <p:sp>
        <p:nvSpPr>
          <p:cNvPr id="380952" name="Text Box 24"/>
          <p:cNvSpPr txBox="1"/>
          <p:nvPr/>
        </p:nvSpPr>
        <p:spPr>
          <a:xfrm>
            <a:off x="4860925" y="4691063"/>
            <a:ext cx="793750" cy="457200"/>
          </a:xfrm>
          <a:prstGeom prst="rect">
            <a:avLst/>
          </a:prstGeom>
          <a:noFill/>
          <a:ln w="9525">
            <a:noFill/>
          </a:ln>
        </p:spPr>
        <p:txBody>
          <a:bodyPr wrap="none" anchor="t" anchorCtr="0">
            <a:spAutoFit/>
          </a:bodyPr>
          <a:lstStyle/>
          <a:p>
            <a:pPr eaLnBrk="0" hangingPunct="0"/>
            <a:r>
              <a:rPr lang="zh-CN" altLang="en-US" sz="2400" dirty="0">
                <a:solidFill>
                  <a:srgbClr val="A50021"/>
                </a:solidFill>
                <a:latin typeface="Arial" panose="020B0604020202020204" pitchFamily="34" charset="0"/>
                <a:ea typeface="黑体" panose="02010609060101010101" pitchFamily="49" charset="-122"/>
              </a:rPr>
              <a:t>整理</a:t>
            </a:r>
          </a:p>
        </p:txBody>
      </p:sp>
      <p:sp>
        <p:nvSpPr>
          <p:cNvPr id="380953" name="Text Box 25"/>
          <p:cNvSpPr txBox="1"/>
          <p:nvPr/>
        </p:nvSpPr>
        <p:spPr>
          <a:xfrm>
            <a:off x="3849688" y="5313363"/>
            <a:ext cx="1166812" cy="457200"/>
          </a:xfrm>
          <a:prstGeom prst="rect">
            <a:avLst/>
          </a:prstGeom>
          <a:noFill/>
          <a:ln w="9525">
            <a:noFill/>
          </a:ln>
        </p:spPr>
        <p:txBody>
          <a:bodyPr wrap="none" anchor="t" anchorCtr="0">
            <a:spAutoFit/>
          </a:bodyPr>
          <a:lstStyle/>
          <a:p>
            <a:pPr eaLnBrk="0" hangingPunct="0"/>
            <a:r>
              <a:rPr lang="zh-CN" altLang="en-US" sz="2400" dirty="0">
                <a:solidFill>
                  <a:srgbClr val="A50021"/>
                </a:solidFill>
                <a:latin typeface="Arial" panose="020B0604020202020204" pitchFamily="34" charset="0"/>
                <a:ea typeface="黑体" panose="02010609060101010101" pitchFamily="49" charset="-122"/>
              </a:rPr>
              <a:t>记为</a:t>
            </a:r>
            <a:r>
              <a:rPr lang="en-US" altLang="zh-CN" sz="2400" dirty="0">
                <a:solidFill>
                  <a:srgbClr val="A50021"/>
                </a:solidFill>
                <a:latin typeface="MS PGothic" panose="020B0600070205080204" pitchFamily="34" charset="-128"/>
                <a:ea typeface="MS PGothic" panose="020B0600070205080204" pitchFamily="34" charset="-128"/>
              </a:rPr>
              <a:t>-</a:t>
            </a:r>
            <a:r>
              <a:rPr lang="en-US" altLang="zh-CN" sz="2400" i="1" dirty="0">
                <a:solidFill>
                  <a:srgbClr val="A50021"/>
                </a:solidFill>
                <a:latin typeface="Times New Roman" panose="02020603050405020304" pitchFamily="18" charset="0"/>
                <a:ea typeface="黑体" panose="02010609060101010101" pitchFamily="49" charset="-122"/>
              </a:rPr>
              <a:t>Q</a:t>
            </a:r>
          </a:p>
        </p:txBody>
      </p:sp>
      <p:sp>
        <p:nvSpPr>
          <p:cNvPr id="130075" name="Text Box 26"/>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380945"/>
                                        </p:tgtEl>
                                        <p:attrNameLst>
                                          <p:attrName>style.visibility</p:attrName>
                                        </p:attrNameLst>
                                      </p:cBhvr>
                                      <p:to>
                                        <p:strVal val="visible"/>
                                      </p:to>
                                    </p:set>
                                    <p:animEffect transition="in" filter="slide(fromLeft)">
                                      <p:cBhvr>
                                        <p:cTn id="7" dur="1000"/>
                                        <p:tgtEl>
                                          <p:spTgt spid="380945"/>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380946"/>
                                        </p:tgtEl>
                                        <p:attrNameLst>
                                          <p:attrName>style.visibility</p:attrName>
                                        </p:attrNameLst>
                                      </p:cBhvr>
                                      <p:to>
                                        <p:strVal val="visible"/>
                                      </p:to>
                                    </p:set>
                                    <p:animEffect transition="in" filter="slide(fromLeft)">
                                      <p:cBhvr>
                                        <p:cTn id="12" dur="1000"/>
                                        <p:tgtEl>
                                          <p:spTgt spid="380946"/>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380947"/>
                                        </p:tgtEl>
                                        <p:attrNameLst>
                                          <p:attrName>style.visibility</p:attrName>
                                        </p:attrNameLst>
                                      </p:cBhvr>
                                      <p:to>
                                        <p:strVal val="visible"/>
                                      </p:to>
                                    </p:set>
                                    <p:animEffect transition="in" filter="slide(fromLeft)">
                                      <p:cBhvr>
                                        <p:cTn id="17" dur="1000"/>
                                        <p:tgtEl>
                                          <p:spTgt spid="380947"/>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8" fill="hold" grpId="0" nodeType="clickEffect">
                                  <p:stCondLst>
                                    <p:cond delay="0"/>
                                  </p:stCondLst>
                                  <p:childTnLst>
                                    <p:set>
                                      <p:cBhvr>
                                        <p:cTn id="21" dur="1" fill="hold">
                                          <p:stCondLst>
                                            <p:cond delay="0"/>
                                          </p:stCondLst>
                                        </p:cTn>
                                        <p:tgtEl>
                                          <p:spTgt spid="380948"/>
                                        </p:tgtEl>
                                        <p:attrNameLst>
                                          <p:attrName>style.visibility</p:attrName>
                                        </p:attrNameLst>
                                      </p:cBhvr>
                                      <p:to>
                                        <p:strVal val="visible"/>
                                      </p:to>
                                    </p:set>
                                    <p:animEffect transition="in" filter="slide(fromLeft)">
                                      <p:cBhvr>
                                        <p:cTn id="22" dur="1000"/>
                                        <p:tgtEl>
                                          <p:spTgt spid="380948"/>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380952"/>
                                        </p:tgtEl>
                                        <p:attrNameLst>
                                          <p:attrName>style.visibility</p:attrName>
                                        </p:attrNameLst>
                                      </p:cBhvr>
                                      <p:to>
                                        <p:strVal val="visible"/>
                                      </p:to>
                                    </p:set>
                                    <p:animEffect transition="in" filter="slide(fromLeft)">
                                      <p:cBhvr>
                                        <p:cTn id="27" dur="1000"/>
                                        <p:tgtEl>
                                          <p:spTgt spid="380952"/>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8" fill="hold" grpId="0" nodeType="clickEffect">
                                  <p:stCondLst>
                                    <p:cond delay="0"/>
                                  </p:stCondLst>
                                  <p:childTnLst>
                                    <p:set>
                                      <p:cBhvr>
                                        <p:cTn id="31" dur="1" fill="hold">
                                          <p:stCondLst>
                                            <p:cond delay="0"/>
                                          </p:stCondLst>
                                        </p:cTn>
                                        <p:tgtEl>
                                          <p:spTgt spid="380953"/>
                                        </p:tgtEl>
                                        <p:attrNameLst>
                                          <p:attrName>style.visibility</p:attrName>
                                        </p:attrNameLst>
                                      </p:cBhvr>
                                      <p:to>
                                        <p:strVal val="visible"/>
                                      </p:to>
                                    </p:set>
                                    <p:animEffect transition="in" filter="slide(fromLeft)">
                                      <p:cBhvr>
                                        <p:cTn id="32" dur="1000"/>
                                        <p:tgtEl>
                                          <p:spTgt spid="380953"/>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8" fill="hold" grpId="0" nodeType="clickEffect">
                                  <p:stCondLst>
                                    <p:cond delay="0"/>
                                  </p:stCondLst>
                                  <p:childTnLst>
                                    <p:set>
                                      <p:cBhvr>
                                        <p:cTn id="36" dur="1" fill="hold">
                                          <p:stCondLst>
                                            <p:cond delay="0"/>
                                          </p:stCondLst>
                                        </p:cTn>
                                        <p:tgtEl>
                                          <p:spTgt spid="380949"/>
                                        </p:tgtEl>
                                        <p:attrNameLst>
                                          <p:attrName>style.visibility</p:attrName>
                                        </p:attrNameLst>
                                      </p:cBhvr>
                                      <p:to>
                                        <p:strVal val="visible"/>
                                      </p:to>
                                    </p:set>
                                    <p:animEffect transition="in" filter="slide(fromLeft)">
                                      <p:cBhvr>
                                        <p:cTn id="37" dur="1000"/>
                                        <p:tgtEl>
                                          <p:spTgt spid="3809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0945" grpId="0"/>
      <p:bldP spid="380946" grpId="0"/>
      <p:bldP spid="380947" grpId="0"/>
      <p:bldP spid="380948" grpId="0"/>
      <p:bldP spid="380949" grpId="0"/>
      <p:bldP spid="380952" grpId="0"/>
      <p:bldP spid="38095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131074"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49</a:t>
            </a:fld>
            <a:endParaRPr lang="en-US" altLang="zh-CN" sz="1400" dirty="0"/>
          </a:p>
        </p:txBody>
      </p:sp>
      <p:grpSp>
        <p:nvGrpSpPr>
          <p:cNvPr id="131075" name="Group 2"/>
          <p:cNvGrpSpPr/>
          <p:nvPr/>
        </p:nvGrpSpPr>
        <p:grpSpPr>
          <a:xfrm>
            <a:off x="0" y="0"/>
            <a:ext cx="9144000" cy="6858000"/>
            <a:chOff x="0" y="0"/>
            <a:chExt cx="5760" cy="4320"/>
          </a:xfrm>
        </p:grpSpPr>
        <p:pic>
          <p:nvPicPr>
            <p:cNvPr id="131076"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131077"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131078" name="Rectangle 5"/>
          <p:cNvSpPr>
            <a:spLocks noGrp="1"/>
          </p:cNvSpPr>
          <p:nvPr>
            <p:ph idx="1"/>
          </p:nvPr>
        </p:nvSpPr>
        <p:spPr>
          <a:xfrm>
            <a:off x="323850" y="1235075"/>
            <a:ext cx="7704138" cy="4824413"/>
          </a:xfrm>
          <a:ln/>
        </p:spPr>
        <p:txBody>
          <a:bodyPr vert="horz" wrap="square" lIns="91440" tIns="45720" rIns="91440" bIns="45720" anchor="t" anchorCtr="0"/>
          <a:lstStyle/>
          <a:p>
            <a:pPr eaLnBrk="1" hangingPunct="1">
              <a:spcBef>
                <a:spcPct val="70000"/>
              </a:spcBef>
              <a:buNone/>
            </a:pPr>
            <a:r>
              <a:rPr lang="zh-CN" altLang="en-US" sz="2400" dirty="0">
                <a:solidFill>
                  <a:srgbClr val="A50021"/>
                </a:solidFill>
                <a:ea typeface="黑体" panose="02010609060101010101" pitchFamily="49" charset="-122"/>
              </a:rPr>
              <a:t>定理</a:t>
            </a:r>
            <a:r>
              <a:rPr lang="en-US" altLang="zh-CN" sz="2400" dirty="0">
                <a:solidFill>
                  <a:srgbClr val="A50021"/>
                </a:solidFill>
                <a:ea typeface="黑体" panose="02010609060101010101" pitchFamily="49" charset="-122"/>
              </a:rPr>
              <a:t>5.3.1</a:t>
            </a:r>
            <a:r>
              <a:rPr lang="en-US" altLang="zh-CN" sz="2400" dirty="0">
                <a:ea typeface="黑体" panose="02010609060101010101" pitchFamily="49" charset="-122"/>
              </a:rPr>
              <a:t>:  </a:t>
            </a:r>
            <a:r>
              <a:rPr lang="zh-CN" altLang="en-US" sz="2400" dirty="0">
                <a:ea typeface="黑体" panose="02010609060101010101" pitchFamily="49" charset="-122"/>
              </a:rPr>
              <a:t>系统              在原点全局渐近稳定的</a:t>
            </a:r>
          </a:p>
          <a:p>
            <a:pPr eaLnBrk="1" hangingPunct="1">
              <a:spcBef>
                <a:spcPct val="70000"/>
              </a:spcBef>
              <a:buNone/>
            </a:pPr>
            <a:r>
              <a:rPr lang="zh-CN" altLang="en-US" sz="2400" dirty="0">
                <a:ea typeface="黑体" panose="02010609060101010101" pitchFamily="49" charset="-122"/>
              </a:rPr>
              <a:t>充要条件为方程                      ，有唯一正定对称解。</a:t>
            </a:r>
          </a:p>
          <a:p>
            <a:pPr eaLnBrk="1" hangingPunct="1">
              <a:spcBef>
                <a:spcPct val="70000"/>
              </a:spcBef>
              <a:buNone/>
            </a:pPr>
            <a:endParaRPr lang="zh-CN" altLang="en-US" sz="2400" dirty="0">
              <a:ea typeface="黑体" panose="02010609060101010101" pitchFamily="49" charset="-122"/>
            </a:endParaRPr>
          </a:p>
          <a:p>
            <a:pPr eaLnBrk="1" hangingPunct="1">
              <a:spcBef>
                <a:spcPct val="70000"/>
              </a:spcBef>
              <a:buNone/>
            </a:pPr>
            <a:r>
              <a:rPr lang="zh-CN" altLang="en-US" sz="2400" dirty="0">
                <a:ea typeface="黑体" panose="02010609060101010101" pitchFamily="49" charset="-122"/>
              </a:rPr>
              <a:t> </a:t>
            </a:r>
          </a:p>
          <a:p>
            <a:pPr eaLnBrk="1" hangingPunct="1">
              <a:spcBef>
                <a:spcPct val="70000"/>
              </a:spcBef>
              <a:buNone/>
            </a:pPr>
            <a:r>
              <a:rPr lang="zh-CN" altLang="en-US" sz="2400" dirty="0">
                <a:ea typeface="黑体" panose="02010609060101010101" pitchFamily="49" charset="-122"/>
              </a:rPr>
              <a:t>                </a:t>
            </a:r>
          </a:p>
          <a:p>
            <a:pPr eaLnBrk="1" hangingPunct="1">
              <a:spcBef>
                <a:spcPct val="70000"/>
              </a:spcBef>
              <a:buNone/>
            </a:pPr>
            <a:endParaRPr lang="zh-CN" altLang="en-US" sz="2400" dirty="0">
              <a:ea typeface="黑体" panose="02010609060101010101" pitchFamily="49" charset="-122"/>
            </a:endParaRPr>
          </a:p>
          <a:p>
            <a:pPr eaLnBrk="1" hangingPunct="1">
              <a:spcBef>
                <a:spcPct val="70000"/>
              </a:spcBef>
              <a:buNone/>
            </a:pPr>
            <a:r>
              <a:rPr lang="zh-CN" altLang="en-US" sz="2400" dirty="0">
                <a:ea typeface="黑体" panose="02010609060101010101" pitchFamily="49" charset="-122"/>
              </a:rPr>
              <a:t>         </a:t>
            </a:r>
          </a:p>
          <a:p>
            <a:pPr eaLnBrk="1" hangingPunct="1">
              <a:spcBef>
                <a:spcPct val="70000"/>
              </a:spcBef>
              <a:buNone/>
            </a:pPr>
            <a:r>
              <a:rPr lang="zh-CN" altLang="en-US" sz="2400" dirty="0">
                <a:ea typeface="黑体" panose="02010609060101010101" pitchFamily="49" charset="-122"/>
              </a:rPr>
              <a:t>                                                   </a:t>
            </a:r>
          </a:p>
        </p:txBody>
      </p:sp>
      <p:sp>
        <p:nvSpPr>
          <p:cNvPr id="131079" name="Rectangle 6"/>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31080" name="Rectangle 7"/>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31081" name="Object 8"/>
          <p:cNvGraphicFramePr>
            <a:graphicFrameLocks noChangeAspect="1"/>
          </p:cNvGraphicFramePr>
          <p:nvPr/>
        </p:nvGraphicFramePr>
        <p:xfrm>
          <a:off x="2560638" y="1874838"/>
          <a:ext cx="1857375" cy="428625"/>
        </p:xfrm>
        <a:graphic>
          <a:graphicData uri="http://schemas.openxmlformats.org/presentationml/2006/ole">
            <mc:AlternateContent xmlns:mc="http://schemas.openxmlformats.org/markup-compatibility/2006">
              <mc:Choice xmlns:v="urn:schemas-microsoft-com:vml" Requires="v">
                <p:oleObj r:id="rId4" imgW="990600" imgH="228600" progId="Equation.DSMT4">
                  <p:embed/>
                </p:oleObj>
              </mc:Choice>
              <mc:Fallback>
                <p:oleObj r:id="rId4" imgW="990600" imgH="228600" progId="Equation.DSMT4">
                  <p:embed/>
                  <p:pic>
                    <p:nvPicPr>
                      <p:cNvPr id="0" name="图片 3368"/>
                      <p:cNvPicPr/>
                      <p:nvPr/>
                    </p:nvPicPr>
                    <p:blipFill>
                      <a:blip r:embed="rId5"/>
                      <a:stretch>
                        <a:fillRect/>
                      </a:stretch>
                    </p:blipFill>
                    <p:spPr>
                      <a:xfrm>
                        <a:off x="2560638" y="1874838"/>
                        <a:ext cx="1857375" cy="428625"/>
                      </a:xfrm>
                      <a:prstGeom prst="rect">
                        <a:avLst/>
                      </a:prstGeom>
                      <a:noFill/>
                      <a:ln w="38100">
                        <a:noFill/>
                        <a:miter/>
                      </a:ln>
                    </p:spPr>
                  </p:pic>
                </p:oleObj>
              </mc:Fallback>
            </mc:AlternateContent>
          </a:graphicData>
        </a:graphic>
      </p:graphicFrame>
      <p:sp>
        <p:nvSpPr>
          <p:cNvPr id="131082" name="Rectangle 9"/>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31083" name="Rectangle 11"/>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31084" name="Rectangle 13"/>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31085" name="Rectangle 16"/>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31086" name="Rectangle 18"/>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31087" name="Rectangle 20"/>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31088" name="Rectangle 22"/>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31089" name="Object 25"/>
          <p:cNvGraphicFramePr>
            <a:graphicFrameLocks noChangeAspect="1"/>
          </p:cNvGraphicFramePr>
          <p:nvPr/>
        </p:nvGraphicFramePr>
        <p:xfrm>
          <a:off x="2703513" y="1285875"/>
          <a:ext cx="985837" cy="366713"/>
        </p:xfrm>
        <a:graphic>
          <a:graphicData uri="http://schemas.openxmlformats.org/presentationml/2006/ole">
            <mc:AlternateContent xmlns:mc="http://schemas.openxmlformats.org/markup-compatibility/2006">
              <mc:Choice xmlns:v="urn:schemas-microsoft-com:vml" Requires="v">
                <p:oleObj r:id="rId6" imgW="457200" imgH="177800" progId="Equation.3">
                  <p:embed/>
                </p:oleObj>
              </mc:Choice>
              <mc:Fallback>
                <p:oleObj r:id="rId6" imgW="457200" imgH="177800" progId="Equation.3">
                  <p:embed/>
                  <p:pic>
                    <p:nvPicPr>
                      <p:cNvPr id="0" name="图片 3369"/>
                      <p:cNvPicPr/>
                      <p:nvPr/>
                    </p:nvPicPr>
                    <p:blipFill>
                      <a:blip r:embed="rId7"/>
                      <a:stretch>
                        <a:fillRect/>
                      </a:stretch>
                    </p:blipFill>
                    <p:spPr>
                      <a:xfrm>
                        <a:off x="2703513" y="1285875"/>
                        <a:ext cx="985837" cy="366713"/>
                      </a:xfrm>
                      <a:prstGeom prst="rect">
                        <a:avLst/>
                      </a:prstGeom>
                      <a:noFill/>
                      <a:ln w="38100">
                        <a:noFill/>
                        <a:miter/>
                      </a:ln>
                    </p:spPr>
                  </p:pic>
                </p:oleObj>
              </mc:Fallback>
            </mc:AlternateContent>
          </a:graphicData>
        </a:graphic>
      </p:graphicFrame>
      <p:sp>
        <p:nvSpPr>
          <p:cNvPr id="131090" name="Rectangle 26"/>
          <p:cNvSpPr/>
          <p:nvPr/>
        </p:nvSpPr>
        <p:spPr>
          <a:xfrm>
            <a:off x="228600" y="6426200"/>
            <a:ext cx="36131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李雅普诺夫方法在线性系统中应用</a:t>
            </a:r>
          </a:p>
        </p:txBody>
      </p:sp>
      <p:sp>
        <p:nvSpPr>
          <p:cNvPr id="131091" name="Rectangle 27"/>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131092" name="Text Box 28"/>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138242"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50</a:t>
            </a:fld>
            <a:endParaRPr lang="en-US" altLang="zh-CN" sz="1400" dirty="0"/>
          </a:p>
        </p:txBody>
      </p:sp>
      <p:grpSp>
        <p:nvGrpSpPr>
          <p:cNvPr id="138243" name="Group 2"/>
          <p:cNvGrpSpPr/>
          <p:nvPr/>
        </p:nvGrpSpPr>
        <p:grpSpPr>
          <a:xfrm>
            <a:off x="0" y="0"/>
            <a:ext cx="9144000" cy="6858000"/>
            <a:chOff x="0" y="0"/>
            <a:chExt cx="5760" cy="4320"/>
          </a:xfrm>
        </p:grpSpPr>
        <p:pic>
          <p:nvPicPr>
            <p:cNvPr id="138244"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138245"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138246" name="Rectangle 5"/>
          <p:cNvSpPr>
            <a:spLocks noGrp="1"/>
          </p:cNvSpPr>
          <p:nvPr>
            <p:ph idx="1"/>
          </p:nvPr>
        </p:nvSpPr>
        <p:spPr>
          <a:xfrm>
            <a:off x="323850" y="1235075"/>
            <a:ext cx="7704138" cy="4824413"/>
          </a:xfrm>
          <a:ln/>
        </p:spPr>
        <p:txBody>
          <a:bodyPr vert="horz" wrap="square" lIns="91440" tIns="45720" rIns="91440" bIns="45720" anchor="t" anchorCtr="0"/>
          <a:lstStyle/>
          <a:p>
            <a:pPr eaLnBrk="1" hangingPunct="1">
              <a:spcBef>
                <a:spcPct val="70000"/>
              </a:spcBef>
              <a:buNone/>
            </a:pPr>
            <a:r>
              <a:rPr lang="zh-CN" altLang="en-US" sz="2400" dirty="0">
                <a:solidFill>
                  <a:srgbClr val="A50021"/>
                </a:solidFill>
                <a:ea typeface="黑体" panose="02010609060101010101" pitchFamily="49" charset="-122"/>
              </a:rPr>
              <a:t>定理</a:t>
            </a:r>
            <a:r>
              <a:rPr lang="en-US" altLang="zh-CN" sz="2400" dirty="0">
                <a:solidFill>
                  <a:srgbClr val="A50021"/>
                </a:solidFill>
                <a:ea typeface="黑体" panose="02010609060101010101" pitchFamily="49" charset="-122"/>
              </a:rPr>
              <a:t>5.3.1</a:t>
            </a:r>
            <a:r>
              <a:rPr lang="en-US" altLang="zh-CN" sz="2400" dirty="0">
                <a:ea typeface="黑体" panose="02010609060101010101" pitchFamily="49" charset="-122"/>
              </a:rPr>
              <a:t>:  </a:t>
            </a:r>
            <a:r>
              <a:rPr lang="zh-CN" altLang="en-US" sz="2400" dirty="0">
                <a:ea typeface="黑体" panose="02010609060101010101" pitchFamily="49" charset="-122"/>
              </a:rPr>
              <a:t>系统              在原点全局渐近稳定的</a:t>
            </a:r>
          </a:p>
          <a:p>
            <a:pPr eaLnBrk="1" hangingPunct="1">
              <a:spcBef>
                <a:spcPct val="70000"/>
              </a:spcBef>
              <a:buNone/>
            </a:pPr>
            <a:r>
              <a:rPr lang="zh-CN" altLang="en-US" sz="2400" dirty="0">
                <a:ea typeface="黑体" panose="02010609060101010101" pitchFamily="49" charset="-122"/>
              </a:rPr>
              <a:t>充要条件为方程                      ，有唯一正定对称解。</a:t>
            </a:r>
          </a:p>
          <a:p>
            <a:pPr eaLnBrk="1" hangingPunct="1">
              <a:spcBef>
                <a:spcPct val="70000"/>
              </a:spcBef>
              <a:buNone/>
            </a:pPr>
            <a:r>
              <a:rPr lang="zh-CN" altLang="en-US" sz="2400" dirty="0">
                <a:solidFill>
                  <a:srgbClr val="660066"/>
                </a:solidFill>
                <a:ea typeface="黑体" panose="02010609060101010101" pitchFamily="49" charset="-122"/>
              </a:rPr>
              <a:t>证明</a:t>
            </a:r>
            <a:r>
              <a:rPr lang="zh-CN" altLang="en-US" sz="2400" dirty="0">
                <a:ea typeface="黑体" panose="02010609060101010101" pitchFamily="49" charset="-122"/>
              </a:rPr>
              <a:t>：</a:t>
            </a:r>
            <a:r>
              <a:rPr lang="zh-CN" altLang="en-US" sz="2400" dirty="0">
                <a:solidFill>
                  <a:srgbClr val="3333CC"/>
                </a:solidFill>
                <a:ea typeface="黑体" panose="02010609060101010101" pitchFamily="49" charset="-122"/>
              </a:rPr>
              <a:t>充分性</a:t>
            </a:r>
            <a:r>
              <a:rPr lang="zh-CN" altLang="en-US" sz="2400" dirty="0">
                <a:ea typeface="黑体" panose="02010609060101010101" pitchFamily="49" charset="-122"/>
              </a:rPr>
              <a:t>：考虑系统</a:t>
            </a:r>
          </a:p>
          <a:p>
            <a:pPr eaLnBrk="1" hangingPunct="1">
              <a:spcBef>
                <a:spcPct val="70000"/>
              </a:spcBef>
              <a:buNone/>
            </a:pPr>
            <a:r>
              <a:rPr lang="zh-CN" altLang="en-US" sz="2400" dirty="0">
                <a:ea typeface="黑体" panose="02010609060101010101" pitchFamily="49" charset="-122"/>
              </a:rPr>
              <a:t>其中           ， </a:t>
            </a:r>
          </a:p>
          <a:p>
            <a:pPr eaLnBrk="1" hangingPunct="1">
              <a:spcBef>
                <a:spcPct val="70000"/>
              </a:spcBef>
              <a:buNone/>
            </a:pPr>
            <a:r>
              <a:rPr lang="zh-CN" altLang="en-US" sz="2400" dirty="0">
                <a:ea typeface="黑体" panose="02010609060101010101" pitchFamily="49" charset="-122"/>
              </a:rPr>
              <a:t>令                    ，                ，</a:t>
            </a:r>
          </a:p>
          <a:p>
            <a:pPr eaLnBrk="1" hangingPunct="1">
              <a:spcBef>
                <a:spcPct val="70000"/>
              </a:spcBef>
              <a:buNone/>
            </a:pPr>
            <a:endParaRPr lang="zh-CN" altLang="en-US" sz="2400" dirty="0">
              <a:ea typeface="黑体" panose="02010609060101010101" pitchFamily="49" charset="-122"/>
            </a:endParaRPr>
          </a:p>
          <a:p>
            <a:pPr eaLnBrk="1" hangingPunct="1">
              <a:spcBef>
                <a:spcPct val="70000"/>
              </a:spcBef>
              <a:buNone/>
            </a:pPr>
            <a:r>
              <a:rPr lang="zh-CN" altLang="en-US" sz="2400" dirty="0">
                <a:ea typeface="黑体" panose="02010609060101010101" pitchFamily="49" charset="-122"/>
              </a:rPr>
              <a:t>如果            </a:t>
            </a:r>
            <a:r>
              <a:rPr lang="en-US" altLang="zh-CN" sz="2400" dirty="0">
                <a:ea typeface="黑体" panose="02010609060101010101" pitchFamily="49" charset="-122"/>
              </a:rPr>
              <a:t>, </a:t>
            </a:r>
            <a:r>
              <a:rPr lang="zh-CN" altLang="en-US" sz="2400" dirty="0">
                <a:ea typeface="黑体" panose="02010609060101010101" pitchFamily="49" charset="-122"/>
              </a:rPr>
              <a:t>则             ，         大范围渐近定。</a:t>
            </a:r>
          </a:p>
          <a:p>
            <a:pPr eaLnBrk="1" hangingPunct="1">
              <a:spcBef>
                <a:spcPct val="70000"/>
              </a:spcBef>
              <a:buNone/>
            </a:pPr>
            <a:r>
              <a:rPr lang="zh-CN" altLang="en-US" sz="2400" dirty="0">
                <a:ea typeface="黑体" panose="02010609060101010101" pitchFamily="49" charset="-122"/>
              </a:rPr>
              <a:t>必要性：略。 </a:t>
            </a:r>
          </a:p>
        </p:txBody>
      </p:sp>
      <p:sp>
        <p:nvSpPr>
          <p:cNvPr id="138247" name="Rectangle 6"/>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38248" name="Rectangle 7"/>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38249" name="Object 8"/>
          <p:cNvGraphicFramePr>
            <a:graphicFrameLocks noChangeAspect="1"/>
          </p:cNvGraphicFramePr>
          <p:nvPr/>
        </p:nvGraphicFramePr>
        <p:xfrm>
          <a:off x="2560638" y="1874838"/>
          <a:ext cx="1857375" cy="428625"/>
        </p:xfrm>
        <a:graphic>
          <a:graphicData uri="http://schemas.openxmlformats.org/presentationml/2006/ole">
            <mc:AlternateContent xmlns:mc="http://schemas.openxmlformats.org/markup-compatibility/2006">
              <mc:Choice xmlns:v="urn:schemas-microsoft-com:vml" Requires="v">
                <p:oleObj r:id="rId4" imgW="990600" imgH="228600" progId="Equation.DSMT4">
                  <p:embed/>
                </p:oleObj>
              </mc:Choice>
              <mc:Fallback>
                <p:oleObj r:id="rId4" imgW="990600" imgH="228600" progId="Equation.DSMT4">
                  <p:embed/>
                  <p:pic>
                    <p:nvPicPr>
                      <p:cNvPr id="0" name="图片 3508"/>
                      <p:cNvPicPr/>
                      <p:nvPr/>
                    </p:nvPicPr>
                    <p:blipFill>
                      <a:blip r:embed="rId5"/>
                      <a:stretch>
                        <a:fillRect/>
                      </a:stretch>
                    </p:blipFill>
                    <p:spPr>
                      <a:xfrm>
                        <a:off x="2560638" y="1874838"/>
                        <a:ext cx="1857375" cy="428625"/>
                      </a:xfrm>
                      <a:prstGeom prst="rect">
                        <a:avLst/>
                      </a:prstGeom>
                      <a:noFill/>
                      <a:ln w="38100">
                        <a:noFill/>
                        <a:miter/>
                      </a:ln>
                    </p:spPr>
                  </p:pic>
                </p:oleObj>
              </mc:Fallback>
            </mc:AlternateContent>
          </a:graphicData>
        </a:graphic>
      </p:graphicFrame>
      <p:sp>
        <p:nvSpPr>
          <p:cNvPr id="138250" name="Rectangle 9"/>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38251" name="Object 10"/>
          <p:cNvGraphicFramePr>
            <a:graphicFrameLocks noChangeAspect="1"/>
          </p:cNvGraphicFramePr>
          <p:nvPr/>
        </p:nvGraphicFramePr>
        <p:xfrm>
          <a:off x="3841750" y="2543175"/>
          <a:ext cx="946150" cy="366713"/>
        </p:xfrm>
        <a:graphic>
          <a:graphicData uri="http://schemas.openxmlformats.org/presentationml/2006/ole">
            <mc:AlternateContent xmlns:mc="http://schemas.openxmlformats.org/markup-compatibility/2006">
              <mc:Choice xmlns:v="urn:schemas-microsoft-com:vml" Requires="v">
                <p:oleObj r:id="rId6" imgW="457200" imgH="177800" progId="Equation.DSMT4">
                  <p:embed/>
                </p:oleObj>
              </mc:Choice>
              <mc:Fallback>
                <p:oleObj r:id="rId6" imgW="457200" imgH="177800" progId="Equation.DSMT4">
                  <p:embed/>
                  <p:pic>
                    <p:nvPicPr>
                      <p:cNvPr id="0" name="图片 3515"/>
                      <p:cNvPicPr/>
                      <p:nvPr/>
                    </p:nvPicPr>
                    <p:blipFill>
                      <a:blip r:embed="rId7"/>
                      <a:stretch>
                        <a:fillRect/>
                      </a:stretch>
                    </p:blipFill>
                    <p:spPr>
                      <a:xfrm>
                        <a:off x="3841750" y="2543175"/>
                        <a:ext cx="946150" cy="366713"/>
                      </a:xfrm>
                      <a:prstGeom prst="rect">
                        <a:avLst/>
                      </a:prstGeom>
                      <a:noFill/>
                      <a:ln w="38100">
                        <a:noFill/>
                        <a:miter/>
                      </a:ln>
                    </p:spPr>
                  </p:pic>
                </p:oleObj>
              </mc:Fallback>
            </mc:AlternateContent>
          </a:graphicData>
        </a:graphic>
      </p:graphicFrame>
      <p:sp>
        <p:nvSpPr>
          <p:cNvPr id="138252" name="Rectangle 11"/>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38253" name="Object 12"/>
          <p:cNvGraphicFramePr>
            <a:graphicFrameLocks noChangeAspect="1"/>
          </p:cNvGraphicFramePr>
          <p:nvPr/>
        </p:nvGraphicFramePr>
        <p:xfrm>
          <a:off x="1187450" y="3068638"/>
          <a:ext cx="857250" cy="403225"/>
        </p:xfrm>
        <a:graphic>
          <a:graphicData uri="http://schemas.openxmlformats.org/presentationml/2006/ole">
            <mc:AlternateContent xmlns:mc="http://schemas.openxmlformats.org/markup-compatibility/2006">
              <mc:Choice xmlns:v="urn:schemas-microsoft-com:vml" Requires="v">
                <p:oleObj r:id="rId8" imgW="431800" imgH="203200" progId="Equation.DSMT4">
                  <p:embed/>
                </p:oleObj>
              </mc:Choice>
              <mc:Fallback>
                <p:oleObj r:id="rId8" imgW="431800" imgH="203200" progId="Equation.DSMT4">
                  <p:embed/>
                  <p:pic>
                    <p:nvPicPr>
                      <p:cNvPr id="0" name="图片 3517"/>
                      <p:cNvPicPr/>
                      <p:nvPr/>
                    </p:nvPicPr>
                    <p:blipFill>
                      <a:blip r:embed="rId9"/>
                      <a:stretch>
                        <a:fillRect/>
                      </a:stretch>
                    </p:blipFill>
                    <p:spPr>
                      <a:xfrm>
                        <a:off x="1187450" y="3068638"/>
                        <a:ext cx="857250" cy="403225"/>
                      </a:xfrm>
                      <a:prstGeom prst="rect">
                        <a:avLst/>
                      </a:prstGeom>
                      <a:noFill/>
                      <a:ln w="38100">
                        <a:noFill/>
                        <a:miter/>
                      </a:ln>
                    </p:spPr>
                  </p:pic>
                </p:oleObj>
              </mc:Fallback>
            </mc:AlternateContent>
          </a:graphicData>
        </a:graphic>
      </p:graphicFrame>
      <p:sp>
        <p:nvSpPr>
          <p:cNvPr id="138254" name="Rectangle 13"/>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38255" name="Object 14"/>
          <p:cNvGraphicFramePr>
            <a:graphicFrameLocks noChangeAspect="1"/>
          </p:cNvGraphicFramePr>
          <p:nvPr/>
        </p:nvGraphicFramePr>
        <p:xfrm>
          <a:off x="2678113" y="3106738"/>
          <a:ext cx="1793875" cy="442912"/>
        </p:xfrm>
        <a:graphic>
          <a:graphicData uri="http://schemas.openxmlformats.org/presentationml/2006/ole">
            <mc:AlternateContent xmlns:mc="http://schemas.openxmlformats.org/markup-compatibility/2006">
              <mc:Choice xmlns:v="urn:schemas-microsoft-com:vml" Requires="v">
                <p:oleObj r:id="rId10" imgW="927100" imgH="228600" progId="Equation.DSMT4">
                  <p:embed/>
                </p:oleObj>
              </mc:Choice>
              <mc:Fallback>
                <p:oleObj r:id="rId10" imgW="927100" imgH="228600" progId="Equation.DSMT4">
                  <p:embed/>
                  <p:pic>
                    <p:nvPicPr>
                      <p:cNvPr id="0" name="图片 3511"/>
                      <p:cNvPicPr/>
                      <p:nvPr/>
                    </p:nvPicPr>
                    <p:blipFill>
                      <a:blip r:embed="rId11"/>
                      <a:stretch>
                        <a:fillRect/>
                      </a:stretch>
                    </p:blipFill>
                    <p:spPr>
                      <a:xfrm>
                        <a:off x="2678113" y="3106738"/>
                        <a:ext cx="1793875" cy="442912"/>
                      </a:xfrm>
                      <a:prstGeom prst="rect">
                        <a:avLst/>
                      </a:prstGeom>
                      <a:noFill/>
                      <a:ln w="38100">
                        <a:noFill/>
                        <a:miter/>
                      </a:ln>
                    </p:spPr>
                  </p:pic>
                </p:oleObj>
              </mc:Fallback>
            </mc:AlternateContent>
          </a:graphicData>
        </a:graphic>
      </p:graphicFrame>
      <p:graphicFrame>
        <p:nvGraphicFramePr>
          <p:cNvPr id="138256" name="Object 15"/>
          <p:cNvGraphicFramePr>
            <a:graphicFrameLocks noChangeAspect="1"/>
          </p:cNvGraphicFramePr>
          <p:nvPr/>
        </p:nvGraphicFramePr>
        <p:xfrm>
          <a:off x="827088" y="3754438"/>
          <a:ext cx="1474787" cy="420687"/>
        </p:xfrm>
        <a:graphic>
          <a:graphicData uri="http://schemas.openxmlformats.org/presentationml/2006/ole">
            <mc:AlternateContent xmlns:mc="http://schemas.openxmlformats.org/markup-compatibility/2006">
              <mc:Choice xmlns:v="urn:schemas-microsoft-com:vml" Requires="v">
                <p:oleObj r:id="rId12" imgW="800100" imgH="228600" progId="Equation.DSMT4">
                  <p:embed/>
                </p:oleObj>
              </mc:Choice>
              <mc:Fallback>
                <p:oleObj r:id="rId12" imgW="800100" imgH="228600" progId="Equation.DSMT4">
                  <p:embed/>
                  <p:pic>
                    <p:nvPicPr>
                      <p:cNvPr id="0" name="图片 3513"/>
                      <p:cNvPicPr/>
                      <p:nvPr/>
                    </p:nvPicPr>
                    <p:blipFill>
                      <a:blip r:embed="rId13"/>
                      <a:stretch>
                        <a:fillRect/>
                      </a:stretch>
                    </p:blipFill>
                    <p:spPr>
                      <a:xfrm>
                        <a:off x="827088" y="3754438"/>
                        <a:ext cx="1474787" cy="420687"/>
                      </a:xfrm>
                      <a:prstGeom prst="rect">
                        <a:avLst/>
                      </a:prstGeom>
                      <a:noFill/>
                      <a:ln w="38100">
                        <a:noFill/>
                        <a:miter/>
                      </a:ln>
                    </p:spPr>
                  </p:pic>
                </p:oleObj>
              </mc:Fallback>
            </mc:AlternateContent>
          </a:graphicData>
        </a:graphic>
      </p:graphicFrame>
      <p:sp>
        <p:nvSpPr>
          <p:cNvPr id="138257" name="Rectangle 16"/>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38258" name="Object 17"/>
          <p:cNvGraphicFramePr>
            <a:graphicFrameLocks noChangeAspect="1"/>
          </p:cNvGraphicFramePr>
          <p:nvPr/>
        </p:nvGraphicFramePr>
        <p:xfrm>
          <a:off x="2700338" y="3741738"/>
          <a:ext cx="1366837" cy="390525"/>
        </p:xfrm>
        <a:graphic>
          <a:graphicData uri="http://schemas.openxmlformats.org/presentationml/2006/ole">
            <mc:AlternateContent xmlns:mc="http://schemas.openxmlformats.org/markup-compatibility/2006">
              <mc:Choice xmlns:v="urn:schemas-microsoft-com:vml" Requires="v">
                <p:oleObj r:id="rId14" imgW="711200" imgH="203200" progId="Equation.DSMT4">
                  <p:embed/>
                </p:oleObj>
              </mc:Choice>
              <mc:Fallback>
                <p:oleObj r:id="rId14" imgW="711200" imgH="203200" progId="Equation.DSMT4">
                  <p:embed/>
                  <p:pic>
                    <p:nvPicPr>
                      <p:cNvPr id="0" name="图片 3516"/>
                      <p:cNvPicPr/>
                      <p:nvPr/>
                    </p:nvPicPr>
                    <p:blipFill>
                      <a:blip r:embed="rId15"/>
                      <a:stretch>
                        <a:fillRect/>
                      </a:stretch>
                    </p:blipFill>
                    <p:spPr>
                      <a:xfrm>
                        <a:off x="2700338" y="3741738"/>
                        <a:ext cx="1366837" cy="390525"/>
                      </a:xfrm>
                      <a:prstGeom prst="rect">
                        <a:avLst/>
                      </a:prstGeom>
                      <a:noFill/>
                      <a:ln w="38100">
                        <a:noFill/>
                        <a:miter/>
                      </a:ln>
                    </p:spPr>
                  </p:pic>
                </p:oleObj>
              </mc:Fallback>
            </mc:AlternateContent>
          </a:graphicData>
        </a:graphic>
      </p:graphicFrame>
      <p:sp>
        <p:nvSpPr>
          <p:cNvPr id="138259" name="Rectangle 18"/>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38260" name="Object 19"/>
          <p:cNvGraphicFramePr>
            <a:graphicFrameLocks noChangeAspect="1"/>
          </p:cNvGraphicFramePr>
          <p:nvPr/>
        </p:nvGraphicFramePr>
        <p:xfrm>
          <a:off x="755650" y="4365625"/>
          <a:ext cx="7632700" cy="431800"/>
        </p:xfrm>
        <a:graphic>
          <a:graphicData uri="http://schemas.openxmlformats.org/presentationml/2006/ole">
            <mc:AlternateContent xmlns:mc="http://schemas.openxmlformats.org/markup-compatibility/2006">
              <mc:Choice xmlns:v="urn:schemas-microsoft-com:vml" Requires="v">
                <p:oleObj r:id="rId16" imgW="4076700" imgH="228600" progId="Equation.DSMT4">
                  <p:embed/>
                </p:oleObj>
              </mc:Choice>
              <mc:Fallback>
                <p:oleObj r:id="rId16" imgW="4076700" imgH="228600" progId="Equation.DSMT4">
                  <p:embed/>
                  <p:pic>
                    <p:nvPicPr>
                      <p:cNvPr id="0" name="图片 3510"/>
                      <p:cNvPicPr/>
                      <p:nvPr/>
                    </p:nvPicPr>
                    <p:blipFill>
                      <a:blip r:embed="rId17"/>
                      <a:stretch>
                        <a:fillRect/>
                      </a:stretch>
                    </p:blipFill>
                    <p:spPr>
                      <a:xfrm>
                        <a:off x="755650" y="4365625"/>
                        <a:ext cx="7632700" cy="431800"/>
                      </a:xfrm>
                      <a:prstGeom prst="rect">
                        <a:avLst/>
                      </a:prstGeom>
                      <a:noFill/>
                      <a:ln w="38100">
                        <a:noFill/>
                        <a:miter/>
                      </a:ln>
                    </p:spPr>
                  </p:pic>
                </p:oleObj>
              </mc:Fallback>
            </mc:AlternateContent>
          </a:graphicData>
        </a:graphic>
      </p:graphicFrame>
      <p:sp>
        <p:nvSpPr>
          <p:cNvPr id="138261" name="Rectangle 20"/>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38262" name="Object 21"/>
          <p:cNvGraphicFramePr>
            <a:graphicFrameLocks noChangeAspect="1"/>
          </p:cNvGraphicFramePr>
          <p:nvPr/>
        </p:nvGraphicFramePr>
        <p:xfrm>
          <a:off x="1116013" y="5005388"/>
          <a:ext cx="719137" cy="382587"/>
        </p:xfrm>
        <a:graphic>
          <a:graphicData uri="http://schemas.openxmlformats.org/presentationml/2006/ole">
            <mc:AlternateContent xmlns:mc="http://schemas.openxmlformats.org/markup-compatibility/2006">
              <mc:Choice xmlns:v="urn:schemas-microsoft-com:vml" Requires="v">
                <p:oleObj r:id="rId18" imgW="381000" imgH="203200" progId="Equation.DSMT4">
                  <p:embed/>
                </p:oleObj>
              </mc:Choice>
              <mc:Fallback>
                <p:oleObj r:id="rId18" imgW="381000" imgH="203200" progId="Equation.DSMT4">
                  <p:embed/>
                  <p:pic>
                    <p:nvPicPr>
                      <p:cNvPr id="0" name="图片 3519"/>
                      <p:cNvPicPr/>
                      <p:nvPr/>
                    </p:nvPicPr>
                    <p:blipFill>
                      <a:blip r:embed="rId19"/>
                      <a:stretch>
                        <a:fillRect/>
                      </a:stretch>
                    </p:blipFill>
                    <p:spPr>
                      <a:xfrm>
                        <a:off x="1116013" y="5005388"/>
                        <a:ext cx="719137" cy="382587"/>
                      </a:xfrm>
                      <a:prstGeom prst="rect">
                        <a:avLst/>
                      </a:prstGeom>
                      <a:noFill/>
                      <a:ln w="38100">
                        <a:noFill/>
                        <a:miter/>
                      </a:ln>
                    </p:spPr>
                  </p:pic>
                </p:oleObj>
              </mc:Fallback>
            </mc:AlternateContent>
          </a:graphicData>
        </a:graphic>
      </p:graphicFrame>
      <p:sp>
        <p:nvSpPr>
          <p:cNvPr id="138263" name="Rectangle 22"/>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38264" name="Object 23"/>
          <p:cNvGraphicFramePr>
            <a:graphicFrameLocks noChangeAspect="1"/>
          </p:cNvGraphicFramePr>
          <p:nvPr/>
        </p:nvGraphicFramePr>
        <p:xfrm>
          <a:off x="2555875" y="4967288"/>
          <a:ext cx="1065213" cy="434975"/>
        </p:xfrm>
        <a:graphic>
          <a:graphicData uri="http://schemas.openxmlformats.org/presentationml/2006/ole">
            <mc:AlternateContent xmlns:mc="http://schemas.openxmlformats.org/markup-compatibility/2006">
              <mc:Choice xmlns:v="urn:schemas-microsoft-com:vml" Requires="v">
                <p:oleObj r:id="rId20" imgW="558800" imgH="228600" progId="Equation.DSMT4">
                  <p:embed/>
                </p:oleObj>
              </mc:Choice>
              <mc:Fallback>
                <p:oleObj r:id="rId20" imgW="558800" imgH="228600" progId="Equation.DSMT4">
                  <p:embed/>
                  <p:pic>
                    <p:nvPicPr>
                      <p:cNvPr id="0" name="图片 3512"/>
                      <p:cNvPicPr/>
                      <p:nvPr/>
                    </p:nvPicPr>
                    <p:blipFill>
                      <a:blip r:embed="rId21"/>
                      <a:stretch>
                        <a:fillRect/>
                      </a:stretch>
                    </p:blipFill>
                    <p:spPr>
                      <a:xfrm>
                        <a:off x="2555875" y="4967288"/>
                        <a:ext cx="1065213" cy="434975"/>
                      </a:xfrm>
                      <a:prstGeom prst="rect">
                        <a:avLst/>
                      </a:prstGeom>
                      <a:noFill/>
                      <a:ln w="38100">
                        <a:noFill/>
                        <a:miter/>
                      </a:ln>
                    </p:spPr>
                  </p:pic>
                </p:oleObj>
              </mc:Fallback>
            </mc:AlternateContent>
          </a:graphicData>
        </a:graphic>
      </p:graphicFrame>
      <p:graphicFrame>
        <p:nvGraphicFramePr>
          <p:cNvPr id="138265" name="Object 24"/>
          <p:cNvGraphicFramePr>
            <a:graphicFrameLocks noChangeAspect="1"/>
          </p:cNvGraphicFramePr>
          <p:nvPr/>
        </p:nvGraphicFramePr>
        <p:xfrm>
          <a:off x="3795713" y="4967288"/>
          <a:ext cx="823912" cy="463550"/>
        </p:xfrm>
        <a:graphic>
          <a:graphicData uri="http://schemas.openxmlformats.org/presentationml/2006/ole">
            <mc:AlternateContent xmlns:mc="http://schemas.openxmlformats.org/markup-compatibility/2006">
              <mc:Choice xmlns:v="urn:schemas-microsoft-com:vml" Requires="v">
                <p:oleObj r:id="rId22" imgW="406400" imgH="228600" progId="Equation.DSMT4">
                  <p:embed/>
                </p:oleObj>
              </mc:Choice>
              <mc:Fallback>
                <p:oleObj r:id="rId22" imgW="406400" imgH="228600" progId="Equation.DSMT4">
                  <p:embed/>
                  <p:pic>
                    <p:nvPicPr>
                      <p:cNvPr id="0" name="图片 3514"/>
                      <p:cNvPicPr/>
                      <p:nvPr/>
                    </p:nvPicPr>
                    <p:blipFill>
                      <a:blip r:embed="rId23"/>
                      <a:stretch>
                        <a:fillRect/>
                      </a:stretch>
                    </p:blipFill>
                    <p:spPr>
                      <a:xfrm>
                        <a:off x="3795713" y="4967288"/>
                        <a:ext cx="823912" cy="463550"/>
                      </a:xfrm>
                      <a:prstGeom prst="rect">
                        <a:avLst/>
                      </a:prstGeom>
                      <a:noFill/>
                      <a:ln w="38100">
                        <a:noFill/>
                        <a:miter/>
                      </a:ln>
                    </p:spPr>
                  </p:pic>
                </p:oleObj>
              </mc:Fallback>
            </mc:AlternateContent>
          </a:graphicData>
        </a:graphic>
      </p:graphicFrame>
      <p:graphicFrame>
        <p:nvGraphicFramePr>
          <p:cNvPr id="138266" name="Object 25"/>
          <p:cNvGraphicFramePr>
            <a:graphicFrameLocks noChangeAspect="1"/>
          </p:cNvGraphicFramePr>
          <p:nvPr/>
        </p:nvGraphicFramePr>
        <p:xfrm>
          <a:off x="2703513" y="1285875"/>
          <a:ext cx="985837" cy="366713"/>
        </p:xfrm>
        <a:graphic>
          <a:graphicData uri="http://schemas.openxmlformats.org/presentationml/2006/ole">
            <mc:AlternateContent xmlns:mc="http://schemas.openxmlformats.org/markup-compatibility/2006">
              <mc:Choice xmlns:v="urn:schemas-microsoft-com:vml" Requires="v">
                <p:oleObj r:id="rId24" imgW="457200" imgH="177800" progId="Equation.3">
                  <p:embed/>
                </p:oleObj>
              </mc:Choice>
              <mc:Fallback>
                <p:oleObj r:id="rId24" imgW="457200" imgH="177800" progId="Equation.3">
                  <p:embed/>
                  <p:pic>
                    <p:nvPicPr>
                      <p:cNvPr id="0" name="图片 3518"/>
                      <p:cNvPicPr/>
                      <p:nvPr/>
                    </p:nvPicPr>
                    <p:blipFill>
                      <a:blip r:embed="rId25"/>
                      <a:stretch>
                        <a:fillRect/>
                      </a:stretch>
                    </p:blipFill>
                    <p:spPr>
                      <a:xfrm>
                        <a:off x="2703513" y="1285875"/>
                        <a:ext cx="985837" cy="366713"/>
                      </a:xfrm>
                      <a:prstGeom prst="rect">
                        <a:avLst/>
                      </a:prstGeom>
                      <a:noFill/>
                      <a:ln w="38100">
                        <a:noFill/>
                        <a:miter/>
                      </a:ln>
                    </p:spPr>
                  </p:pic>
                </p:oleObj>
              </mc:Fallback>
            </mc:AlternateContent>
          </a:graphicData>
        </a:graphic>
      </p:graphicFrame>
      <p:sp>
        <p:nvSpPr>
          <p:cNvPr id="138267" name="Rectangle 26"/>
          <p:cNvSpPr/>
          <p:nvPr/>
        </p:nvSpPr>
        <p:spPr>
          <a:xfrm>
            <a:off x="228600" y="6426200"/>
            <a:ext cx="36131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李雅普诺夫方法在线性系统中应用</a:t>
            </a:r>
          </a:p>
        </p:txBody>
      </p:sp>
      <p:sp>
        <p:nvSpPr>
          <p:cNvPr id="138268" name="Rectangle 27"/>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138269" name="Text Box 28"/>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140290"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51</a:t>
            </a:fld>
            <a:endParaRPr lang="en-US" altLang="zh-CN" sz="1400" dirty="0"/>
          </a:p>
        </p:txBody>
      </p:sp>
      <p:grpSp>
        <p:nvGrpSpPr>
          <p:cNvPr id="140291" name="Group 2"/>
          <p:cNvGrpSpPr/>
          <p:nvPr/>
        </p:nvGrpSpPr>
        <p:grpSpPr>
          <a:xfrm>
            <a:off x="0" y="0"/>
            <a:ext cx="9144000" cy="6858000"/>
            <a:chOff x="0" y="0"/>
            <a:chExt cx="5760" cy="4320"/>
          </a:xfrm>
        </p:grpSpPr>
        <p:pic>
          <p:nvPicPr>
            <p:cNvPr id="140292"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140293"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140294" name="Rectangle 5"/>
          <p:cNvSpPr>
            <a:spLocks noGrp="1"/>
          </p:cNvSpPr>
          <p:nvPr>
            <p:ph idx="1"/>
          </p:nvPr>
        </p:nvSpPr>
        <p:spPr>
          <a:xfrm>
            <a:off x="423863" y="1196975"/>
            <a:ext cx="5443537" cy="3816350"/>
          </a:xfrm>
          <a:ln/>
        </p:spPr>
        <p:txBody>
          <a:bodyPr vert="horz" wrap="square" lIns="91440" tIns="45720" rIns="91440" bIns="45720" anchor="t" anchorCtr="0"/>
          <a:lstStyle/>
          <a:p>
            <a:pPr eaLnBrk="1" hangingPunct="1">
              <a:spcBef>
                <a:spcPct val="40000"/>
              </a:spcBef>
              <a:buNone/>
            </a:pPr>
            <a:r>
              <a:rPr lang="en-US" altLang="zh-CN" sz="2800" dirty="0">
                <a:ea typeface="黑体" panose="02010609060101010101" pitchFamily="49" charset="-122"/>
              </a:rPr>
              <a:t> </a:t>
            </a:r>
            <a:r>
              <a:rPr lang="zh-CN" altLang="en-US" sz="2400" dirty="0">
                <a:solidFill>
                  <a:srgbClr val="A50021"/>
                </a:solidFill>
                <a:ea typeface="黑体" panose="02010609060101010101" pitchFamily="49" charset="-122"/>
              </a:rPr>
              <a:t>例</a:t>
            </a:r>
            <a:r>
              <a:rPr lang="en-US" altLang="zh-CN" sz="2400" dirty="0">
                <a:solidFill>
                  <a:srgbClr val="A50021"/>
                </a:solidFill>
                <a:ea typeface="黑体" panose="02010609060101010101" pitchFamily="49" charset="-122"/>
              </a:rPr>
              <a:t>5.3.1</a:t>
            </a:r>
            <a:r>
              <a:rPr lang="en-US" altLang="zh-CN" sz="2400" dirty="0">
                <a:ea typeface="黑体" panose="02010609060101010101" pitchFamily="49" charset="-122"/>
              </a:rPr>
              <a:t>: </a:t>
            </a:r>
            <a:r>
              <a:rPr lang="zh-CN" altLang="en-US" sz="2400" dirty="0">
                <a:ea typeface="黑体" panose="02010609060101010101" pitchFamily="49" charset="-122"/>
              </a:rPr>
              <a:t>分析下列系统稳定性</a:t>
            </a:r>
          </a:p>
          <a:p>
            <a:pPr eaLnBrk="1" hangingPunct="1">
              <a:spcBef>
                <a:spcPct val="40000"/>
              </a:spcBef>
              <a:buNone/>
            </a:pPr>
            <a:endParaRPr lang="zh-CN" altLang="en-US" sz="2400" dirty="0">
              <a:ea typeface="黑体" panose="02010609060101010101" pitchFamily="49" charset="-122"/>
            </a:endParaRPr>
          </a:p>
          <a:p>
            <a:pPr eaLnBrk="1" hangingPunct="1">
              <a:spcBef>
                <a:spcPct val="40000"/>
              </a:spcBef>
              <a:buNone/>
            </a:pPr>
            <a:endParaRPr lang="zh-CN" altLang="en-US" sz="2400" dirty="0">
              <a:ea typeface="黑体" panose="02010609060101010101" pitchFamily="49" charset="-122"/>
            </a:endParaRPr>
          </a:p>
          <a:p>
            <a:pPr eaLnBrk="1" hangingPunct="1">
              <a:spcBef>
                <a:spcPct val="40000"/>
              </a:spcBef>
              <a:buNone/>
            </a:pPr>
            <a:endParaRPr lang="zh-CN" altLang="en-US" sz="2400" dirty="0">
              <a:ea typeface="黑体" panose="02010609060101010101" pitchFamily="49" charset="-122"/>
            </a:endParaRPr>
          </a:p>
          <a:p>
            <a:pPr eaLnBrk="1" hangingPunct="1">
              <a:spcBef>
                <a:spcPct val="40000"/>
              </a:spcBef>
              <a:buNone/>
            </a:pPr>
            <a:r>
              <a:rPr lang="zh-CN" altLang="en-US" sz="2400" dirty="0">
                <a:ea typeface="黑体" panose="02010609060101010101" pitchFamily="49" charset="-122"/>
              </a:rPr>
              <a:t>                            </a:t>
            </a:r>
          </a:p>
          <a:p>
            <a:pPr eaLnBrk="1" hangingPunct="1">
              <a:spcBef>
                <a:spcPct val="40000"/>
              </a:spcBef>
              <a:buNone/>
            </a:pPr>
            <a:endParaRPr lang="zh-CN" altLang="en-US" sz="2400" dirty="0">
              <a:ea typeface="黑体" panose="02010609060101010101" pitchFamily="49" charset="-122"/>
            </a:endParaRPr>
          </a:p>
          <a:p>
            <a:pPr eaLnBrk="1" hangingPunct="1">
              <a:spcBef>
                <a:spcPct val="40000"/>
              </a:spcBef>
              <a:buNone/>
            </a:pPr>
            <a:r>
              <a:rPr lang="zh-CN" altLang="en-US" sz="2400" dirty="0">
                <a:ea typeface="黑体" panose="02010609060101010101" pitchFamily="49" charset="-122"/>
              </a:rPr>
              <a:t>                                        </a:t>
            </a:r>
          </a:p>
        </p:txBody>
      </p:sp>
      <p:sp>
        <p:nvSpPr>
          <p:cNvPr id="140295" name="Rectangle 6"/>
          <p:cNvSpPr/>
          <p:nvPr/>
        </p:nvSpPr>
        <p:spPr>
          <a:xfrm>
            <a:off x="0" y="320040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40296" name="Object 7"/>
          <p:cNvGraphicFramePr>
            <a:graphicFrameLocks noChangeAspect="1"/>
          </p:cNvGraphicFramePr>
          <p:nvPr/>
        </p:nvGraphicFramePr>
        <p:xfrm>
          <a:off x="3603625" y="1866900"/>
          <a:ext cx="1905000" cy="914400"/>
        </p:xfrm>
        <a:graphic>
          <a:graphicData uri="http://schemas.openxmlformats.org/presentationml/2006/ole">
            <mc:AlternateContent xmlns:mc="http://schemas.openxmlformats.org/markup-compatibility/2006">
              <mc:Choice xmlns:v="urn:schemas-microsoft-com:vml" Requires="v">
                <p:oleObj r:id="rId4" imgW="952500" imgH="457200" progId="Equation.DSMT4">
                  <p:embed/>
                </p:oleObj>
              </mc:Choice>
              <mc:Fallback>
                <p:oleObj r:id="rId4" imgW="952500" imgH="457200" progId="Equation.DSMT4">
                  <p:embed/>
                  <p:pic>
                    <p:nvPicPr>
                      <p:cNvPr id="0" name="图片 3520"/>
                      <p:cNvPicPr/>
                      <p:nvPr/>
                    </p:nvPicPr>
                    <p:blipFill>
                      <a:blip r:embed="rId5"/>
                      <a:stretch>
                        <a:fillRect/>
                      </a:stretch>
                    </p:blipFill>
                    <p:spPr>
                      <a:xfrm>
                        <a:off x="3603625" y="1866900"/>
                        <a:ext cx="1905000" cy="914400"/>
                      </a:xfrm>
                      <a:prstGeom prst="rect">
                        <a:avLst/>
                      </a:prstGeom>
                      <a:noFill/>
                      <a:ln w="38100">
                        <a:noFill/>
                        <a:miter/>
                      </a:ln>
                    </p:spPr>
                  </p:pic>
                </p:oleObj>
              </mc:Fallback>
            </mc:AlternateContent>
          </a:graphicData>
        </a:graphic>
      </p:graphicFrame>
      <p:sp>
        <p:nvSpPr>
          <p:cNvPr id="140297" name="Rectangle 8"/>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40298" name="Rectangle 10"/>
          <p:cNvSpPr/>
          <p:nvPr/>
        </p:nvSpPr>
        <p:spPr>
          <a:xfrm>
            <a:off x="0" y="333375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40299" name="Rectangle 13"/>
          <p:cNvSpPr/>
          <p:nvPr/>
        </p:nvSpPr>
        <p:spPr>
          <a:xfrm>
            <a:off x="228600" y="6426200"/>
            <a:ext cx="36131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李雅普诺夫方法在线性系统中应用</a:t>
            </a:r>
          </a:p>
        </p:txBody>
      </p:sp>
      <p:sp>
        <p:nvSpPr>
          <p:cNvPr id="140300" name="Rectangle 14"/>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140301" name="Text Box 15"/>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143362"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52</a:t>
            </a:fld>
            <a:endParaRPr lang="en-US" altLang="zh-CN" sz="1400" dirty="0"/>
          </a:p>
        </p:txBody>
      </p:sp>
      <p:grpSp>
        <p:nvGrpSpPr>
          <p:cNvPr id="143363" name="Group 2"/>
          <p:cNvGrpSpPr/>
          <p:nvPr/>
        </p:nvGrpSpPr>
        <p:grpSpPr>
          <a:xfrm>
            <a:off x="0" y="0"/>
            <a:ext cx="9144000" cy="6858000"/>
            <a:chOff x="0" y="0"/>
            <a:chExt cx="5760" cy="4320"/>
          </a:xfrm>
        </p:grpSpPr>
        <p:pic>
          <p:nvPicPr>
            <p:cNvPr id="143364"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143365"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143366" name="Rectangle 5"/>
          <p:cNvSpPr>
            <a:spLocks noGrp="1"/>
          </p:cNvSpPr>
          <p:nvPr>
            <p:ph idx="1"/>
          </p:nvPr>
        </p:nvSpPr>
        <p:spPr>
          <a:xfrm>
            <a:off x="423863" y="1196975"/>
            <a:ext cx="5443537" cy="3816350"/>
          </a:xfrm>
          <a:ln/>
        </p:spPr>
        <p:txBody>
          <a:bodyPr vert="horz" wrap="square" lIns="91440" tIns="45720" rIns="91440" bIns="45720" anchor="t" anchorCtr="0"/>
          <a:lstStyle/>
          <a:p>
            <a:pPr eaLnBrk="1" hangingPunct="1">
              <a:spcBef>
                <a:spcPct val="40000"/>
              </a:spcBef>
              <a:buNone/>
            </a:pPr>
            <a:r>
              <a:rPr lang="en-US" altLang="zh-CN" sz="2800" dirty="0">
                <a:ea typeface="黑体" panose="02010609060101010101" pitchFamily="49" charset="-122"/>
              </a:rPr>
              <a:t> </a:t>
            </a:r>
            <a:r>
              <a:rPr lang="zh-CN" altLang="en-US" sz="2400" dirty="0">
                <a:solidFill>
                  <a:srgbClr val="A50021"/>
                </a:solidFill>
                <a:ea typeface="黑体" panose="02010609060101010101" pitchFamily="49" charset="-122"/>
              </a:rPr>
              <a:t>例</a:t>
            </a:r>
            <a:r>
              <a:rPr lang="en-US" altLang="zh-CN" sz="2400" dirty="0">
                <a:solidFill>
                  <a:srgbClr val="A50021"/>
                </a:solidFill>
                <a:ea typeface="黑体" panose="02010609060101010101" pitchFamily="49" charset="-122"/>
              </a:rPr>
              <a:t>5.3.1</a:t>
            </a:r>
            <a:r>
              <a:rPr lang="en-US" altLang="zh-CN" sz="2400" dirty="0">
                <a:ea typeface="黑体" panose="02010609060101010101" pitchFamily="49" charset="-122"/>
              </a:rPr>
              <a:t>: </a:t>
            </a:r>
            <a:r>
              <a:rPr lang="zh-CN" altLang="en-US" sz="2400" dirty="0">
                <a:ea typeface="黑体" panose="02010609060101010101" pitchFamily="49" charset="-122"/>
              </a:rPr>
              <a:t>分析下列系统稳定性</a:t>
            </a:r>
          </a:p>
          <a:p>
            <a:pPr eaLnBrk="1" hangingPunct="1">
              <a:spcBef>
                <a:spcPct val="40000"/>
              </a:spcBef>
              <a:buNone/>
            </a:pPr>
            <a:endParaRPr lang="zh-CN" altLang="en-US" sz="2400" dirty="0">
              <a:ea typeface="黑体" panose="02010609060101010101" pitchFamily="49" charset="-122"/>
            </a:endParaRPr>
          </a:p>
          <a:p>
            <a:pPr eaLnBrk="1" hangingPunct="1">
              <a:spcBef>
                <a:spcPct val="40000"/>
              </a:spcBef>
              <a:buNone/>
            </a:pPr>
            <a:endParaRPr lang="zh-CN" altLang="en-US" sz="2400" dirty="0">
              <a:ea typeface="黑体" panose="02010609060101010101" pitchFamily="49" charset="-122"/>
            </a:endParaRPr>
          </a:p>
          <a:p>
            <a:pPr eaLnBrk="1" hangingPunct="1">
              <a:spcBef>
                <a:spcPct val="40000"/>
              </a:spcBef>
              <a:buNone/>
            </a:pPr>
            <a:endParaRPr lang="zh-CN" altLang="en-US" sz="2400" dirty="0">
              <a:ea typeface="黑体" panose="02010609060101010101" pitchFamily="49" charset="-122"/>
            </a:endParaRPr>
          </a:p>
          <a:p>
            <a:pPr eaLnBrk="1" hangingPunct="1">
              <a:spcBef>
                <a:spcPct val="40000"/>
              </a:spcBef>
              <a:buNone/>
            </a:pPr>
            <a:r>
              <a:rPr lang="zh-CN" altLang="en-US" sz="2400" dirty="0">
                <a:ea typeface="黑体" panose="02010609060101010101" pitchFamily="49" charset="-122"/>
              </a:rPr>
              <a:t> 解：令                           正定</a:t>
            </a:r>
          </a:p>
          <a:p>
            <a:pPr eaLnBrk="1" hangingPunct="1">
              <a:spcBef>
                <a:spcPct val="40000"/>
              </a:spcBef>
              <a:buNone/>
            </a:pPr>
            <a:endParaRPr lang="zh-CN" altLang="en-US" sz="2400" dirty="0">
              <a:ea typeface="黑体" panose="02010609060101010101" pitchFamily="49" charset="-122"/>
            </a:endParaRPr>
          </a:p>
          <a:p>
            <a:pPr eaLnBrk="1" hangingPunct="1">
              <a:spcBef>
                <a:spcPct val="40000"/>
              </a:spcBef>
              <a:buNone/>
            </a:pPr>
            <a:r>
              <a:rPr lang="zh-CN" altLang="en-US" sz="2400" dirty="0">
                <a:ea typeface="黑体" panose="02010609060101010101" pitchFamily="49" charset="-122"/>
              </a:rPr>
              <a:t> 则由                         得</a:t>
            </a:r>
          </a:p>
        </p:txBody>
      </p:sp>
      <p:sp>
        <p:nvSpPr>
          <p:cNvPr id="143367" name="Rectangle 6"/>
          <p:cNvSpPr/>
          <p:nvPr/>
        </p:nvSpPr>
        <p:spPr>
          <a:xfrm>
            <a:off x="0" y="320040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43368" name="Object 7"/>
          <p:cNvGraphicFramePr>
            <a:graphicFrameLocks noChangeAspect="1"/>
          </p:cNvGraphicFramePr>
          <p:nvPr/>
        </p:nvGraphicFramePr>
        <p:xfrm>
          <a:off x="3603625" y="1866900"/>
          <a:ext cx="1905000" cy="914400"/>
        </p:xfrm>
        <a:graphic>
          <a:graphicData uri="http://schemas.openxmlformats.org/presentationml/2006/ole">
            <mc:AlternateContent xmlns:mc="http://schemas.openxmlformats.org/markup-compatibility/2006">
              <mc:Choice xmlns:v="urn:schemas-microsoft-com:vml" Requires="v">
                <p:oleObj r:id="rId4" imgW="952500" imgH="457200" progId="Equation.DSMT4">
                  <p:embed/>
                </p:oleObj>
              </mc:Choice>
              <mc:Fallback>
                <p:oleObj r:id="rId4" imgW="952500" imgH="457200" progId="Equation.DSMT4">
                  <p:embed/>
                  <p:pic>
                    <p:nvPicPr>
                      <p:cNvPr id="0" name="图片 3528"/>
                      <p:cNvPicPr/>
                      <p:nvPr/>
                    </p:nvPicPr>
                    <p:blipFill>
                      <a:blip r:embed="rId5"/>
                      <a:stretch>
                        <a:fillRect/>
                      </a:stretch>
                    </p:blipFill>
                    <p:spPr>
                      <a:xfrm>
                        <a:off x="3603625" y="1866900"/>
                        <a:ext cx="1905000" cy="914400"/>
                      </a:xfrm>
                      <a:prstGeom prst="rect">
                        <a:avLst/>
                      </a:prstGeom>
                      <a:noFill/>
                      <a:ln w="38100">
                        <a:noFill/>
                        <a:miter/>
                      </a:ln>
                    </p:spPr>
                  </p:pic>
                </p:oleObj>
              </mc:Fallback>
            </mc:AlternateContent>
          </a:graphicData>
        </a:graphic>
      </p:graphicFrame>
      <p:sp>
        <p:nvSpPr>
          <p:cNvPr id="143369" name="Rectangle 8"/>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43370" name="Object 9"/>
          <p:cNvGraphicFramePr>
            <a:graphicFrameLocks noChangeAspect="1"/>
          </p:cNvGraphicFramePr>
          <p:nvPr/>
        </p:nvGraphicFramePr>
        <p:xfrm>
          <a:off x="1547813" y="3044825"/>
          <a:ext cx="2089150" cy="1031875"/>
        </p:xfrm>
        <a:graphic>
          <a:graphicData uri="http://schemas.openxmlformats.org/presentationml/2006/ole">
            <mc:AlternateContent xmlns:mc="http://schemas.openxmlformats.org/markup-compatibility/2006">
              <mc:Choice xmlns:v="urn:schemas-microsoft-com:vml" Requires="v">
                <p:oleObj r:id="rId6" imgW="977265" imgH="482600" progId="Equation.DSMT4">
                  <p:embed/>
                </p:oleObj>
              </mc:Choice>
              <mc:Fallback>
                <p:oleObj r:id="rId6" imgW="977265" imgH="482600" progId="Equation.DSMT4">
                  <p:embed/>
                  <p:pic>
                    <p:nvPicPr>
                      <p:cNvPr id="0" name="图片 3527"/>
                      <p:cNvPicPr/>
                      <p:nvPr/>
                    </p:nvPicPr>
                    <p:blipFill>
                      <a:blip r:embed="rId7"/>
                      <a:stretch>
                        <a:fillRect/>
                      </a:stretch>
                    </p:blipFill>
                    <p:spPr>
                      <a:xfrm>
                        <a:off x="1547813" y="3044825"/>
                        <a:ext cx="2089150" cy="1031875"/>
                      </a:xfrm>
                      <a:prstGeom prst="rect">
                        <a:avLst/>
                      </a:prstGeom>
                      <a:noFill/>
                      <a:ln w="38100">
                        <a:noFill/>
                        <a:miter/>
                      </a:ln>
                    </p:spPr>
                  </p:pic>
                </p:oleObj>
              </mc:Fallback>
            </mc:AlternateContent>
          </a:graphicData>
        </a:graphic>
      </p:graphicFrame>
      <p:sp>
        <p:nvSpPr>
          <p:cNvPr id="143371" name="Rectangle 10"/>
          <p:cNvSpPr/>
          <p:nvPr/>
        </p:nvSpPr>
        <p:spPr>
          <a:xfrm>
            <a:off x="0" y="333375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43372" name="Object 11"/>
          <p:cNvGraphicFramePr>
            <a:graphicFrameLocks noChangeAspect="1"/>
          </p:cNvGraphicFramePr>
          <p:nvPr/>
        </p:nvGraphicFramePr>
        <p:xfrm>
          <a:off x="1216025" y="4321175"/>
          <a:ext cx="2087563" cy="417513"/>
        </p:xfrm>
        <a:graphic>
          <a:graphicData uri="http://schemas.openxmlformats.org/presentationml/2006/ole">
            <mc:AlternateContent xmlns:mc="http://schemas.openxmlformats.org/markup-compatibility/2006">
              <mc:Choice xmlns:v="urn:schemas-microsoft-com:vml" Requires="v">
                <p:oleObj r:id="rId8" imgW="951865" imgH="190500" progId="Equation.DSMT4">
                  <p:embed/>
                </p:oleObj>
              </mc:Choice>
              <mc:Fallback>
                <p:oleObj r:id="rId8" imgW="951865" imgH="190500" progId="Equation.DSMT4">
                  <p:embed/>
                  <p:pic>
                    <p:nvPicPr>
                      <p:cNvPr id="0" name="图片 3526"/>
                      <p:cNvPicPr/>
                      <p:nvPr/>
                    </p:nvPicPr>
                    <p:blipFill>
                      <a:blip r:embed="rId9"/>
                      <a:stretch>
                        <a:fillRect/>
                      </a:stretch>
                    </p:blipFill>
                    <p:spPr>
                      <a:xfrm>
                        <a:off x="1216025" y="4321175"/>
                        <a:ext cx="2087563" cy="417513"/>
                      </a:xfrm>
                      <a:prstGeom prst="rect">
                        <a:avLst/>
                      </a:prstGeom>
                      <a:noFill/>
                      <a:ln w="38100">
                        <a:noFill/>
                        <a:miter/>
                      </a:ln>
                    </p:spPr>
                  </p:pic>
                </p:oleObj>
              </mc:Fallback>
            </mc:AlternateContent>
          </a:graphicData>
        </a:graphic>
      </p:graphicFrame>
      <p:graphicFrame>
        <p:nvGraphicFramePr>
          <p:cNvPr id="143373" name="Object 13"/>
          <p:cNvGraphicFramePr>
            <a:graphicFrameLocks noChangeAspect="1"/>
          </p:cNvGraphicFramePr>
          <p:nvPr/>
        </p:nvGraphicFramePr>
        <p:xfrm>
          <a:off x="1187450" y="4911725"/>
          <a:ext cx="6729413" cy="965200"/>
        </p:xfrm>
        <a:graphic>
          <a:graphicData uri="http://schemas.openxmlformats.org/presentationml/2006/ole">
            <mc:AlternateContent xmlns:mc="http://schemas.openxmlformats.org/markup-compatibility/2006">
              <mc:Choice xmlns:v="urn:schemas-microsoft-com:vml" Requires="v">
                <p:oleObj r:id="rId10" imgW="3365500" imgH="482600" progId="Equation.DSMT4">
                  <p:embed/>
                </p:oleObj>
              </mc:Choice>
              <mc:Fallback>
                <p:oleObj r:id="rId10" imgW="3365500" imgH="482600" progId="Equation.DSMT4">
                  <p:embed/>
                  <p:pic>
                    <p:nvPicPr>
                      <p:cNvPr id="0" name="图片 3529"/>
                      <p:cNvPicPr/>
                      <p:nvPr/>
                    </p:nvPicPr>
                    <p:blipFill>
                      <a:blip r:embed="rId11"/>
                      <a:stretch>
                        <a:fillRect/>
                      </a:stretch>
                    </p:blipFill>
                    <p:spPr>
                      <a:xfrm>
                        <a:off x="1187450" y="4911725"/>
                        <a:ext cx="6729413" cy="965200"/>
                      </a:xfrm>
                      <a:prstGeom prst="rect">
                        <a:avLst/>
                      </a:prstGeom>
                      <a:noFill/>
                      <a:ln w="38100">
                        <a:noFill/>
                        <a:miter/>
                      </a:ln>
                    </p:spPr>
                  </p:pic>
                </p:oleObj>
              </mc:Fallback>
            </mc:AlternateContent>
          </a:graphicData>
        </a:graphic>
      </p:graphicFrame>
      <p:sp>
        <p:nvSpPr>
          <p:cNvPr id="143374" name="Rectangle 15"/>
          <p:cNvSpPr/>
          <p:nvPr/>
        </p:nvSpPr>
        <p:spPr>
          <a:xfrm>
            <a:off x="228600" y="6426200"/>
            <a:ext cx="36131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李雅普诺夫方法在线性系统中应用</a:t>
            </a:r>
          </a:p>
        </p:txBody>
      </p:sp>
      <p:sp>
        <p:nvSpPr>
          <p:cNvPr id="143375" name="Rectangle 16"/>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143376" name="Text Box 17"/>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146434"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53</a:t>
            </a:fld>
            <a:endParaRPr lang="en-US" altLang="zh-CN" sz="1400" dirty="0"/>
          </a:p>
        </p:txBody>
      </p:sp>
      <p:grpSp>
        <p:nvGrpSpPr>
          <p:cNvPr id="146435" name="Group 2"/>
          <p:cNvGrpSpPr/>
          <p:nvPr/>
        </p:nvGrpSpPr>
        <p:grpSpPr>
          <a:xfrm>
            <a:off x="0" y="0"/>
            <a:ext cx="9144000" cy="6858000"/>
            <a:chOff x="0" y="0"/>
            <a:chExt cx="5760" cy="4320"/>
          </a:xfrm>
        </p:grpSpPr>
        <p:pic>
          <p:nvPicPr>
            <p:cNvPr id="146436"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146437"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146438" name="Rectangle 5"/>
          <p:cNvSpPr>
            <a:spLocks noGrp="1"/>
          </p:cNvSpPr>
          <p:nvPr>
            <p:ph idx="1"/>
          </p:nvPr>
        </p:nvSpPr>
        <p:spPr>
          <a:xfrm>
            <a:off x="250825" y="1196975"/>
            <a:ext cx="5588000" cy="647700"/>
          </a:xfrm>
          <a:ln/>
        </p:spPr>
        <p:txBody>
          <a:bodyPr vert="horz" wrap="square" lIns="91440" tIns="45720" rIns="91440" bIns="45720" anchor="t" anchorCtr="0"/>
          <a:lstStyle/>
          <a:p>
            <a:pPr lvl="2" eaLnBrk="1" hangingPunct="1">
              <a:buNone/>
            </a:pPr>
            <a:r>
              <a:rPr lang="zh-CN" altLang="en-US" dirty="0">
                <a:ea typeface="黑体" panose="02010609060101010101" pitchFamily="49" charset="-122"/>
              </a:rPr>
              <a:t>解上述矩阵方程，即得</a:t>
            </a:r>
          </a:p>
        </p:txBody>
      </p:sp>
      <p:sp>
        <p:nvSpPr>
          <p:cNvPr id="146439" name="Rectangle 6"/>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46440" name="Object 7"/>
          <p:cNvGraphicFramePr>
            <a:graphicFrameLocks noChangeAspect="1"/>
          </p:cNvGraphicFramePr>
          <p:nvPr/>
        </p:nvGraphicFramePr>
        <p:xfrm>
          <a:off x="2282825" y="1628775"/>
          <a:ext cx="4537075" cy="2298700"/>
        </p:xfrm>
        <a:graphic>
          <a:graphicData uri="http://schemas.openxmlformats.org/presentationml/2006/ole">
            <mc:AlternateContent xmlns:mc="http://schemas.openxmlformats.org/markup-compatibility/2006">
              <mc:Choice xmlns:v="urn:schemas-microsoft-com:vml" Requires="v">
                <p:oleObj r:id="rId4" imgW="2108200" imgH="1066800" progId="Equation.DSMT4">
                  <p:embed/>
                </p:oleObj>
              </mc:Choice>
              <mc:Fallback>
                <p:oleObj r:id="rId4" imgW="2108200" imgH="1066800" progId="Equation.DSMT4">
                  <p:embed/>
                  <p:pic>
                    <p:nvPicPr>
                      <p:cNvPr id="0" name="图片 3531"/>
                      <p:cNvPicPr/>
                      <p:nvPr/>
                    </p:nvPicPr>
                    <p:blipFill>
                      <a:blip r:embed="rId5"/>
                      <a:stretch>
                        <a:fillRect/>
                      </a:stretch>
                    </p:blipFill>
                    <p:spPr>
                      <a:xfrm>
                        <a:off x="2282825" y="1628775"/>
                        <a:ext cx="4537075" cy="2298700"/>
                      </a:xfrm>
                      <a:prstGeom prst="rect">
                        <a:avLst/>
                      </a:prstGeom>
                      <a:noFill/>
                      <a:ln w="38100">
                        <a:noFill/>
                        <a:miter/>
                      </a:ln>
                    </p:spPr>
                  </p:pic>
                </p:oleObj>
              </mc:Fallback>
            </mc:AlternateContent>
          </a:graphicData>
        </a:graphic>
      </p:graphicFrame>
      <p:sp>
        <p:nvSpPr>
          <p:cNvPr id="146441" name="Rectangle 8"/>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46442" name="Object 9"/>
          <p:cNvGraphicFramePr>
            <a:graphicFrameLocks noChangeAspect="1"/>
          </p:cNvGraphicFramePr>
          <p:nvPr/>
        </p:nvGraphicFramePr>
        <p:xfrm>
          <a:off x="2700338" y="4005263"/>
          <a:ext cx="3671887" cy="1924050"/>
        </p:xfrm>
        <a:graphic>
          <a:graphicData uri="http://schemas.openxmlformats.org/presentationml/2006/ole">
            <mc:AlternateContent xmlns:mc="http://schemas.openxmlformats.org/markup-compatibility/2006">
              <mc:Choice xmlns:v="urn:schemas-microsoft-com:vml" Requires="v">
                <p:oleObj r:id="rId6" imgW="1600200" imgH="838200" progId="Equation.DSMT4">
                  <p:embed/>
                </p:oleObj>
              </mc:Choice>
              <mc:Fallback>
                <p:oleObj r:id="rId6" imgW="1600200" imgH="838200" progId="Equation.DSMT4">
                  <p:embed/>
                  <p:pic>
                    <p:nvPicPr>
                      <p:cNvPr id="0" name="图片 3532"/>
                      <p:cNvPicPr/>
                      <p:nvPr/>
                    </p:nvPicPr>
                    <p:blipFill>
                      <a:blip r:embed="rId7"/>
                      <a:stretch>
                        <a:fillRect/>
                      </a:stretch>
                    </p:blipFill>
                    <p:spPr>
                      <a:xfrm>
                        <a:off x="2700338" y="4005263"/>
                        <a:ext cx="3671887" cy="1924050"/>
                      </a:xfrm>
                      <a:prstGeom prst="rect">
                        <a:avLst/>
                      </a:prstGeom>
                      <a:noFill/>
                      <a:ln w="38100">
                        <a:noFill/>
                        <a:miter/>
                      </a:ln>
                    </p:spPr>
                  </p:pic>
                </p:oleObj>
              </mc:Fallback>
            </mc:AlternateContent>
          </a:graphicData>
        </a:graphic>
      </p:graphicFrame>
      <p:sp>
        <p:nvSpPr>
          <p:cNvPr id="146443" name="Rectangle 10"/>
          <p:cNvSpPr/>
          <p:nvPr/>
        </p:nvSpPr>
        <p:spPr>
          <a:xfrm>
            <a:off x="228600" y="6426200"/>
            <a:ext cx="36131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李雅普诺夫方法在线性系统中应用</a:t>
            </a:r>
          </a:p>
        </p:txBody>
      </p:sp>
      <p:sp>
        <p:nvSpPr>
          <p:cNvPr id="146444" name="Rectangle 11"/>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146445" name="Text Box 12"/>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148482"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54</a:t>
            </a:fld>
            <a:endParaRPr lang="en-US" altLang="zh-CN" sz="1400" dirty="0"/>
          </a:p>
        </p:txBody>
      </p:sp>
      <p:grpSp>
        <p:nvGrpSpPr>
          <p:cNvPr id="148483" name="Group 2"/>
          <p:cNvGrpSpPr/>
          <p:nvPr/>
        </p:nvGrpSpPr>
        <p:grpSpPr>
          <a:xfrm>
            <a:off x="0" y="0"/>
            <a:ext cx="9144000" cy="6858000"/>
            <a:chOff x="0" y="0"/>
            <a:chExt cx="5760" cy="4320"/>
          </a:xfrm>
        </p:grpSpPr>
        <p:pic>
          <p:nvPicPr>
            <p:cNvPr id="148484"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148485"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148486" name="Rectangle 5"/>
          <p:cNvSpPr>
            <a:spLocks noGrp="1"/>
          </p:cNvSpPr>
          <p:nvPr>
            <p:ph idx="1"/>
          </p:nvPr>
        </p:nvSpPr>
        <p:spPr>
          <a:xfrm>
            <a:off x="352425" y="1412875"/>
            <a:ext cx="8540750" cy="3960813"/>
          </a:xfrm>
          <a:ln/>
        </p:spPr>
        <p:txBody>
          <a:bodyPr vert="horz" wrap="square" lIns="91440" tIns="45720" rIns="91440" bIns="45720" anchor="t" anchorCtr="0"/>
          <a:lstStyle/>
          <a:p>
            <a:pPr lvl="1" eaLnBrk="1" hangingPunct="1">
              <a:lnSpc>
                <a:spcPct val="90000"/>
              </a:lnSpc>
              <a:buNone/>
            </a:pPr>
            <a:r>
              <a:rPr lang="zh-CN" altLang="en-US" sz="2400" dirty="0">
                <a:ea typeface="黑体" panose="02010609060101010101" pitchFamily="49" charset="-122"/>
              </a:rPr>
              <a:t>因为</a:t>
            </a:r>
          </a:p>
          <a:p>
            <a:pPr lvl="2" eaLnBrk="1" hangingPunct="1">
              <a:lnSpc>
                <a:spcPct val="90000"/>
              </a:lnSpc>
              <a:buNone/>
            </a:pPr>
            <a:endParaRPr lang="zh-CN" altLang="en-US" dirty="0">
              <a:ea typeface="黑体" panose="02010609060101010101" pitchFamily="49" charset="-122"/>
            </a:endParaRPr>
          </a:p>
          <a:p>
            <a:pPr lvl="2" eaLnBrk="1" hangingPunct="1">
              <a:lnSpc>
                <a:spcPct val="90000"/>
              </a:lnSpc>
              <a:buNone/>
            </a:pPr>
            <a:endParaRPr lang="zh-CN" altLang="en-US" dirty="0">
              <a:ea typeface="黑体" panose="02010609060101010101" pitchFamily="49" charset="-122"/>
            </a:endParaRPr>
          </a:p>
          <a:p>
            <a:pPr lvl="2" eaLnBrk="1" hangingPunct="1">
              <a:lnSpc>
                <a:spcPct val="90000"/>
              </a:lnSpc>
              <a:buNone/>
            </a:pPr>
            <a:endParaRPr lang="zh-CN" altLang="en-US" dirty="0">
              <a:ea typeface="黑体" panose="02010609060101010101" pitchFamily="49" charset="-122"/>
            </a:endParaRPr>
          </a:p>
          <a:p>
            <a:pPr lvl="2" eaLnBrk="1" hangingPunct="1">
              <a:lnSpc>
                <a:spcPct val="90000"/>
              </a:lnSpc>
              <a:buNone/>
            </a:pPr>
            <a:endParaRPr lang="zh-CN" altLang="en-US" dirty="0">
              <a:ea typeface="黑体" panose="02010609060101010101" pitchFamily="49" charset="-122"/>
            </a:endParaRPr>
          </a:p>
          <a:p>
            <a:pPr lvl="2" eaLnBrk="1" hangingPunct="1">
              <a:lnSpc>
                <a:spcPct val="90000"/>
              </a:lnSpc>
              <a:buNone/>
            </a:pPr>
            <a:endParaRPr lang="zh-CN" altLang="en-US" dirty="0">
              <a:ea typeface="黑体" panose="02010609060101010101" pitchFamily="49" charset="-122"/>
            </a:endParaRPr>
          </a:p>
          <a:p>
            <a:pPr lvl="1" eaLnBrk="1" hangingPunct="1">
              <a:lnSpc>
                <a:spcPct val="90000"/>
              </a:lnSpc>
              <a:buNone/>
            </a:pPr>
            <a:endParaRPr lang="zh-CN" altLang="en-US" sz="2400" dirty="0">
              <a:ea typeface="黑体" panose="02010609060101010101" pitchFamily="49" charset="-122"/>
            </a:endParaRPr>
          </a:p>
          <a:p>
            <a:pPr lvl="1" eaLnBrk="1" hangingPunct="1">
              <a:lnSpc>
                <a:spcPct val="90000"/>
              </a:lnSpc>
              <a:buNone/>
            </a:pPr>
            <a:endParaRPr lang="zh-CN" altLang="en-US" sz="2400" dirty="0">
              <a:ea typeface="黑体" panose="02010609060101010101" pitchFamily="49" charset="-122"/>
            </a:endParaRPr>
          </a:p>
          <a:p>
            <a:pPr lvl="1" eaLnBrk="1" hangingPunct="1">
              <a:lnSpc>
                <a:spcPct val="90000"/>
              </a:lnSpc>
              <a:buNone/>
            </a:pPr>
            <a:r>
              <a:rPr lang="zh-CN" altLang="en-US" sz="2400" dirty="0">
                <a:ea typeface="黑体" panose="02010609060101010101" pitchFamily="49" charset="-122"/>
              </a:rPr>
              <a:t>                                      </a:t>
            </a:r>
          </a:p>
        </p:txBody>
      </p:sp>
      <p:sp>
        <p:nvSpPr>
          <p:cNvPr id="148487" name="Rectangle 6"/>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48488" name="Object 7"/>
          <p:cNvGraphicFramePr>
            <a:graphicFrameLocks noChangeAspect="1"/>
          </p:cNvGraphicFramePr>
          <p:nvPr/>
        </p:nvGraphicFramePr>
        <p:xfrm>
          <a:off x="1258888" y="2195513"/>
          <a:ext cx="6583362" cy="1809750"/>
        </p:xfrm>
        <a:graphic>
          <a:graphicData uri="http://schemas.openxmlformats.org/presentationml/2006/ole">
            <mc:AlternateContent xmlns:mc="http://schemas.openxmlformats.org/markup-compatibility/2006">
              <mc:Choice xmlns:v="urn:schemas-microsoft-com:vml" Requires="v">
                <p:oleObj r:id="rId4" imgW="3048000" imgH="838200" progId="Equation.DSMT4">
                  <p:embed/>
                </p:oleObj>
              </mc:Choice>
              <mc:Fallback>
                <p:oleObj r:id="rId4" imgW="3048000" imgH="838200" progId="Equation.DSMT4">
                  <p:embed/>
                  <p:pic>
                    <p:nvPicPr>
                      <p:cNvPr id="0" name="图片 3533"/>
                      <p:cNvPicPr/>
                      <p:nvPr/>
                    </p:nvPicPr>
                    <p:blipFill>
                      <a:blip r:embed="rId5"/>
                      <a:stretch>
                        <a:fillRect/>
                      </a:stretch>
                    </p:blipFill>
                    <p:spPr>
                      <a:xfrm>
                        <a:off x="1258888" y="2195513"/>
                        <a:ext cx="6583362" cy="1809750"/>
                      </a:xfrm>
                      <a:prstGeom prst="rect">
                        <a:avLst/>
                      </a:prstGeom>
                      <a:noFill/>
                      <a:ln w="38100">
                        <a:noFill/>
                        <a:miter/>
                      </a:ln>
                    </p:spPr>
                  </p:pic>
                </p:oleObj>
              </mc:Fallback>
            </mc:AlternateContent>
          </a:graphicData>
        </a:graphic>
      </p:graphicFrame>
      <p:sp>
        <p:nvSpPr>
          <p:cNvPr id="148489" name="Rectangle 8"/>
          <p:cNvSpPr/>
          <p:nvPr/>
        </p:nvSpPr>
        <p:spPr>
          <a:xfrm>
            <a:off x="228600" y="6426200"/>
            <a:ext cx="36131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李雅普诺夫方法在线性系统中应用</a:t>
            </a:r>
          </a:p>
        </p:txBody>
      </p:sp>
      <p:sp>
        <p:nvSpPr>
          <p:cNvPr id="148490" name="Rectangle 9"/>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148491" name="Text Box 10"/>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149506"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55</a:t>
            </a:fld>
            <a:endParaRPr lang="en-US" altLang="zh-CN" sz="1400" dirty="0"/>
          </a:p>
        </p:txBody>
      </p:sp>
      <p:grpSp>
        <p:nvGrpSpPr>
          <p:cNvPr id="149507" name="Group 2"/>
          <p:cNvGrpSpPr/>
          <p:nvPr/>
        </p:nvGrpSpPr>
        <p:grpSpPr>
          <a:xfrm>
            <a:off x="0" y="0"/>
            <a:ext cx="9144000" cy="6858000"/>
            <a:chOff x="0" y="0"/>
            <a:chExt cx="5760" cy="4320"/>
          </a:xfrm>
        </p:grpSpPr>
        <p:pic>
          <p:nvPicPr>
            <p:cNvPr id="149508"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149509"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149510" name="Rectangle 5"/>
          <p:cNvSpPr>
            <a:spLocks noGrp="1"/>
          </p:cNvSpPr>
          <p:nvPr>
            <p:ph idx="1"/>
          </p:nvPr>
        </p:nvSpPr>
        <p:spPr>
          <a:xfrm>
            <a:off x="352425" y="1412875"/>
            <a:ext cx="8540750" cy="3960813"/>
          </a:xfrm>
          <a:ln/>
        </p:spPr>
        <p:txBody>
          <a:bodyPr vert="horz" wrap="square" lIns="91440" tIns="45720" rIns="91440" bIns="45720" anchor="t" anchorCtr="0"/>
          <a:lstStyle/>
          <a:p>
            <a:pPr lvl="1" eaLnBrk="1" hangingPunct="1">
              <a:lnSpc>
                <a:spcPct val="90000"/>
              </a:lnSpc>
              <a:buNone/>
            </a:pPr>
            <a:r>
              <a:rPr lang="zh-CN" altLang="en-US" sz="2400" dirty="0">
                <a:ea typeface="黑体" panose="02010609060101010101" pitchFamily="49" charset="-122"/>
              </a:rPr>
              <a:t>因为</a:t>
            </a:r>
          </a:p>
          <a:p>
            <a:pPr lvl="2" eaLnBrk="1" hangingPunct="1">
              <a:lnSpc>
                <a:spcPct val="90000"/>
              </a:lnSpc>
              <a:buNone/>
            </a:pPr>
            <a:endParaRPr lang="zh-CN" altLang="en-US" dirty="0">
              <a:ea typeface="黑体" panose="02010609060101010101" pitchFamily="49" charset="-122"/>
            </a:endParaRPr>
          </a:p>
          <a:p>
            <a:pPr lvl="2" eaLnBrk="1" hangingPunct="1">
              <a:lnSpc>
                <a:spcPct val="90000"/>
              </a:lnSpc>
              <a:buNone/>
            </a:pPr>
            <a:endParaRPr lang="zh-CN" altLang="en-US" dirty="0">
              <a:ea typeface="黑体" panose="02010609060101010101" pitchFamily="49" charset="-122"/>
            </a:endParaRPr>
          </a:p>
          <a:p>
            <a:pPr lvl="2" eaLnBrk="1" hangingPunct="1">
              <a:lnSpc>
                <a:spcPct val="90000"/>
              </a:lnSpc>
              <a:buNone/>
            </a:pPr>
            <a:endParaRPr lang="zh-CN" altLang="en-US" dirty="0">
              <a:ea typeface="黑体" panose="02010609060101010101" pitchFamily="49" charset="-122"/>
            </a:endParaRPr>
          </a:p>
          <a:p>
            <a:pPr lvl="2" eaLnBrk="1" hangingPunct="1">
              <a:lnSpc>
                <a:spcPct val="90000"/>
              </a:lnSpc>
              <a:buNone/>
            </a:pPr>
            <a:endParaRPr lang="zh-CN" altLang="en-US" dirty="0">
              <a:ea typeface="黑体" panose="02010609060101010101" pitchFamily="49" charset="-122"/>
            </a:endParaRPr>
          </a:p>
          <a:p>
            <a:pPr lvl="2" eaLnBrk="1" hangingPunct="1">
              <a:lnSpc>
                <a:spcPct val="90000"/>
              </a:lnSpc>
              <a:buNone/>
            </a:pPr>
            <a:endParaRPr lang="zh-CN" altLang="en-US" dirty="0">
              <a:ea typeface="黑体" panose="02010609060101010101" pitchFamily="49" charset="-122"/>
            </a:endParaRPr>
          </a:p>
          <a:p>
            <a:pPr lvl="1" eaLnBrk="1" hangingPunct="1">
              <a:lnSpc>
                <a:spcPct val="90000"/>
              </a:lnSpc>
              <a:buNone/>
            </a:pPr>
            <a:endParaRPr lang="zh-CN" altLang="en-US" sz="2400" dirty="0">
              <a:ea typeface="黑体" panose="02010609060101010101" pitchFamily="49" charset="-122"/>
            </a:endParaRPr>
          </a:p>
          <a:p>
            <a:pPr lvl="1" eaLnBrk="1" hangingPunct="1">
              <a:lnSpc>
                <a:spcPct val="90000"/>
              </a:lnSpc>
              <a:buNone/>
            </a:pPr>
            <a:endParaRPr lang="zh-CN" altLang="en-US" sz="2400" dirty="0">
              <a:ea typeface="黑体" panose="02010609060101010101" pitchFamily="49" charset="-122"/>
            </a:endParaRPr>
          </a:p>
          <a:p>
            <a:pPr lvl="1" eaLnBrk="1" hangingPunct="1">
              <a:lnSpc>
                <a:spcPct val="90000"/>
              </a:lnSpc>
              <a:buNone/>
            </a:pPr>
            <a:r>
              <a:rPr lang="zh-CN" altLang="en-US" sz="2400" dirty="0">
                <a:ea typeface="黑体" panose="02010609060101010101" pitchFamily="49" charset="-122"/>
              </a:rPr>
              <a:t>可知</a:t>
            </a:r>
            <a:r>
              <a:rPr lang="en-US" altLang="zh-CN" sz="2400" i="1" dirty="0">
                <a:latin typeface="Times New Roman" panose="02020603050405020304" pitchFamily="18" charset="0"/>
                <a:ea typeface="黑体" panose="02010609060101010101" pitchFamily="49" charset="-122"/>
              </a:rPr>
              <a:t>P</a:t>
            </a:r>
            <a:r>
              <a:rPr lang="zh-CN" altLang="en-US" sz="2400" dirty="0">
                <a:ea typeface="黑体" panose="02010609060101010101" pitchFamily="49" charset="-122"/>
              </a:rPr>
              <a:t>是正定的。因此系统在原点处是大范围渐近稳定的。 </a:t>
            </a:r>
          </a:p>
        </p:txBody>
      </p:sp>
      <p:sp>
        <p:nvSpPr>
          <p:cNvPr id="149511" name="Rectangle 6"/>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49512" name="Object 7"/>
          <p:cNvGraphicFramePr>
            <a:graphicFrameLocks noChangeAspect="1"/>
          </p:cNvGraphicFramePr>
          <p:nvPr/>
        </p:nvGraphicFramePr>
        <p:xfrm>
          <a:off x="1258888" y="2195513"/>
          <a:ext cx="6583362" cy="1809750"/>
        </p:xfrm>
        <a:graphic>
          <a:graphicData uri="http://schemas.openxmlformats.org/presentationml/2006/ole">
            <mc:AlternateContent xmlns:mc="http://schemas.openxmlformats.org/markup-compatibility/2006">
              <mc:Choice xmlns:v="urn:schemas-microsoft-com:vml" Requires="v">
                <p:oleObj r:id="rId4" imgW="3048000" imgH="838200" progId="Equation.DSMT4">
                  <p:embed/>
                </p:oleObj>
              </mc:Choice>
              <mc:Fallback>
                <p:oleObj r:id="rId4" imgW="3048000" imgH="838200" progId="Equation.DSMT4">
                  <p:embed/>
                  <p:pic>
                    <p:nvPicPr>
                      <p:cNvPr id="0" name="图片 3534"/>
                      <p:cNvPicPr/>
                      <p:nvPr/>
                    </p:nvPicPr>
                    <p:blipFill>
                      <a:blip r:embed="rId5"/>
                      <a:stretch>
                        <a:fillRect/>
                      </a:stretch>
                    </p:blipFill>
                    <p:spPr>
                      <a:xfrm>
                        <a:off x="1258888" y="2195513"/>
                        <a:ext cx="6583362" cy="1809750"/>
                      </a:xfrm>
                      <a:prstGeom prst="rect">
                        <a:avLst/>
                      </a:prstGeom>
                      <a:noFill/>
                      <a:ln w="38100">
                        <a:noFill/>
                        <a:miter/>
                      </a:ln>
                    </p:spPr>
                  </p:pic>
                </p:oleObj>
              </mc:Fallback>
            </mc:AlternateContent>
          </a:graphicData>
        </a:graphic>
      </p:graphicFrame>
      <p:sp>
        <p:nvSpPr>
          <p:cNvPr id="149513" name="Rectangle 8"/>
          <p:cNvSpPr/>
          <p:nvPr/>
        </p:nvSpPr>
        <p:spPr>
          <a:xfrm>
            <a:off x="228600" y="6426200"/>
            <a:ext cx="36131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李雅普诺夫方法在线性系统中应用</a:t>
            </a:r>
          </a:p>
        </p:txBody>
      </p:sp>
      <p:sp>
        <p:nvSpPr>
          <p:cNvPr id="149514" name="Rectangle 9"/>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149515" name="Text Box 10"/>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150530"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56</a:t>
            </a:fld>
            <a:endParaRPr lang="en-US" altLang="zh-CN" sz="1400" dirty="0"/>
          </a:p>
        </p:txBody>
      </p:sp>
      <p:grpSp>
        <p:nvGrpSpPr>
          <p:cNvPr id="150531" name="Group 2"/>
          <p:cNvGrpSpPr/>
          <p:nvPr/>
        </p:nvGrpSpPr>
        <p:grpSpPr>
          <a:xfrm>
            <a:off x="0" y="0"/>
            <a:ext cx="9144000" cy="6858000"/>
            <a:chOff x="0" y="0"/>
            <a:chExt cx="5760" cy="4320"/>
          </a:xfrm>
        </p:grpSpPr>
        <p:pic>
          <p:nvPicPr>
            <p:cNvPr id="150532"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150533"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150534" name="Rectangle 5"/>
          <p:cNvSpPr>
            <a:spLocks noGrp="1"/>
          </p:cNvSpPr>
          <p:nvPr>
            <p:ph type="title"/>
          </p:nvPr>
        </p:nvSpPr>
        <p:spPr>
          <a:xfrm>
            <a:off x="250825" y="1052513"/>
            <a:ext cx="3889375" cy="606425"/>
          </a:xfrm>
          <a:ln/>
        </p:spPr>
        <p:txBody>
          <a:bodyPr vert="horz" wrap="square" lIns="91440" tIns="45720" rIns="91440" bIns="45720" anchor="ctr" anchorCtr="0"/>
          <a:lstStyle/>
          <a:p>
            <a:pPr algn="l" eaLnBrk="1" hangingPunct="1"/>
            <a:r>
              <a:rPr lang="en-US" altLang="zh-CN" dirty="0">
                <a:ea typeface="黑体" panose="02010609060101010101" pitchFamily="49" charset="-122"/>
              </a:rPr>
              <a:t> </a:t>
            </a:r>
            <a:r>
              <a:rPr lang="zh-CN" altLang="en-US" sz="2400" dirty="0">
                <a:solidFill>
                  <a:srgbClr val="A50021"/>
                </a:solidFill>
                <a:ea typeface="黑体" panose="02010609060101010101" pitchFamily="49" charset="-122"/>
              </a:rPr>
              <a:t>定理</a:t>
            </a:r>
            <a:r>
              <a:rPr lang="en-US" altLang="zh-CN" sz="2400" dirty="0">
                <a:solidFill>
                  <a:srgbClr val="A50021"/>
                </a:solidFill>
                <a:ea typeface="黑体" panose="02010609060101010101" pitchFamily="49" charset="-122"/>
              </a:rPr>
              <a:t>5.3.2</a:t>
            </a:r>
            <a:r>
              <a:rPr lang="en-US" altLang="zh-CN" dirty="0">
                <a:ea typeface="黑体" panose="02010609060101010101" pitchFamily="49" charset="-122"/>
              </a:rPr>
              <a:t> </a:t>
            </a:r>
            <a:r>
              <a:rPr lang="zh-CN" altLang="en-US" sz="2400" dirty="0">
                <a:ea typeface="黑体" panose="02010609060101010101" pitchFamily="49" charset="-122"/>
              </a:rPr>
              <a:t>（离散情形）</a:t>
            </a:r>
          </a:p>
        </p:txBody>
      </p:sp>
      <p:sp>
        <p:nvSpPr>
          <p:cNvPr id="150535" name="Rectangle 6"/>
          <p:cNvSpPr>
            <a:spLocks noGrp="1"/>
          </p:cNvSpPr>
          <p:nvPr>
            <p:ph idx="1"/>
          </p:nvPr>
        </p:nvSpPr>
        <p:spPr>
          <a:xfrm>
            <a:off x="352425" y="1844675"/>
            <a:ext cx="8791575" cy="4537075"/>
          </a:xfrm>
          <a:ln/>
        </p:spPr>
        <p:txBody>
          <a:bodyPr vert="horz" wrap="square" lIns="91440" tIns="45720" rIns="91440" bIns="45720" anchor="t" anchorCtr="0"/>
          <a:lstStyle/>
          <a:p>
            <a:pPr eaLnBrk="1" hangingPunct="1">
              <a:spcBef>
                <a:spcPct val="45000"/>
              </a:spcBef>
              <a:buNone/>
            </a:pPr>
            <a:r>
              <a:rPr lang="en-US" altLang="zh-CN" sz="2400" dirty="0">
                <a:ea typeface="黑体" panose="02010609060101010101" pitchFamily="49" charset="-122"/>
              </a:rPr>
              <a:t>      </a:t>
            </a:r>
            <a:r>
              <a:rPr lang="zh-CN" altLang="en-US" sz="2400" dirty="0">
                <a:ea typeface="黑体" panose="02010609060101010101" pitchFamily="49" charset="-122"/>
              </a:rPr>
              <a:t>设                        </a:t>
            </a:r>
            <a:r>
              <a:rPr lang="en-US" altLang="zh-CN" sz="2400" dirty="0">
                <a:ea typeface="黑体" panose="02010609060101010101" pitchFamily="49" charset="-122"/>
              </a:rPr>
              <a:t>,</a:t>
            </a:r>
          </a:p>
          <a:p>
            <a:pPr eaLnBrk="1" hangingPunct="1">
              <a:spcBef>
                <a:spcPct val="45000"/>
              </a:spcBef>
              <a:buNone/>
            </a:pPr>
            <a:r>
              <a:rPr lang="en-US" altLang="zh-CN" sz="2400" dirty="0">
                <a:ea typeface="黑体" panose="02010609060101010101" pitchFamily="49" charset="-122"/>
              </a:rPr>
              <a:t>      </a:t>
            </a:r>
            <a:r>
              <a:rPr lang="zh-CN" altLang="en-US" sz="2400" dirty="0">
                <a:ea typeface="黑体" panose="02010609060101010101" pitchFamily="49" charset="-122"/>
              </a:rPr>
              <a:t>则系统在原点为渐近稳定的充分必要条件是方程</a:t>
            </a:r>
          </a:p>
          <a:p>
            <a:pPr lvl="1" eaLnBrk="1" hangingPunct="1">
              <a:spcBef>
                <a:spcPct val="45000"/>
              </a:spcBef>
              <a:buNone/>
            </a:pPr>
            <a:r>
              <a:rPr lang="zh-CN" altLang="en-US" sz="2400" dirty="0">
                <a:ea typeface="黑体" panose="02010609060101010101" pitchFamily="49" charset="-122"/>
              </a:rPr>
              <a:t>                      ，                              </a:t>
            </a:r>
          </a:p>
          <a:p>
            <a:pPr lvl="1" eaLnBrk="1" hangingPunct="1">
              <a:spcBef>
                <a:spcPct val="45000"/>
              </a:spcBef>
              <a:buNone/>
            </a:pPr>
            <a:r>
              <a:rPr lang="zh-CN" altLang="en-US" sz="2400" dirty="0">
                <a:ea typeface="黑体" panose="02010609060101010101" pitchFamily="49" charset="-122"/>
              </a:rPr>
              <a:t>存在唯一正定对称解        。 </a:t>
            </a:r>
          </a:p>
          <a:p>
            <a:pPr lvl="1" eaLnBrk="1" hangingPunct="1">
              <a:spcBef>
                <a:spcPct val="45000"/>
              </a:spcBef>
              <a:buNone/>
            </a:pPr>
            <a:endParaRPr lang="zh-CN" altLang="en-US" sz="2400" dirty="0">
              <a:ea typeface="黑体" panose="02010609060101010101" pitchFamily="49" charset="-122"/>
            </a:endParaRPr>
          </a:p>
          <a:p>
            <a:pPr lvl="1" eaLnBrk="1" hangingPunct="1">
              <a:spcBef>
                <a:spcPct val="45000"/>
              </a:spcBef>
              <a:buNone/>
            </a:pPr>
            <a:r>
              <a:rPr lang="zh-CN" altLang="en-US" sz="2400" dirty="0">
                <a:ea typeface="黑体" panose="02010609060101010101" pitchFamily="49" charset="-122"/>
              </a:rPr>
              <a:t>如果                          	                                 沿任一解</a:t>
            </a:r>
          </a:p>
          <a:p>
            <a:pPr lvl="1" eaLnBrk="1" hangingPunct="1">
              <a:spcBef>
                <a:spcPct val="45000"/>
              </a:spcBef>
              <a:buNone/>
            </a:pPr>
            <a:r>
              <a:rPr lang="zh-CN" altLang="en-US" sz="2400" dirty="0">
                <a:ea typeface="黑体" panose="02010609060101010101" pitchFamily="49" charset="-122"/>
              </a:rPr>
              <a:t>的序列不恒等于零，则      可取半正定的。</a:t>
            </a:r>
          </a:p>
        </p:txBody>
      </p:sp>
      <p:sp>
        <p:nvSpPr>
          <p:cNvPr id="150536" name="Rectangle 7"/>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50537" name="Object 8"/>
          <p:cNvGraphicFramePr>
            <a:graphicFrameLocks noChangeAspect="1"/>
          </p:cNvGraphicFramePr>
          <p:nvPr/>
        </p:nvGraphicFramePr>
        <p:xfrm>
          <a:off x="1289050" y="1900238"/>
          <a:ext cx="1979613" cy="395287"/>
        </p:xfrm>
        <a:graphic>
          <a:graphicData uri="http://schemas.openxmlformats.org/presentationml/2006/ole">
            <mc:AlternateContent xmlns:mc="http://schemas.openxmlformats.org/markup-compatibility/2006">
              <mc:Choice xmlns:v="urn:schemas-microsoft-com:vml" Requires="v">
                <p:oleObj r:id="rId4" imgW="1016000" imgH="203200" progId="Equation.DSMT4">
                  <p:embed/>
                </p:oleObj>
              </mc:Choice>
              <mc:Fallback>
                <p:oleObj r:id="rId4" imgW="1016000" imgH="203200" progId="Equation.DSMT4">
                  <p:embed/>
                  <p:pic>
                    <p:nvPicPr>
                      <p:cNvPr id="0" name="图片 3540"/>
                      <p:cNvPicPr/>
                      <p:nvPr/>
                    </p:nvPicPr>
                    <p:blipFill>
                      <a:blip r:embed="rId5"/>
                      <a:stretch>
                        <a:fillRect/>
                      </a:stretch>
                    </p:blipFill>
                    <p:spPr>
                      <a:xfrm>
                        <a:off x="1289050" y="1900238"/>
                        <a:ext cx="1979613" cy="395287"/>
                      </a:xfrm>
                      <a:prstGeom prst="rect">
                        <a:avLst/>
                      </a:prstGeom>
                      <a:noFill/>
                      <a:ln w="38100">
                        <a:noFill/>
                        <a:miter/>
                      </a:ln>
                    </p:spPr>
                  </p:pic>
                </p:oleObj>
              </mc:Fallback>
            </mc:AlternateContent>
          </a:graphicData>
        </a:graphic>
      </p:graphicFrame>
      <p:sp>
        <p:nvSpPr>
          <p:cNvPr id="150538" name="Rectangle 9"/>
          <p:cNvSpPr/>
          <p:nvPr/>
        </p:nvSpPr>
        <p:spPr>
          <a:xfrm>
            <a:off x="0" y="331470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50539" name="Object 10"/>
          <p:cNvGraphicFramePr>
            <a:graphicFrameLocks noChangeAspect="1"/>
          </p:cNvGraphicFramePr>
          <p:nvPr/>
        </p:nvGraphicFramePr>
        <p:xfrm>
          <a:off x="3767138" y="1847850"/>
          <a:ext cx="2976562" cy="431800"/>
        </p:xfrm>
        <a:graphic>
          <a:graphicData uri="http://schemas.openxmlformats.org/presentationml/2006/ole">
            <mc:AlternateContent xmlns:mc="http://schemas.openxmlformats.org/markup-compatibility/2006">
              <mc:Choice xmlns:v="urn:schemas-microsoft-com:vml" Requires="v">
                <p:oleObj r:id="rId6" imgW="1574800" imgH="228600" progId="Equation.DSMT4">
                  <p:embed/>
                </p:oleObj>
              </mc:Choice>
              <mc:Fallback>
                <p:oleObj r:id="rId6" imgW="1574800" imgH="228600" progId="Equation.DSMT4">
                  <p:embed/>
                  <p:pic>
                    <p:nvPicPr>
                      <p:cNvPr id="0" name="图片 3536"/>
                      <p:cNvPicPr/>
                      <p:nvPr/>
                    </p:nvPicPr>
                    <p:blipFill>
                      <a:blip r:embed="rId7"/>
                      <a:stretch>
                        <a:fillRect/>
                      </a:stretch>
                    </p:blipFill>
                    <p:spPr>
                      <a:xfrm>
                        <a:off x="3767138" y="1847850"/>
                        <a:ext cx="2976562" cy="431800"/>
                      </a:xfrm>
                      <a:prstGeom prst="rect">
                        <a:avLst/>
                      </a:prstGeom>
                      <a:noFill/>
                      <a:ln w="38100">
                        <a:noFill/>
                        <a:miter/>
                      </a:ln>
                    </p:spPr>
                  </p:pic>
                </p:oleObj>
              </mc:Fallback>
            </mc:AlternateContent>
          </a:graphicData>
        </a:graphic>
      </p:graphicFrame>
      <p:sp>
        <p:nvSpPr>
          <p:cNvPr id="150540" name="Rectangle 11"/>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50541" name="Object 12"/>
          <p:cNvGraphicFramePr>
            <a:graphicFrameLocks noChangeAspect="1"/>
          </p:cNvGraphicFramePr>
          <p:nvPr/>
        </p:nvGraphicFramePr>
        <p:xfrm>
          <a:off x="900113" y="2924175"/>
          <a:ext cx="1892300" cy="420688"/>
        </p:xfrm>
        <a:graphic>
          <a:graphicData uri="http://schemas.openxmlformats.org/presentationml/2006/ole">
            <mc:AlternateContent xmlns:mc="http://schemas.openxmlformats.org/markup-compatibility/2006">
              <mc:Choice xmlns:v="urn:schemas-microsoft-com:vml" Requires="v">
                <p:oleObj r:id="rId8" imgW="1028700" imgH="228600" progId="Equation.DSMT4">
                  <p:embed/>
                </p:oleObj>
              </mc:Choice>
              <mc:Fallback>
                <p:oleObj r:id="rId8" imgW="1028700" imgH="228600" progId="Equation.DSMT4">
                  <p:embed/>
                  <p:pic>
                    <p:nvPicPr>
                      <p:cNvPr id="0" name="图片 3535"/>
                      <p:cNvPicPr/>
                      <p:nvPr/>
                    </p:nvPicPr>
                    <p:blipFill>
                      <a:blip r:embed="rId9"/>
                      <a:stretch>
                        <a:fillRect/>
                      </a:stretch>
                    </p:blipFill>
                    <p:spPr>
                      <a:xfrm>
                        <a:off x="900113" y="2924175"/>
                        <a:ext cx="1892300" cy="420688"/>
                      </a:xfrm>
                      <a:prstGeom prst="rect">
                        <a:avLst/>
                      </a:prstGeom>
                      <a:noFill/>
                      <a:ln w="38100">
                        <a:noFill/>
                        <a:miter/>
                      </a:ln>
                    </p:spPr>
                  </p:pic>
                </p:oleObj>
              </mc:Fallback>
            </mc:AlternateContent>
          </a:graphicData>
        </a:graphic>
      </p:graphicFrame>
      <p:sp>
        <p:nvSpPr>
          <p:cNvPr id="150542" name="Rectangle 13"/>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50543" name="Object 14"/>
          <p:cNvGraphicFramePr>
            <a:graphicFrameLocks noChangeAspect="1"/>
          </p:cNvGraphicFramePr>
          <p:nvPr/>
        </p:nvGraphicFramePr>
        <p:xfrm>
          <a:off x="3098800" y="2954338"/>
          <a:ext cx="968375" cy="377825"/>
        </p:xfrm>
        <a:graphic>
          <a:graphicData uri="http://schemas.openxmlformats.org/presentationml/2006/ole">
            <mc:AlternateContent xmlns:mc="http://schemas.openxmlformats.org/markup-compatibility/2006">
              <mc:Choice xmlns:v="urn:schemas-microsoft-com:vml" Requires="v">
                <p:oleObj r:id="rId10" imgW="520700" imgH="203200" progId="Equation.DSMT4">
                  <p:embed/>
                </p:oleObj>
              </mc:Choice>
              <mc:Fallback>
                <p:oleObj r:id="rId10" imgW="520700" imgH="203200" progId="Equation.DSMT4">
                  <p:embed/>
                  <p:pic>
                    <p:nvPicPr>
                      <p:cNvPr id="0" name="图片 3541"/>
                      <p:cNvPicPr/>
                      <p:nvPr/>
                    </p:nvPicPr>
                    <p:blipFill>
                      <a:blip r:embed="rId11"/>
                      <a:stretch>
                        <a:fillRect/>
                      </a:stretch>
                    </p:blipFill>
                    <p:spPr>
                      <a:xfrm>
                        <a:off x="3098800" y="2954338"/>
                        <a:ext cx="968375" cy="377825"/>
                      </a:xfrm>
                      <a:prstGeom prst="rect">
                        <a:avLst/>
                      </a:prstGeom>
                      <a:noFill/>
                      <a:ln w="38100">
                        <a:noFill/>
                        <a:miter/>
                      </a:ln>
                    </p:spPr>
                  </p:pic>
                </p:oleObj>
              </mc:Fallback>
            </mc:AlternateContent>
          </a:graphicData>
        </a:graphic>
      </p:graphicFrame>
      <p:sp>
        <p:nvSpPr>
          <p:cNvPr id="150544" name="Rectangle 15"/>
          <p:cNvSpPr/>
          <p:nvPr/>
        </p:nvSpPr>
        <p:spPr>
          <a:xfrm>
            <a:off x="0" y="3338513"/>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50545" name="Object 16"/>
          <p:cNvGraphicFramePr>
            <a:graphicFrameLocks noChangeAspect="1"/>
          </p:cNvGraphicFramePr>
          <p:nvPr/>
        </p:nvGraphicFramePr>
        <p:xfrm>
          <a:off x="3635375" y="3498850"/>
          <a:ext cx="784225" cy="366713"/>
        </p:xfrm>
        <a:graphic>
          <a:graphicData uri="http://schemas.openxmlformats.org/presentationml/2006/ole">
            <mc:AlternateContent xmlns:mc="http://schemas.openxmlformats.org/markup-compatibility/2006">
              <mc:Choice xmlns:v="urn:schemas-microsoft-com:vml" Requires="v">
                <p:oleObj r:id="rId12" imgW="380365" imgH="177800" progId="Equation.DSMT4">
                  <p:embed/>
                </p:oleObj>
              </mc:Choice>
              <mc:Fallback>
                <p:oleObj r:id="rId12" imgW="380365" imgH="177800" progId="Equation.DSMT4">
                  <p:embed/>
                  <p:pic>
                    <p:nvPicPr>
                      <p:cNvPr id="0" name="图片 3537"/>
                      <p:cNvPicPr/>
                      <p:nvPr/>
                    </p:nvPicPr>
                    <p:blipFill>
                      <a:blip r:embed="rId13"/>
                      <a:stretch>
                        <a:fillRect/>
                      </a:stretch>
                    </p:blipFill>
                    <p:spPr>
                      <a:xfrm>
                        <a:off x="3635375" y="3498850"/>
                        <a:ext cx="784225" cy="366713"/>
                      </a:xfrm>
                      <a:prstGeom prst="rect">
                        <a:avLst/>
                      </a:prstGeom>
                      <a:noFill/>
                      <a:ln w="38100">
                        <a:noFill/>
                        <a:miter/>
                      </a:ln>
                    </p:spPr>
                  </p:pic>
                </p:oleObj>
              </mc:Fallback>
            </mc:AlternateContent>
          </a:graphicData>
        </a:graphic>
      </p:graphicFrame>
      <p:sp>
        <p:nvSpPr>
          <p:cNvPr id="150546" name="Rectangle 17"/>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50547" name="Object 18"/>
          <p:cNvGraphicFramePr>
            <a:graphicFrameLocks noChangeAspect="1"/>
          </p:cNvGraphicFramePr>
          <p:nvPr/>
        </p:nvGraphicFramePr>
        <p:xfrm>
          <a:off x="1585913" y="4487863"/>
          <a:ext cx="5281612" cy="508000"/>
        </p:xfrm>
        <a:graphic>
          <a:graphicData uri="http://schemas.openxmlformats.org/presentationml/2006/ole">
            <mc:AlternateContent xmlns:mc="http://schemas.openxmlformats.org/markup-compatibility/2006">
              <mc:Choice xmlns:v="urn:schemas-microsoft-com:vml" Requires="v">
                <p:oleObj r:id="rId14" imgW="2641600" imgH="254000" progId="Equation.DSMT4">
                  <p:embed/>
                </p:oleObj>
              </mc:Choice>
              <mc:Fallback>
                <p:oleObj r:id="rId14" imgW="2641600" imgH="254000" progId="Equation.DSMT4">
                  <p:embed/>
                  <p:pic>
                    <p:nvPicPr>
                      <p:cNvPr id="0" name="图片 3538"/>
                      <p:cNvPicPr/>
                      <p:nvPr/>
                    </p:nvPicPr>
                    <p:blipFill>
                      <a:blip r:embed="rId15"/>
                      <a:stretch>
                        <a:fillRect/>
                      </a:stretch>
                    </p:blipFill>
                    <p:spPr>
                      <a:xfrm>
                        <a:off x="1585913" y="4487863"/>
                        <a:ext cx="5281612" cy="508000"/>
                      </a:xfrm>
                      <a:prstGeom prst="rect">
                        <a:avLst/>
                      </a:prstGeom>
                      <a:noFill/>
                      <a:ln w="38100">
                        <a:noFill/>
                        <a:miter/>
                      </a:ln>
                    </p:spPr>
                  </p:pic>
                </p:oleObj>
              </mc:Fallback>
            </mc:AlternateContent>
          </a:graphicData>
        </a:graphic>
      </p:graphicFrame>
      <p:sp>
        <p:nvSpPr>
          <p:cNvPr id="150548" name="Rectangle 19"/>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50549" name="Object 20"/>
          <p:cNvGraphicFramePr>
            <a:graphicFrameLocks noChangeAspect="1"/>
          </p:cNvGraphicFramePr>
          <p:nvPr/>
        </p:nvGraphicFramePr>
        <p:xfrm>
          <a:off x="4067175" y="5059363"/>
          <a:ext cx="304800" cy="406400"/>
        </p:xfrm>
        <a:graphic>
          <a:graphicData uri="http://schemas.openxmlformats.org/presentationml/2006/ole">
            <mc:AlternateContent xmlns:mc="http://schemas.openxmlformats.org/markup-compatibility/2006">
              <mc:Choice xmlns:v="urn:schemas-microsoft-com:vml" Requires="v">
                <p:oleObj r:id="rId16" imgW="152400" imgH="203200" progId="Equation.DSMT4">
                  <p:embed/>
                </p:oleObj>
              </mc:Choice>
              <mc:Fallback>
                <p:oleObj r:id="rId16" imgW="152400" imgH="203200" progId="Equation.DSMT4">
                  <p:embed/>
                  <p:pic>
                    <p:nvPicPr>
                      <p:cNvPr id="0" name="图片 3539"/>
                      <p:cNvPicPr/>
                      <p:nvPr/>
                    </p:nvPicPr>
                    <p:blipFill>
                      <a:blip r:embed="rId17"/>
                      <a:stretch>
                        <a:fillRect/>
                      </a:stretch>
                    </p:blipFill>
                    <p:spPr>
                      <a:xfrm>
                        <a:off x="4067175" y="5059363"/>
                        <a:ext cx="304800" cy="406400"/>
                      </a:xfrm>
                      <a:prstGeom prst="rect">
                        <a:avLst/>
                      </a:prstGeom>
                      <a:noFill/>
                      <a:ln w="38100">
                        <a:noFill/>
                        <a:miter/>
                      </a:ln>
                    </p:spPr>
                  </p:pic>
                </p:oleObj>
              </mc:Fallback>
            </mc:AlternateContent>
          </a:graphicData>
        </a:graphic>
      </p:graphicFrame>
      <p:sp>
        <p:nvSpPr>
          <p:cNvPr id="150550" name="Rectangle 21"/>
          <p:cNvSpPr/>
          <p:nvPr/>
        </p:nvSpPr>
        <p:spPr>
          <a:xfrm>
            <a:off x="228600" y="6426200"/>
            <a:ext cx="36131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李雅普诺夫方法在线性系统中应用</a:t>
            </a:r>
          </a:p>
        </p:txBody>
      </p:sp>
      <p:sp>
        <p:nvSpPr>
          <p:cNvPr id="150551" name="Rectangle 22"/>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150552" name="Text Box 23"/>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日期占位符 4"/>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151554" name="灯片编号占位符 6"/>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57</a:t>
            </a:fld>
            <a:endParaRPr lang="en-US" altLang="zh-CN" sz="1400" dirty="0"/>
          </a:p>
        </p:txBody>
      </p:sp>
      <p:grpSp>
        <p:nvGrpSpPr>
          <p:cNvPr id="151555" name="Group 2"/>
          <p:cNvGrpSpPr/>
          <p:nvPr/>
        </p:nvGrpSpPr>
        <p:grpSpPr>
          <a:xfrm>
            <a:off x="0" y="0"/>
            <a:ext cx="9144000" cy="6858000"/>
            <a:chOff x="0" y="0"/>
            <a:chExt cx="5760" cy="4320"/>
          </a:xfrm>
        </p:grpSpPr>
        <p:pic>
          <p:nvPicPr>
            <p:cNvPr id="151556"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151557"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151558" name="Rectangle 5"/>
          <p:cNvSpPr>
            <a:spLocks noGrp="1"/>
          </p:cNvSpPr>
          <p:nvPr>
            <p:ph type="body" sz="half" idx="1"/>
          </p:nvPr>
        </p:nvSpPr>
        <p:spPr>
          <a:xfrm>
            <a:off x="395288" y="1196975"/>
            <a:ext cx="5832475" cy="3455988"/>
          </a:xfrm>
          <a:ln/>
        </p:spPr>
        <p:txBody>
          <a:bodyPr vert="horz" wrap="square" lIns="91440" tIns="45720" rIns="91440" bIns="45720" anchor="t" anchorCtr="0"/>
          <a:lstStyle/>
          <a:p>
            <a:pPr lvl="2" eaLnBrk="1" hangingPunct="1">
              <a:lnSpc>
                <a:spcPct val="90000"/>
              </a:lnSpc>
              <a:spcBef>
                <a:spcPct val="40000"/>
              </a:spcBef>
              <a:buNone/>
            </a:pPr>
            <a:r>
              <a:rPr lang="zh-CN" altLang="en-US" dirty="0">
                <a:solidFill>
                  <a:srgbClr val="A50021"/>
                </a:solidFill>
                <a:ea typeface="黑体" panose="02010609060101010101" pitchFamily="49" charset="-122"/>
              </a:rPr>
              <a:t>例</a:t>
            </a:r>
            <a:r>
              <a:rPr lang="en-US" altLang="zh-CN" dirty="0">
                <a:solidFill>
                  <a:srgbClr val="A50021"/>
                </a:solidFill>
                <a:ea typeface="黑体" panose="02010609060101010101" pitchFamily="49" charset="-122"/>
              </a:rPr>
              <a:t>5.3.2</a:t>
            </a:r>
            <a:r>
              <a:rPr lang="en-US" altLang="zh-CN" dirty="0">
                <a:ea typeface="黑体" panose="02010609060101010101" pitchFamily="49" charset="-122"/>
              </a:rPr>
              <a:t>  </a:t>
            </a:r>
            <a:r>
              <a:rPr lang="zh-CN" altLang="en-US" dirty="0">
                <a:ea typeface="黑体" panose="02010609060101010101" pitchFamily="49" charset="-122"/>
              </a:rPr>
              <a:t>试确定系统</a:t>
            </a:r>
          </a:p>
          <a:p>
            <a:pPr lvl="2" eaLnBrk="1" hangingPunct="1">
              <a:lnSpc>
                <a:spcPct val="90000"/>
              </a:lnSpc>
              <a:spcBef>
                <a:spcPct val="40000"/>
              </a:spcBef>
              <a:buNone/>
            </a:pPr>
            <a:endParaRPr lang="zh-CN" altLang="en-US" dirty="0">
              <a:ea typeface="黑体" panose="02010609060101010101" pitchFamily="49" charset="-122"/>
            </a:endParaRPr>
          </a:p>
          <a:p>
            <a:pPr lvl="2" eaLnBrk="1" hangingPunct="1">
              <a:lnSpc>
                <a:spcPct val="90000"/>
              </a:lnSpc>
              <a:spcBef>
                <a:spcPct val="40000"/>
              </a:spcBef>
              <a:buNone/>
            </a:pPr>
            <a:endParaRPr lang="zh-CN" altLang="en-US" dirty="0">
              <a:ea typeface="黑体" panose="02010609060101010101" pitchFamily="49" charset="-122"/>
            </a:endParaRPr>
          </a:p>
          <a:p>
            <a:pPr lvl="2" eaLnBrk="1" hangingPunct="1">
              <a:lnSpc>
                <a:spcPct val="90000"/>
              </a:lnSpc>
              <a:spcBef>
                <a:spcPct val="40000"/>
              </a:spcBef>
              <a:buNone/>
            </a:pPr>
            <a:r>
              <a:rPr lang="zh-CN" altLang="en-US" dirty="0">
                <a:ea typeface="黑体" panose="02010609060101010101" pitchFamily="49" charset="-122"/>
              </a:rPr>
              <a:t>     </a:t>
            </a:r>
          </a:p>
          <a:p>
            <a:pPr lvl="2" eaLnBrk="1" hangingPunct="1">
              <a:lnSpc>
                <a:spcPct val="90000"/>
              </a:lnSpc>
              <a:spcBef>
                <a:spcPct val="40000"/>
              </a:spcBef>
              <a:buNone/>
            </a:pPr>
            <a:r>
              <a:rPr lang="zh-CN" altLang="en-US" dirty="0">
                <a:ea typeface="黑体" panose="02010609060101010101" pitchFamily="49" charset="-122"/>
              </a:rPr>
              <a:t>在原点的稳定性。</a:t>
            </a:r>
          </a:p>
          <a:p>
            <a:pPr lvl="2" eaLnBrk="1" hangingPunct="1">
              <a:lnSpc>
                <a:spcPct val="90000"/>
              </a:lnSpc>
              <a:spcBef>
                <a:spcPct val="40000"/>
              </a:spcBef>
              <a:buNone/>
            </a:pPr>
            <a:endParaRPr lang="zh-CN" altLang="en-US" dirty="0">
              <a:ea typeface="黑体" panose="02010609060101010101" pitchFamily="49" charset="-122"/>
            </a:endParaRPr>
          </a:p>
          <a:p>
            <a:pPr lvl="2" eaLnBrk="1" hangingPunct="1">
              <a:lnSpc>
                <a:spcPct val="90000"/>
              </a:lnSpc>
              <a:spcBef>
                <a:spcPct val="40000"/>
              </a:spcBef>
              <a:buNone/>
            </a:pPr>
            <a:r>
              <a:rPr lang="zh-CN" altLang="en-US" dirty="0">
                <a:ea typeface="黑体" panose="02010609060101010101" pitchFamily="49" charset="-122"/>
              </a:rPr>
              <a:t>解</a:t>
            </a:r>
            <a:r>
              <a:rPr lang="en-US" altLang="zh-CN" dirty="0">
                <a:ea typeface="黑体" panose="02010609060101010101" pitchFamily="49" charset="-122"/>
              </a:rPr>
              <a:t>:  </a:t>
            </a:r>
            <a:r>
              <a:rPr lang="zh-CN" altLang="en-US" dirty="0">
                <a:ea typeface="黑体" panose="02010609060101010101" pitchFamily="49" charset="-122"/>
              </a:rPr>
              <a:t>在李雅普诺夫方程中，取</a:t>
            </a:r>
          </a:p>
        </p:txBody>
      </p:sp>
      <p:sp>
        <p:nvSpPr>
          <p:cNvPr id="151559" name="Rectangle 6"/>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51560" name="Object 7"/>
          <p:cNvGraphicFramePr>
            <a:graphicFrameLocks noChangeAspect="1"/>
          </p:cNvGraphicFramePr>
          <p:nvPr/>
        </p:nvGraphicFramePr>
        <p:xfrm>
          <a:off x="2700338" y="1989138"/>
          <a:ext cx="4240212" cy="960437"/>
        </p:xfrm>
        <a:graphic>
          <a:graphicData uri="http://schemas.openxmlformats.org/presentationml/2006/ole">
            <mc:AlternateContent xmlns:mc="http://schemas.openxmlformats.org/markup-compatibility/2006">
              <mc:Choice xmlns:v="urn:schemas-microsoft-com:vml" Requires="v">
                <p:oleObj r:id="rId4" imgW="2146300" imgH="482600" progId="Equation.DSMT4">
                  <p:embed/>
                </p:oleObj>
              </mc:Choice>
              <mc:Fallback>
                <p:oleObj r:id="rId4" imgW="2146300" imgH="482600" progId="Equation.DSMT4">
                  <p:embed/>
                  <p:pic>
                    <p:nvPicPr>
                      <p:cNvPr id="0" name="图片 3542"/>
                      <p:cNvPicPr/>
                      <p:nvPr/>
                    </p:nvPicPr>
                    <p:blipFill>
                      <a:blip r:embed="rId5"/>
                      <a:stretch>
                        <a:fillRect/>
                      </a:stretch>
                    </p:blipFill>
                    <p:spPr>
                      <a:xfrm>
                        <a:off x="2700338" y="1989138"/>
                        <a:ext cx="4240212" cy="960437"/>
                      </a:xfrm>
                      <a:prstGeom prst="rect">
                        <a:avLst/>
                      </a:prstGeom>
                      <a:noFill/>
                      <a:ln w="38100">
                        <a:noFill/>
                        <a:miter/>
                      </a:ln>
                    </p:spPr>
                  </p:pic>
                </p:oleObj>
              </mc:Fallback>
            </mc:AlternateContent>
          </a:graphicData>
        </a:graphic>
      </p:graphicFrame>
      <p:sp>
        <p:nvSpPr>
          <p:cNvPr id="151561" name="Rectangle 8"/>
          <p:cNvSpPr/>
          <p:nvPr/>
        </p:nvSpPr>
        <p:spPr>
          <a:xfrm>
            <a:off x="0" y="0"/>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51562" name="Object 9"/>
          <p:cNvGraphicFramePr>
            <a:graphicFrameLocks noChangeAspect="1"/>
          </p:cNvGraphicFramePr>
          <p:nvPr/>
        </p:nvGraphicFramePr>
        <p:xfrm>
          <a:off x="5435600" y="4048125"/>
          <a:ext cx="766763" cy="401638"/>
        </p:xfrm>
        <a:graphic>
          <a:graphicData uri="http://schemas.openxmlformats.org/presentationml/2006/ole">
            <mc:AlternateContent xmlns:mc="http://schemas.openxmlformats.org/markup-compatibility/2006">
              <mc:Choice xmlns:v="urn:schemas-microsoft-com:vml" Requires="v">
                <p:oleObj r:id="rId6" imgW="381000" imgH="203200" progId="Equation.DSMT4">
                  <p:embed/>
                </p:oleObj>
              </mc:Choice>
              <mc:Fallback>
                <p:oleObj r:id="rId6" imgW="381000" imgH="203200" progId="Equation.DSMT4">
                  <p:embed/>
                  <p:pic>
                    <p:nvPicPr>
                      <p:cNvPr id="0" name="图片 3544"/>
                      <p:cNvPicPr/>
                      <p:nvPr/>
                    </p:nvPicPr>
                    <p:blipFill>
                      <a:blip r:embed="rId7"/>
                      <a:stretch>
                        <a:fillRect/>
                      </a:stretch>
                    </p:blipFill>
                    <p:spPr>
                      <a:xfrm>
                        <a:off x="5435600" y="4048125"/>
                        <a:ext cx="766763" cy="401638"/>
                      </a:xfrm>
                      <a:prstGeom prst="rect">
                        <a:avLst/>
                      </a:prstGeom>
                      <a:noFill/>
                      <a:ln w="38100">
                        <a:noFill/>
                        <a:miter/>
                      </a:ln>
                    </p:spPr>
                  </p:pic>
                </p:oleObj>
              </mc:Fallback>
            </mc:AlternateContent>
          </a:graphicData>
        </a:graphic>
      </p:graphicFrame>
      <p:sp>
        <p:nvSpPr>
          <p:cNvPr id="151563" name="Rectangle 10"/>
          <p:cNvSpPr/>
          <p:nvPr/>
        </p:nvSpPr>
        <p:spPr>
          <a:xfrm>
            <a:off x="0" y="3186113"/>
            <a:ext cx="9144000" cy="0"/>
          </a:xfrm>
          <a:prstGeom prst="rect">
            <a:avLst/>
          </a:prstGeom>
          <a:noFill/>
          <a:ln w="9525">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51564" name="Object 11"/>
          <p:cNvGraphicFramePr>
            <a:graphicFrameLocks noChangeAspect="1"/>
          </p:cNvGraphicFramePr>
          <p:nvPr/>
        </p:nvGraphicFramePr>
        <p:xfrm>
          <a:off x="1042988" y="4773613"/>
          <a:ext cx="7442200" cy="960437"/>
        </p:xfrm>
        <a:graphic>
          <a:graphicData uri="http://schemas.openxmlformats.org/presentationml/2006/ole">
            <mc:AlternateContent xmlns:mc="http://schemas.openxmlformats.org/markup-compatibility/2006">
              <mc:Choice xmlns:v="urn:schemas-microsoft-com:vml" Requires="v">
                <p:oleObj r:id="rId8" imgW="3759200" imgH="482600" progId="Equation.DSMT4">
                  <p:embed/>
                </p:oleObj>
              </mc:Choice>
              <mc:Fallback>
                <p:oleObj r:id="rId8" imgW="3759200" imgH="482600" progId="Equation.DSMT4">
                  <p:embed/>
                  <p:pic>
                    <p:nvPicPr>
                      <p:cNvPr id="0" name="图片 3543"/>
                      <p:cNvPicPr/>
                      <p:nvPr/>
                    </p:nvPicPr>
                    <p:blipFill>
                      <a:blip r:embed="rId9"/>
                      <a:stretch>
                        <a:fillRect/>
                      </a:stretch>
                    </p:blipFill>
                    <p:spPr>
                      <a:xfrm>
                        <a:off x="1042988" y="4773613"/>
                        <a:ext cx="7442200" cy="960437"/>
                      </a:xfrm>
                      <a:prstGeom prst="rect">
                        <a:avLst/>
                      </a:prstGeom>
                      <a:noFill/>
                      <a:ln w="38100">
                        <a:noFill/>
                        <a:miter/>
                      </a:ln>
                    </p:spPr>
                  </p:pic>
                </p:oleObj>
              </mc:Fallback>
            </mc:AlternateContent>
          </a:graphicData>
        </a:graphic>
      </p:graphicFrame>
      <p:sp>
        <p:nvSpPr>
          <p:cNvPr id="151565" name="Text Box 12"/>
          <p:cNvSpPr txBox="1"/>
          <p:nvPr/>
        </p:nvSpPr>
        <p:spPr>
          <a:xfrm>
            <a:off x="6102350" y="3987800"/>
            <a:ext cx="825500" cy="457200"/>
          </a:xfrm>
          <a:prstGeom prst="rect">
            <a:avLst/>
          </a:prstGeom>
          <a:noFill/>
          <a:ln w="9525">
            <a:noFill/>
          </a:ln>
        </p:spPr>
        <p:txBody>
          <a:bodyPr wrap="none" anchor="t" anchorCtr="0">
            <a:spAutoFit/>
          </a:bodyPr>
          <a:lstStyle/>
          <a:p>
            <a:pPr eaLnBrk="0" hangingPunct="0"/>
            <a:r>
              <a:rPr lang="en-US" altLang="zh-CN" sz="2400" dirty="0">
                <a:solidFill>
                  <a:srgbClr val="000000"/>
                </a:solidFill>
                <a:latin typeface="Arial" panose="020B0604020202020204" pitchFamily="34" charset="0"/>
                <a:ea typeface="黑体" panose="02010609060101010101" pitchFamily="49" charset="-122"/>
              </a:rPr>
              <a:t>,   </a:t>
            </a:r>
            <a:r>
              <a:rPr lang="zh-CN" altLang="en-US" sz="2400" dirty="0">
                <a:solidFill>
                  <a:srgbClr val="000000"/>
                </a:solidFill>
                <a:latin typeface="Arial" panose="020B0604020202020204" pitchFamily="34" charset="0"/>
                <a:ea typeface="黑体" panose="02010609060101010101" pitchFamily="49" charset="-122"/>
              </a:rPr>
              <a:t>得</a:t>
            </a:r>
          </a:p>
        </p:txBody>
      </p:sp>
      <p:sp>
        <p:nvSpPr>
          <p:cNvPr id="151566" name="Rectangle 13"/>
          <p:cNvSpPr/>
          <p:nvPr/>
        </p:nvSpPr>
        <p:spPr>
          <a:xfrm>
            <a:off x="228600" y="6426200"/>
            <a:ext cx="36131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李雅普诺夫方法在线性系统中应用</a:t>
            </a:r>
          </a:p>
        </p:txBody>
      </p:sp>
      <p:sp>
        <p:nvSpPr>
          <p:cNvPr id="151567" name="Rectangle 14"/>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151568" name="Text Box 15"/>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152578"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58</a:t>
            </a:fld>
            <a:endParaRPr lang="en-US" altLang="zh-CN" sz="1400" dirty="0"/>
          </a:p>
        </p:txBody>
      </p:sp>
      <p:grpSp>
        <p:nvGrpSpPr>
          <p:cNvPr id="152579" name="Group 2"/>
          <p:cNvGrpSpPr/>
          <p:nvPr/>
        </p:nvGrpSpPr>
        <p:grpSpPr>
          <a:xfrm>
            <a:off x="0" y="0"/>
            <a:ext cx="9144000" cy="6858000"/>
            <a:chOff x="0" y="0"/>
            <a:chExt cx="5760" cy="4320"/>
          </a:xfrm>
        </p:grpSpPr>
        <p:pic>
          <p:nvPicPr>
            <p:cNvPr id="152580"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152581"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152582" name="Rectangle 5"/>
          <p:cNvSpPr>
            <a:spLocks noGrp="1"/>
          </p:cNvSpPr>
          <p:nvPr>
            <p:ph idx="1"/>
          </p:nvPr>
        </p:nvSpPr>
        <p:spPr>
          <a:xfrm>
            <a:off x="684213" y="620713"/>
            <a:ext cx="7773987" cy="5553075"/>
          </a:xfrm>
          <a:ln/>
        </p:spPr>
        <p:txBody>
          <a:bodyPr vert="horz" wrap="square" lIns="91440" tIns="45720" rIns="91440" bIns="45720" anchor="t" anchorCtr="0"/>
          <a:lstStyle/>
          <a:p>
            <a:pPr eaLnBrk="1" hangingPunct="1"/>
            <a:endParaRPr lang="en-US" altLang="zh-CN" sz="2800" dirty="0">
              <a:ea typeface="黑体" panose="02010609060101010101" pitchFamily="49" charset="-122"/>
            </a:endParaRPr>
          </a:p>
          <a:p>
            <a:pPr eaLnBrk="1" hangingPunct="1"/>
            <a:endParaRPr lang="en-US" altLang="zh-CN" sz="2800" dirty="0">
              <a:ea typeface="黑体" panose="02010609060101010101" pitchFamily="49" charset="-122"/>
            </a:endParaRPr>
          </a:p>
        </p:txBody>
      </p:sp>
      <p:sp>
        <p:nvSpPr>
          <p:cNvPr id="152583" name="Rectangle 6"/>
          <p:cNvSpPr/>
          <p:nvPr/>
        </p:nvSpPr>
        <p:spPr>
          <a:xfrm>
            <a:off x="0" y="0"/>
            <a:ext cx="9144000" cy="0"/>
          </a:xfrm>
          <a:prstGeom prst="rect">
            <a:avLst/>
          </a:prstGeom>
          <a:noFill/>
          <a:ln w="12700">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52584" name="Rectangle 7"/>
          <p:cNvSpPr/>
          <p:nvPr/>
        </p:nvSpPr>
        <p:spPr>
          <a:xfrm>
            <a:off x="0" y="3276600"/>
            <a:ext cx="9144000" cy="0"/>
          </a:xfrm>
          <a:prstGeom prst="rect">
            <a:avLst/>
          </a:prstGeom>
          <a:noFill/>
          <a:ln w="12700">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52585" name="Rectangle 8"/>
          <p:cNvSpPr/>
          <p:nvPr/>
        </p:nvSpPr>
        <p:spPr>
          <a:xfrm>
            <a:off x="0" y="3276600"/>
            <a:ext cx="9144000" cy="0"/>
          </a:xfrm>
          <a:prstGeom prst="rect">
            <a:avLst/>
          </a:prstGeom>
          <a:noFill/>
          <a:ln w="12700">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52586" name="Rectangle 9"/>
          <p:cNvSpPr/>
          <p:nvPr/>
        </p:nvSpPr>
        <p:spPr>
          <a:xfrm>
            <a:off x="0" y="3314700"/>
            <a:ext cx="9144000" cy="0"/>
          </a:xfrm>
          <a:prstGeom prst="rect">
            <a:avLst/>
          </a:prstGeom>
          <a:noFill/>
          <a:ln w="12700">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52587" name="Rectangle 10"/>
          <p:cNvSpPr/>
          <p:nvPr/>
        </p:nvSpPr>
        <p:spPr>
          <a:xfrm>
            <a:off x="0" y="0"/>
            <a:ext cx="9144000" cy="0"/>
          </a:xfrm>
          <a:prstGeom prst="rect">
            <a:avLst/>
          </a:prstGeom>
          <a:noFill/>
          <a:ln w="12700">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52588" name="Rectangle 11"/>
          <p:cNvSpPr/>
          <p:nvPr/>
        </p:nvSpPr>
        <p:spPr>
          <a:xfrm>
            <a:off x="0" y="0"/>
            <a:ext cx="9144000" cy="0"/>
          </a:xfrm>
          <a:prstGeom prst="rect">
            <a:avLst/>
          </a:prstGeom>
          <a:noFill/>
          <a:ln w="12700">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52589" name="Object 12"/>
          <p:cNvGraphicFramePr>
            <a:graphicFrameLocks noChangeAspect="1"/>
          </p:cNvGraphicFramePr>
          <p:nvPr/>
        </p:nvGraphicFramePr>
        <p:xfrm>
          <a:off x="2195513" y="2420938"/>
          <a:ext cx="4394200" cy="1800225"/>
        </p:xfrm>
        <a:graphic>
          <a:graphicData uri="http://schemas.openxmlformats.org/presentationml/2006/ole">
            <mc:AlternateContent xmlns:mc="http://schemas.openxmlformats.org/markup-compatibility/2006">
              <mc:Choice xmlns:v="urn:schemas-microsoft-com:vml" Requires="v">
                <p:oleObj r:id="rId4" imgW="2044700" imgH="838200" progId="Equation.DSMT4">
                  <p:embed/>
                </p:oleObj>
              </mc:Choice>
              <mc:Fallback>
                <p:oleObj r:id="rId4" imgW="2044700" imgH="838200" progId="Equation.DSMT4">
                  <p:embed/>
                  <p:pic>
                    <p:nvPicPr>
                      <p:cNvPr id="0" name="图片 3545"/>
                      <p:cNvPicPr/>
                      <p:nvPr/>
                    </p:nvPicPr>
                    <p:blipFill>
                      <a:blip r:embed="rId5"/>
                      <a:stretch>
                        <a:fillRect/>
                      </a:stretch>
                    </p:blipFill>
                    <p:spPr>
                      <a:xfrm>
                        <a:off x="2195513" y="2420938"/>
                        <a:ext cx="4394200" cy="1800225"/>
                      </a:xfrm>
                      <a:prstGeom prst="rect">
                        <a:avLst/>
                      </a:prstGeom>
                      <a:noFill/>
                      <a:ln w="38100">
                        <a:noFill/>
                        <a:miter/>
                      </a:ln>
                    </p:spPr>
                  </p:pic>
                </p:oleObj>
              </mc:Fallback>
            </mc:AlternateContent>
          </a:graphicData>
        </a:graphic>
      </p:graphicFrame>
      <p:sp>
        <p:nvSpPr>
          <p:cNvPr id="152590" name="Rectangle 13"/>
          <p:cNvSpPr/>
          <p:nvPr/>
        </p:nvSpPr>
        <p:spPr>
          <a:xfrm>
            <a:off x="1138238" y="4772025"/>
            <a:ext cx="6889750" cy="457200"/>
          </a:xfrm>
          <a:prstGeom prst="rect">
            <a:avLst/>
          </a:prstGeom>
          <a:noFill/>
          <a:ln w="12700">
            <a:noFill/>
          </a:ln>
        </p:spPr>
        <p:txBody>
          <a:bodyPr wrap="none" anchor="t" anchorCtr="0">
            <a:spAutoFit/>
          </a:bodyPr>
          <a:lstStyle/>
          <a:p>
            <a:pPr eaLnBrk="0" hangingPunct="0">
              <a:spcBef>
                <a:spcPct val="20000"/>
              </a:spcBef>
              <a:buClr>
                <a:schemeClr val="hlink"/>
              </a:buClr>
              <a:buSzPct val="75000"/>
              <a:buFont typeface="Monotype Sorts" charset="2"/>
            </a:pPr>
            <a:r>
              <a:rPr lang="zh-CN" altLang="en-US" sz="2400" dirty="0">
                <a:latin typeface="Arial" panose="020B0604020202020204" pitchFamily="34" charset="0"/>
                <a:ea typeface="黑体" panose="02010609060101010101" pitchFamily="49" charset="-122"/>
              </a:rPr>
              <a:t>从而系统在原点的平衡状态是大范围渐近稳定的。</a:t>
            </a:r>
          </a:p>
        </p:txBody>
      </p:sp>
      <p:sp>
        <p:nvSpPr>
          <p:cNvPr id="152591" name="Rectangle 14"/>
          <p:cNvSpPr/>
          <p:nvPr/>
        </p:nvSpPr>
        <p:spPr>
          <a:xfrm>
            <a:off x="228600" y="6426200"/>
            <a:ext cx="36131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李雅普诺夫方法在线性系统中应用</a:t>
            </a:r>
          </a:p>
        </p:txBody>
      </p:sp>
      <p:sp>
        <p:nvSpPr>
          <p:cNvPr id="152592" name="Rectangle 15"/>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152593" name="Rectangle 16"/>
          <p:cNvSpPr/>
          <p:nvPr/>
        </p:nvSpPr>
        <p:spPr>
          <a:xfrm>
            <a:off x="1116013" y="1550988"/>
            <a:ext cx="1403350" cy="457200"/>
          </a:xfrm>
          <a:prstGeom prst="rect">
            <a:avLst/>
          </a:prstGeom>
          <a:noFill/>
          <a:ln w="9525">
            <a:noFill/>
          </a:ln>
        </p:spPr>
        <p:txBody>
          <a:bodyPr wrap="none" anchor="t" anchorCtr="0">
            <a:spAutoFit/>
          </a:bodyPr>
          <a:lstStyle/>
          <a:p>
            <a:pPr eaLnBrk="0" hangingPunct="0"/>
            <a:r>
              <a:rPr lang="zh-CN" altLang="en-US" sz="2400" dirty="0">
                <a:latin typeface="Arial" panose="020B0604020202020204" pitchFamily="34" charset="0"/>
                <a:ea typeface="黑体" panose="02010609060101010101" pitchFamily="49" charset="-122"/>
              </a:rPr>
              <a:t>由此解出</a:t>
            </a:r>
          </a:p>
        </p:txBody>
      </p:sp>
      <p:sp>
        <p:nvSpPr>
          <p:cNvPr id="152594" name="Text Box 17"/>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日期占位符 5"/>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157698" name="灯片编号占位符 7"/>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59</a:t>
            </a:fld>
            <a:endParaRPr lang="en-US" altLang="zh-CN" sz="1400" dirty="0"/>
          </a:p>
        </p:txBody>
      </p:sp>
      <p:grpSp>
        <p:nvGrpSpPr>
          <p:cNvPr id="157699" name="Group 2"/>
          <p:cNvGrpSpPr/>
          <p:nvPr/>
        </p:nvGrpSpPr>
        <p:grpSpPr>
          <a:xfrm>
            <a:off x="0" y="0"/>
            <a:ext cx="9144000" cy="6858000"/>
            <a:chOff x="0" y="0"/>
            <a:chExt cx="5760" cy="4320"/>
          </a:xfrm>
        </p:grpSpPr>
        <p:pic>
          <p:nvPicPr>
            <p:cNvPr id="157700"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157701"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157702" name="Rectangle 5"/>
          <p:cNvSpPr>
            <a:spLocks noGrp="1"/>
          </p:cNvSpPr>
          <p:nvPr>
            <p:ph type="body" sz="half" idx="1"/>
          </p:nvPr>
        </p:nvSpPr>
        <p:spPr>
          <a:ln/>
        </p:spPr>
        <p:txBody>
          <a:bodyPr vert="horz" wrap="square" lIns="91440" tIns="45720" rIns="91440" bIns="45720" anchor="t" anchorCtr="0"/>
          <a:lstStyle/>
          <a:p>
            <a:pPr eaLnBrk="1" hangingPunct="1">
              <a:buClrTx/>
              <a:buSzTx/>
              <a:buFontTx/>
            </a:pPr>
            <a:endParaRPr lang="en-US" altLang="zh-CN" sz="2400" dirty="0">
              <a:ea typeface="黑体" panose="02010609060101010101" pitchFamily="49" charset="-122"/>
            </a:endParaRPr>
          </a:p>
          <a:p>
            <a:pPr eaLnBrk="1" hangingPunct="1">
              <a:buClrTx/>
              <a:buSzTx/>
              <a:buFontTx/>
            </a:pPr>
            <a:endParaRPr lang="en-US" altLang="zh-CN" sz="2400" dirty="0">
              <a:ea typeface="黑体" panose="02010609060101010101" pitchFamily="49" charset="-122"/>
            </a:endParaRPr>
          </a:p>
        </p:txBody>
      </p:sp>
      <p:graphicFrame>
        <p:nvGraphicFramePr>
          <p:cNvPr id="157703" name="Object 6"/>
          <p:cNvGraphicFramePr>
            <a:graphicFrameLocks noGrp="1" noChangeAspect="1"/>
          </p:cNvGraphicFramePr>
          <p:nvPr>
            <p:ph sz="quarter" idx="2"/>
          </p:nvPr>
        </p:nvGraphicFramePr>
        <p:xfrm>
          <a:off x="1547813" y="2781300"/>
          <a:ext cx="1257300" cy="342900"/>
        </p:xfrm>
        <a:graphic>
          <a:graphicData uri="http://schemas.openxmlformats.org/presentationml/2006/ole">
            <mc:AlternateContent xmlns:mc="http://schemas.openxmlformats.org/markup-compatibility/2006">
              <mc:Choice xmlns:v="urn:schemas-microsoft-com:vml" Requires="v">
                <p:oleObj r:id="rId4" imgW="1256665" imgH="342900" progId="Equation.3">
                  <p:embed/>
                </p:oleObj>
              </mc:Choice>
              <mc:Fallback>
                <p:oleObj r:id="rId4" imgW="1256665" imgH="342900" progId="Equation.3">
                  <p:embed/>
                  <p:pic>
                    <p:nvPicPr>
                      <p:cNvPr id="0" name="图片 3558"/>
                      <p:cNvPicPr/>
                      <p:nvPr/>
                    </p:nvPicPr>
                    <p:blipFill>
                      <a:blip r:embed="rId5"/>
                      <a:stretch>
                        <a:fillRect/>
                      </a:stretch>
                    </p:blipFill>
                    <p:spPr>
                      <a:xfrm>
                        <a:off x="1547813" y="2781300"/>
                        <a:ext cx="1257300" cy="342900"/>
                      </a:xfrm>
                      <a:prstGeom prst="rect">
                        <a:avLst/>
                      </a:prstGeom>
                      <a:noFill/>
                      <a:ln w="38100">
                        <a:miter/>
                      </a:ln>
                    </p:spPr>
                  </p:pic>
                </p:oleObj>
              </mc:Fallback>
            </mc:AlternateContent>
          </a:graphicData>
        </a:graphic>
      </p:graphicFrame>
      <p:sp>
        <p:nvSpPr>
          <p:cNvPr id="157704" name="Rectangle 7"/>
          <p:cNvSpPr/>
          <p:nvPr/>
        </p:nvSpPr>
        <p:spPr>
          <a:xfrm>
            <a:off x="0" y="0"/>
            <a:ext cx="9144000" cy="0"/>
          </a:xfrm>
          <a:prstGeom prst="rect">
            <a:avLst/>
          </a:prstGeom>
          <a:noFill/>
          <a:ln w="12700">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57705" name="Rectangle 11"/>
          <p:cNvSpPr/>
          <p:nvPr/>
        </p:nvSpPr>
        <p:spPr>
          <a:xfrm>
            <a:off x="0" y="0"/>
            <a:ext cx="9144000" cy="0"/>
          </a:xfrm>
          <a:prstGeom prst="rect">
            <a:avLst/>
          </a:prstGeom>
          <a:noFill/>
          <a:ln w="12700">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57706" name="Rectangle 12"/>
          <p:cNvSpPr/>
          <p:nvPr/>
        </p:nvSpPr>
        <p:spPr>
          <a:xfrm>
            <a:off x="0" y="0"/>
            <a:ext cx="9144000" cy="0"/>
          </a:xfrm>
          <a:prstGeom prst="rect">
            <a:avLst/>
          </a:prstGeom>
          <a:noFill/>
          <a:ln w="12700">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57707" name="Rectangle 13"/>
          <p:cNvSpPr/>
          <p:nvPr/>
        </p:nvSpPr>
        <p:spPr>
          <a:xfrm>
            <a:off x="395288" y="1298575"/>
            <a:ext cx="6516687" cy="457200"/>
          </a:xfrm>
          <a:prstGeom prst="rect">
            <a:avLst/>
          </a:prstGeom>
          <a:noFill/>
          <a:ln w="12700">
            <a:noFill/>
          </a:ln>
        </p:spPr>
        <p:txBody>
          <a:bodyPr wrap="none" anchor="ctr" anchorCtr="0">
            <a:spAutoFit/>
          </a:bodyPr>
          <a:lstStyle/>
          <a:p>
            <a:r>
              <a:rPr lang="en-US" altLang="zh-CN" sz="2400" dirty="0">
                <a:solidFill>
                  <a:srgbClr val="3333CC"/>
                </a:solidFill>
                <a:latin typeface="Arial" panose="020B0604020202020204" pitchFamily="34" charset="0"/>
                <a:ea typeface="黑体" panose="02010609060101010101" pitchFamily="49" charset="-122"/>
              </a:rPr>
              <a:t>5.3.2  </a:t>
            </a:r>
            <a:r>
              <a:rPr lang="zh-CN" altLang="en-US" sz="2400" dirty="0">
                <a:solidFill>
                  <a:srgbClr val="3333CC"/>
                </a:solidFill>
                <a:latin typeface="Arial" panose="020B0604020202020204" pitchFamily="34" charset="0"/>
                <a:ea typeface="黑体" panose="02010609060101010101" pitchFamily="49" charset="-122"/>
              </a:rPr>
              <a:t>利用李雅普诺夫函数求解参数最优化问题</a:t>
            </a:r>
          </a:p>
        </p:txBody>
      </p:sp>
      <p:sp>
        <p:nvSpPr>
          <p:cNvPr id="157708" name="Rectangle 14"/>
          <p:cNvSpPr/>
          <p:nvPr/>
        </p:nvSpPr>
        <p:spPr>
          <a:xfrm>
            <a:off x="228600" y="6426200"/>
            <a:ext cx="36131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李雅普诺夫方法在线性系统中应用</a:t>
            </a:r>
          </a:p>
        </p:txBody>
      </p:sp>
      <p:sp>
        <p:nvSpPr>
          <p:cNvPr id="157709" name="Rectangle 15"/>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157710" name="Rectangle 16"/>
          <p:cNvSpPr/>
          <p:nvPr/>
        </p:nvSpPr>
        <p:spPr>
          <a:xfrm>
            <a:off x="755650" y="1916113"/>
            <a:ext cx="3956050" cy="519112"/>
          </a:xfrm>
          <a:prstGeom prst="rect">
            <a:avLst/>
          </a:prstGeom>
          <a:noFill/>
          <a:ln w="12700">
            <a:noFill/>
          </a:ln>
        </p:spPr>
        <p:txBody>
          <a:bodyPr wrap="none" anchor="ctr" anchorCtr="0">
            <a:spAutoFit/>
          </a:bodyPr>
          <a:lstStyle/>
          <a:p>
            <a:r>
              <a:rPr lang="en-US" altLang="zh-CN" sz="2800" dirty="0">
                <a:solidFill>
                  <a:schemeClr val="bg2"/>
                </a:solidFill>
                <a:latin typeface="Arial" panose="020B0604020202020204" pitchFamily="34" charset="0"/>
                <a:ea typeface="黑体" panose="02010609060101010101" pitchFamily="49" charset="-122"/>
              </a:rPr>
              <a:t> </a:t>
            </a:r>
            <a:r>
              <a:rPr lang="en-US" altLang="zh-CN" sz="2400" dirty="0">
                <a:latin typeface="Arial" panose="020B0604020202020204" pitchFamily="34" charset="0"/>
                <a:ea typeface="黑体" panose="02010609060101010101" pitchFamily="49" charset="-122"/>
              </a:rPr>
              <a:t>(1) </a:t>
            </a:r>
            <a:r>
              <a:rPr lang="zh-CN" altLang="en-US" sz="2400" dirty="0">
                <a:latin typeface="Arial" panose="020B0604020202020204" pitchFamily="34" charset="0"/>
                <a:ea typeface="黑体" panose="02010609060101010101" pitchFamily="49" charset="-122"/>
              </a:rPr>
              <a:t>参数最优化问题描述 ： </a:t>
            </a:r>
          </a:p>
        </p:txBody>
      </p:sp>
      <p:sp>
        <p:nvSpPr>
          <p:cNvPr id="157711" name="Text Box 17"/>
          <p:cNvSpPr txBox="1"/>
          <p:nvPr/>
        </p:nvSpPr>
        <p:spPr>
          <a:xfrm>
            <a:off x="1042988" y="2708275"/>
            <a:ext cx="3211512" cy="1187450"/>
          </a:xfrm>
          <a:prstGeom prst="rect">
            <a:avLst/>
          </a:prstGeom>
          <a:noFill/>
          <a:ln w="9525">
            <a:noFill/>
          </a:ln>
        </p:spPr>
        <p:txBody>
          <a:bodyPr wrap="none" anchor="t" anchorCtr="0">
            <a:spAutoFit/>
          </a:bodyPr>
          <a:lstStyle/>
          <a:p>
            <a:pPr eaLnBrk="0" hangingPunct="0">
              <a:spcBef>
                <a:spcPct val="100000"/>
              </a:spcBef>
            </a:pPr>
            <a:r>
              <a:rPr lang="zh-CN" altLang="en-US" sz="2400" dirty="0">
                <a:latin typeface="Arial" panose="020B0604020202020204" pitchFamily="34" charset="0"/>
                <a:ea typeface="黑体" panose="02010609060101010101" pitchFamily="49" charset="-122"/>
              </a:rPr>
              <a:t>设</a:t>
            </a:r>
          </a:p>
          <a:p>
            <a:pPr eaLnBrk="0" hangingPunct="0">
              <a:spcBef>
                <a:spcPct val="100000"/>
              </a:spcBef>
            </a:pPr>
            <a:r>
              <a:rPr lang="zh-CN" altLang="en-US" sz="2400" dirty="0">
                <a:latin typeface="Arial" panose="020B0604020202020204" pitchFamily="34" charset="0"/>
                <a:ea typeface="黑体" panose="02010609060101010101" pitchFamily="49" charset="-122"/>
              </a:rPr>
              <a:t>调节参数   使    极小。</a:t>
            </a:r>
          </a:p>
        </p:txBody>
      </p:sp>
      <p:graphicFrame>
        <p:nvGraphicFramePr>
          <p:cNvPr id="157712" name="Object 18"/>
          <p:cNvGraphicFramePr>
            <a:graphicFrameLocks noGrp="1" noChangeAspect="1"/>
          </p:cNvGraphicFramePr>
          <p:nvPr>
            <p:ph sz="quarter" idx="3"/>
          </p:nvPr>
        </p:nvGraphicFramePr>
        <p:xfrm>
          <a:off x="3348038" y="2781300"/>
          <a:ext cx="1144587" cy="381000"/>
        </p:xfrm>
        <a:graphic>
          <a:graphicData uri="http://schemas.openxmlformats.org/presentationml/2006/ole">
            <mc:AlternateContent xmlns:mc="http://schemas.openxmlformats.org/markup-compatibility/2006">
              <mc:Choice xmlns:v="urn:schemas-microsoft-com:vml" Requires="v">
                <p:oleObj r:id="rId6" imgW="1143000" imgH="381000" progId="Equation.3">
                  <p:embed/>
                </p:oleObj>
              </mc:Choice>
              <mc:Fallback>
                <p:oleObj r:id="rId6" imgW="1143000" imgH="381000" progId="Equation.3">
                  <p:embed/>
                  <p:pic>
                    <p:nvPicPr>
                      <p:cNvPr id="0" name="图片 3560"/>
                      <p:cNvPicPr/>
                      <p:nvPr/>
                    </p:nvPicPr>
                    <p:blipFill>
                      <a:blip r:embed="rId7"/>
                      <a:stretch>
                        <a:fillRect/>
                      </a:stretch>
                    </p:blipFill>
                    <p:spPr>
                      <a:xfrm>
                        <a:off x="3348038" y="2781300"/>
                        <a:ext cx="1144587" cy="381000"/>
                      </a:xfrm>
                      <a:prstGeom prst="rect">
                        <a:avLst/>
                      </a:prstGeom>
                      <a:noFill/>
                      <a:ln w="38100">
                        <a:miter/>
                      </a:ln>
                    </p:spPr>
                  </p:pic>
                </p:oleObj>
              </mc:Fallback>
            </mc:AlternateContent>
          </a:graphicData>
        </a:graphic>
      </p:graphicFrame>
      <p:graphicFrame>
        <p:nvGraphicFramePr>
          <p:cNvPr id="157713" name="Object 19"/>
          <p:cNvGraphicFramePr>
            <a:graphicFrameLocks noChangeAspect="1"/>
          </p:cNvGraphicFramePr>
          <p:nvPr/>
        </p:nvGraphicFramePr>
        <p:xfrm>
          <a:off x="4884738" y="2636838"/>
          <a:ext cx="1549400" cy="673100"/>
        </p:xfrm>
        <a:graphic>
          <a:graphicData uri="http://schemas.openxmlformats.org/presentationml/2006/ole">
            <mc:AlternateContent xmlns:mc="http://schemas.openxmlformats.org/markup-compatibility/2006">
              <mc:Choice xmlns:v="urn:schemas-microsoft-com:vml" Requires="v">
                <p:oleObj r:id="rId8" imgW="1548765" imgH="673100" progId="Equation.3">
                  <p:embed/>
                </p:oleObj>
              </mc:Choice>
              <mc:Fallback>
                <p:oleObj r:id="rId8" imgW="1548765" imgH="673100" progId="Equation.3">
                  <p:embed/>
                  <p:pic>
                    <p:nvPicPr>
                      <p:cNvPr id="0" name="图片 3559"/>
                      <p:cNvPicPr/>
                      <p:nvPr/>
                    </p:nvPicPr>
                    <p:blipFill>
                      <a:blip r:embed="rId9"/>
                      <a:stretch>
                        <a:fillRect/>
                      </a:stretch>
                    </p:blipFill>
                    <p:spPr>
                      <a:xfrm>
                        <a:off x="4884738" y="2636838"/>
                        <a:ext cx="1549400" cy="673100"/>
                      </a:xfrm>
                      <a:prstGeom prst="rect">
                        <a:avLst/>
                      </a:prstGeom>
                      <a:noFill/>
                      <a:ln w="38100">
                        <a:noFill/>
                        <a:miter/>
                      </a:ln>
                    </p:spPr>
                  </p:pic>
                </p:oleObj>
              </mc:Fallback>
            </mc:AlternateContent>
          </a:graphicData>
        </a:graphic>
      </p:graphicFrame>
      <p:graphicFrame>
        <p:nvGraphicFramePr>
          <p:cNvPr id="157714" name="Object 20"/>
          <p:cNvGraphicFramePr>
            <a:graphicFrameLocks noChangeAspect="1"/>
          </p:cNvGraphicFramePr>
          <p:nvPr/>
        </p:nvGraphicFramePr>
        <p:xfrm>
          <a:off x="6948488" y="2708275"/>
          <a:ext cx="698500" cy="342900"/>
        </p:xfrm>
        <a:graphic>
          <a:graphicData uri="http://schemas.openxmlformats.org/presentationml/2006/ole">
            <mc:AlternateContent xmlns:mc="http://schemas.openxmlformats.org/markup-compatibility/2006">
              <mc:Choice xmlns:v="urn:schemas-microsoft-com:vml" Requires="v">
                <p:oleObj r:id="rId10" imgW="698500" imgH="342900" progId="Equation.3">
                  <p:embed/>
                </p:oleObj>
              </mc:Choice>
              <mc:Fallback>
                <p:oleObj r:id="rId10" imgW="698500" imgH="342900" progId="Equation.3">
                  <p:embed/>
                  <p:pic>
                    <p:nvPicPr>
                      <p:cNvPr id="0" name="图片 3557"/>
                      <p:cNvPicPr/>
                      <p:nvPr/>
                    </p:nvPicPr>
                    <p:blipFill>
                      <a:blip r:embed="rId11"/>
                      <a:stretch>
                        <a:fillRect/>
                      </a:stretch>
                    </p:blipFill>
                    <p:spPr>
                      <a:xfrm>
                        <a:off x="6948488" y="2708275"/>
                        <a:ext cx="698500" cy="342900"/>
                      </a:xfrm>
                      <a:prstGeom prst="rect">
                        <a:avLst/>
                      </a:prstGeom>
                      <a:noFill/>
                      <a:ln w="38100">
                        <a:noFill/>
                        <a:miter/>
                      </a:ln>
                    </p:spPr>
                  </p:pic>
                </p:oleObj>
              </mc:Fallback>
            </mc:AlternateContent>
          </a:graphicData>
        </a:graphic>
      </p:graphicFrame>
      <p:graphicFrame>
        <p:nvGraphicFramePr>
          <p:cNvPr id="157715" name="Object 21"/>
          <p:cNvGraphicFramePr>
            <a:graphicFrameLocks noChangeAspect="1"/>
          </p:cNvGraphicFramePr>
          <p:nvPr/>
        </p:nvGraphicFramePr>
        <p:xfrm>
          <a:off x="2411413" y="3500438"/>
          <a:ext cx="203200" cy="330200"/>
        </p:xfrm>
        <a:graphic>
          <a:graphicData uri="http://schemas.openxmlformats.org/presentationml/2006/ole">
            <mc:AlternateContent xmlns:mc="http://schemas.openxmlformats.org/markup-compatibility/2006">
              <mc:Choice xmlns:v="urn:schemas-microsoft-com:vml" Requires="v">
                <p:oleObj r:id="rId12" imgW="203200" imgH="330200" progId="Equation.3">
                  <p:embed/>
                </p:oleObj>
              </mc:Choice>
              <mc:Fallback>
                <p:oleObj r:id="rId12" imgW="203200" imgH="330200" progId="Equation.3">
                  <p:embed/>
                  <p:pic>
                    <p:nvPicPr>
                      <p:cNvPr id="0" name="图片 3556"/>
                      <p:cNvPicPr/>
                      <p:nvPr/>
                    </p:nvPicPr>
                    <p:blipFill>
                      <a:blip r:embed="rId13"/>
                      <a:stretch>
                        <a:fillRect/>
                      </a:stretch>
                    </p:blipFill>
                    <p:spPr>
                      <a:xfrm>
                        <a:off x="2411413" y="3500438"/>
                        <a:ext cx="203200" cy="330200"/>
                      </a:xfrm>
                      <a:prstGeom prst="rect">
                        <a:avLst/>
                      </a:prstGeom>
                      <a:noFill/>
                      <a:ln w="38100">
                        <a:noFill/>
                        <a:miter/>
                      </a:ln>
                    </p:spPr>
                  </p:pic>
                </p:oleObj>
              </mc:Fallback>
            </mc:AlternateContent>
          </a:graphicData>
        </a:graphic>
      </p:graphicFrame>
      <p:graphicFrame>
        <p:nvGraphicFramePr>
          <p:cNvPr id="157716" name="Object 22"/>
          <p:cNvGraphicFramePr>
            <a:graphicFrameLocks noChangeAspect="1"/>
          </p:cNvGraphicFramePr>
          <p:nvPr/>
        </p:nvGraphicFramePr>
        <p:xfrm>
          <a:off x="2987675" y="3573463"/>
          <a:ext cx="228600" cy="279400"/>
        </p:xfrm>
        <a:graphic>
          <a:graphicData uri="http://schemas.openxmlformats.org/presentationml/2006/ole">
            <mc:AlternateContent xmlns:mc="http://schemas.openxmlformats.org/markup-compatibility/2006">
              <mc:Choice xmlns:v="urn:schemas-microsoft-com:vml" Requires="v">
                <p:oleObj r:id="rId14" imgW="228600" imgH="279400" progId="Equation.3">
                  <p:embed/>
                </p:oleObj>
              </mc:Choice>
              <mc:Fallback>
                <p:oleObj r:id="rId14" imgW="228600" imgH="279400" progId="Equation.3">
                  <p:embed/>
                  <p:pic>
                    <p:nvPicPr>
                      <p:cNvPr id="0" name="图片 3561"/>
                      <p:cNvPicPr/>
                      <p:nvPr/>
                    </p:nvPicPr>
                    <p:blipFill>
                      <a:blip r:embed="rId15"/>
                      <a:stretch>
                        <a:fillRect/>
                      </a:stretch>
                    </p:blipFill>
                    <p:spPr>
                      <a:xfrm>
                        <a:off x="2987675" y="3573463"/>
                        <a:ext cx="228600" cy="279400"/>
                      </a:xfrm>
                      <a:prstGeom prst="rect">
                        <a:avLst/>
                      </a:prstGeom>
                      <a:noFill/>
                      <a:ln w="38100">
                        <a:noFill/>
                        <a:miter/>
                      </a:ln>
                    </p:spPr>
                  </p:pic>
                </p:oleObj>
              </mc:Fallback>
            </mc:AlternateContent>
          </a:graphicData>
        </a:graphic>
      </p:graphicFrame>
      <p:sp>
        <p:nvSpPr>
          <p:cNvPr id="157717" name="Text Box 23"/>
          <p:cNvSpPr txBox="1"/>
          <p:nvPr/>
        </p:nvSpPr>
        <p:spPr>
          <a:xfrm>
            <a:off x="852488" y="4167188"/>
            <a:ext cx="5445125" cy="457200"/>
          </a:xfrm>
          <a:prstGeom prst="rect">
            <a:avLst/>
          </a:prstGeom>
          <a:noFill/>
          <a:ln w="9525">
            <a:noFill/>
          </a:ln>
        </p:spPr>
        <p:txBody>
          <a:bodyPr wrap="none" anchor="t" anchorCtr="0">
            <a:spAutoFit/>
          </a:bodyPr>
          <a:lstStyle/>
          <a:p>
            <a:pPr eaLnBrk="0" hangingPunct="0"/>
            <a:r>
              <a:rPr lang="en-US" altLang="zh-CN" sz="2400" dirty="0">
                <a:latin typeface="Arial" panose="020B0604020202020204" pitchFamily="34" charset="0"/>
                <a:ea typeface="黑体" panose="02010609060101010101" pitchFamily="49" charset="-122"/>
              </a:rPr>
              <a:t>(2) </a:t>
            </a:r>
            <a:r>
              <a:rPr lang="zh-CN" altLang="en-US" sz="2400" dirty="0">
                <a:latin typeface="Arial" panose="020B0604020202020204" pitchFamily="34" charset="0"/>
                <a:ea typeface="黑体" panose="02010609060101010101" pitchFamily="49" charset="-122"/>
              </a:rPr>
              <a:t>有解的条件：          必须渐近稳定。</a:t>
            </a:r>
          </a:p>
        </p:txBody>
      </p:sp>
      <p:graphicFrame>
        <p:nvGraphicFramePr>
          <p:cNvPr id="157718" name="Object 24"/>
          <p:cNvGraphicFramePr>
            <a:graphicFrameLocks noChangeAspect="1"/>
          </p:cNvGraphicFramePr>
          <p:nvPr/>
        </p:nvGraphicFramePr>
        <p:xfrm>
          <a:off x="3348038" y="4221163"/>
          <a:ext cx="635000" cy="342900"/>
        </p:xfrm>
        <a:graphic>
          <a:graphicData uri="http://schemas.openxmlformats.org/presentationml/2006/ole">
            <mc:AlternateContent xmlns:mc="http://schemas.openxmlformats.org/markup-compatibility/2006">
              <mc:Choice xmlns:v="urn:schemas-microsoft-com:vml" Requires="v">
                <p:oleObj r:id="rId16" imgW="635000" imgH="342900" progId="Equation.3">
                  <p:embed/>
                </p:oleObj>
              </mc:Choice>
              <mc:Fallback>
                <p:oleObj r:id="rId16" imgW="635000" imgH="342900" progId="Equation.3">
                  <p:embed/>
                  <p:pic>
                    <p:nvPicPr>
                      <p:cNvPr id="0" name="图片 3562"/>
                      <p:cNvPicPr/>
                      <p:nvPr/>
                    </p:nvPicPr>
                    <p:blipFill>
                      <a:blip r:embed="rId17"/>
                      <a:stretch>
                        <a:fillRect/>
                      </a:stretch>
                    </p:blipFill>
                    <p:spPr>
                      <a:xfrm>
                        <a:off x="3348038" y="4221163"/>
                        <a:ext cx="635000" cy="342900"/>
                      </a:xfrm>
                      <a:prstGeom prst="rect">
                        <a:avLst/>
                      </a:prstGeom>
                      <a:noFill/>
                      <a:ln w="38100">
                        <a:noFill/>
                        <a:miter/>
                      </a:ln>
                    </p:spPr>
                  </p:pic>
                </p:oleObj>
              </mc:Fallback>
            </mc:AlternateContent>
          </a:graphicData>
        </a:graphic>
      </p:graphicFrame>
      <p:sp>
        <p:nvSpPr>
          <p:cNvPr id="157719" name="Text Box 25"/>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日期占位符 6"/>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162818" name="灯片编号占位符 8"/>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60</a:t>
            </a:fld>
            <a:endParaRPr lang="en-US" altLang="zh-CN" sz="1400" dirty="0"/>
          </a:p>
        </p:txBody>
      </p:sp>
      <p:grpSp>
        <p:nvGrpSpPr>
          <p:cNvPr id="162819" name="Group 2"/>
          <p:cNvGrpSpPr/>
          <p:nvPr/>
        </p:nvGrpSpPr>
        <p:grpSpPr>
          <a:xfrm>
            <a:off x="0" y="0"/>
            <a:ext cx="9144000" cy="6858000"/>
            <a:chOff x="0" y="0"/>
            <a:chExt cx="5760" cy="4320"/>
          </a:xfrm>
        </p:grpSpPr>
        <p:pic>
          <p:nvPicPr>
            <p:cNvPr id="162820"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162821" name="Text Box 4"/>
            <p:cNvSpPr txBox="1"/>
            <p:nvPr/>
          </p:nvSpPr>
          <p:spPr>
            <a:xfrm>
              <a:off x="3923" y="48"/>
              <a:ext cx="1837" cy="288"/>
            </a:xfrm>
            <a:prstGeom prst="rect">
              <a:avLst/>
            </a:prstGeom>
            <a:noFill/>
            <a:ln w="9525">
              <a:noFill/>
            </a:ln>
          </p:spPr>
          <p:txBody>
            <a:bodyPr anchor="t" anchorCtr="0">
              <a:spAutoFit/>
            </a:bodyPr>
            <a:lstStyle/>
            <a:p>
              <a:endParaRPr lang="zh-CN" altLang="zh-CN" sz="2400" dirty="0">
                <a:solidFill>
                  <a:schemeClr val="bg1"/>
                </a:solidFill>
                <a:latin typeface="Arial" panose="020B0604020202020204" pitchFamily="34" charset="0"/>
                <a:ea typeface="黑体" panose="02010609060101010101" pitchFamily="49" charset="-122"/>
              </a:endParaRPr>
            </a:p>
          </p:txBody>
        </p:sp>
      </p:grpSp>
      <p:sp>
        <p:nvSpPr>
          <p:cNvPr id="162822" name="Rectangle 5"/>
          <p:cNvSpPr/>
          <p:nvPr/>
        </p:nvSpPr>
        <p:spPr>
          <a:xfrm>
            <a:off x="0" y="0"/>
            <a:ext cx="9144000" cy="0"/>
          </a:xfrm>
          <a:prstGeom prst="rect">
            <a:avLst/>
          </a:prstGeom>
          <a:noFill/>
          <a:ln w="12700">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62823" name="Rectangle 6"/>
          <p:cNvSpPr/>
          <p:nvPr/>
        </p:nvSpPr>
        <p:spPr>
          <a:xfrm>
            <a:off x="0" y="0"/>
            <a:ext cx="9144000" cy="0"/>
          </a:xfrm>
          <a:prstGeom prst="rect">
            <a:avLst/>
          </a:prstGeom>
          <a:noFill/>
          <a:ln w="12700">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62824" name="Rectangle 7"/>
          <p:cNvSpPr/>
          <p:nvPr/>
        </p:nvSpPr>
        <p:spPr>
          <a:xfrm>
            <a:off x="0" y="0"/>
            <a:ext cx="9144000" cy="0"/>
          </a:xfrm>
          <a:prstGeom prst="rect">
            <a:avLst/>
          </a:prstGeom>
          <a:noFill/>
          <a:ln w="12700">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62825" name="Rectangle 14"/>
          <p:cNvSpPr/>
          <p:nvPr/>
        </p:nvSpPr>
        <p:spPr>
          <a:xfrm>
            <a:off x="0" y="4257675"/>
            <a:ext cx="9144000" cy="0"/>
          </a:xfrm>
          <a:prstGeom prst="rect">
            <a:avLst/>
          </a:prstGeom>
          <a:noFill/>
          <a:ln w="12700">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62826" name="Rectangle 18"/>
          <p:cNvSpPr/>
          <p:nvPr/>
        </p:nvSpPr>
        <p:spPr>
          <a:xfrm>
            <a:off x="228600" y="6426200"/>
            <a:ext cx="36131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李雅普诺夫方法在线性系统中应用</a:t>
            </a:r>
          </a:p>
        </p:txBody>
      </p:sp>
      <p:sp>
        <p:nvSpPr>
          <p:cNvPr id="162827" name="Rectangle 19"/>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162828" name="Text Box 20"/>
          <p:cNvSpPr txBox="1"/>
          <p:nvPr/>
        </p:nvSpPr>
        <p:spPr>
          <a:xfrm>
            <a:off x="862013" y="1287463"/>
            <a:ext cx="4678362" cy="457200"/>
          </a:xfrm>
          <a:prstGeom prst="rect">
            <a:avLst/>
          </a:prstGeom>
          <a:noFill/>
          <a:ln w="9525">
            <a:noFill/>
          </a:ln>
        </p:spPr>
        <p:txBody>
          <a:bodyPr wrap="none" anchor="t" anchorCtr="0">
            <a:spAutoFit/>
          </a:bodyPr>
          <a:lstStyle/>
          <a:p>
            <a:pPr eaLnBrk="0" hangingPunct="0"/>
            <a:r>
              <a:rPr lang="en-US" altLang="zh-CN" sz="2400" dirty="0">
                <a:latin typeface="Arial" panose="020B0604020202020204" pitchFamily="34" charset="0"/>
                <a:ea typeface="黑体" panose="02010609060101010101" pitchFamily="49" charset="-122"/>
              </a:rPr>
              <a:t>(3) </a:t>
            </a:r>
            <a:r>
              <a:rPr lang="zh-CN" altLang="en-US" sz="2400" dirty="0">
                <a:latin typeface="Arial" panose="020B0604020202020204" pitchFamily="34" charset="0"/>
                <a:ea typeface="黑体" panose="02010609060101010101" pitchFamily="49" charset="-122"/>
              </a:rPr>
              <a:t>由         ，知存在          ，使得</a:t>
            </a:r>
          </a:p>
        </p:txBody>
      </p:sp>
      <p:graphicFrame>
        <p:nvGraphicFramePr>
          <p:cNvPr id="162829" name="Object 21"/>
          <p:cNvGraphicFramePr>
            <a:graphicFrameLocks noGrp="1" noChangeAspect="1"/>
          </p:cNvGraphicFramePr>
          <p:nvPr>
            <p:ph sz="quarter" idx="1"/>
          </p:nvPr>
        </p:nvGraphicFramePr>
        <p:xfrm>
          <a:off x="1763713" y="1341438"/>
          <a:ext cx="698500" cy="342900"/>
        </p:xfrm>
        <a:graphic>
          <a:graphicData uri="http://schemas.openxmlformats.org/presentationml/2006/ole">
            <mc:AlternateContent xmlns:mc="http://schemas.openxmlformats.org/markup-compatibility/2006">
              <mc:Choice xmlns:v="urn:schemas-microsoft-com:vml" Requires="v">
                <p:oleObj r:id="rId4" imgW="698500" imgH="342900" progId="Equation.3">
                  <p:embed/>
                </p:oleObj>
              </mc:Choice>
              <mc:Fallback>
                <p:oleObj r:id="rId4" imgW="698500" imgH="342900" progId="Equation.3">
                  <p:embed/>
                  <p:pic>
                    <p:nvPicPr>
                      <p:cNvPr id="0" name="图片 3593"/>
                      <p:cNvPicPr/>
                      <p:nvPr/>
                    </p:nvPicPr>
                    <p:blipFill>
                      <a:blip r:embed="rId5"/>
                      <a:stretch>
                        <a:fillRect/>
                      </a:stretch>
                    </p:blipFill>
                    <p:spPr>
                      <a:xfrm>
                        <a:off x="1763713" y="1341438"/>
                        <a:ext cx="698500" cy="342900"/>
                      </a:xfrm>
                      <a:prstGeom prst="rect">
                        <a:avLst/>
                      </a:prstGeom>
                      <a:noFill/>
                      <a:ln w="38100">
                        <a:miter/>
                      </a:ln>
                    </p:spPr>
                  </p:pic>
                </p:oleObj>
              </mc:Fallback>
            </mc:AlternateContent>
          </a:graphicData>
        </a:graphic>
      </p:graphicFrame>
      <p:graphicFrame>
        <p:nvGraphicFramePr>
          <p:cNvPr id="162830" name="Object 22"/>
          <p:cNvGraphicFramePr>
            <a:graphicFrameLocks noGrp="1" noChangeAspect="1"/>
          </p:cNvGraphicFramePr>
          <p:nvPr>
            <p:ph sz="quarter" idx="2"/>
          </p:nvPr>
        </p:nvGraphicFramePr>
        <p:xfrm>
          <a:off x="3779838" y="1412875"/>
          <a:ext cx="698500" cy="279400"/>
        </p:xfrm>
        <a:graphic>
          <a:graphicData uri="http://schemas.openxmlformats.org/presentationml/2006/ole">
            <mc:AlternateContent xmlns:mc="http://schemas.openxmlformats.org/markup-compatibility/2006">
              <mc:Choice xmlns:v="urn:schemas-microsoft-com:vml" Requires="v">
                <p:oleObj r:id="rId6" imgW="698500" imgH="279400" progId="Equation.3">
                  <p:embed/>
                </p:oleObj>
              </mc:Choice>
              <mc:Fallback>
                <p:oleObj r:id="rId6" imgW="698500" imgH="279400" progId="Equation.3">
                  <p:embed/>
                  <p:pic>
                    <p:nvPicPr>
                      <p:cNvPr id="0" name="图片 3589"/>
                      <p:cNvPicPr/>
                      <p:nvPr/>
                    </p:nvPicPr>
                    <p:blipFill>
                      <a:blip r:embed="rId7"/>
                      <a:stretch>
                        <a:fillRect/>
                      </a:stretch>
                    </p:blipFill>
                    <p:spPr>
                      <a:xfrm>
                        <a:off x="3779838" y="1412875"/>
                        <a:ext cx="698500" cy="279400"/>
                      </a:xfrm>
                      <a:prstGeom prst="rect">
                        <a:avLst/>
                      </a:prstGeom>
                      <a:noFill/>
                      <a:ln w="38100">
                        <a:miter/>
                      </a:ln>
                    </p:spPr>
                  </p:pic>
                </p:oleObj>
              </mc:Fallback>
            </mc:AlternateContent>
          </a:graphicData>
        </a:graphic>
      </p:graphicFrame>
      <p:graphicFrame>
        <p:nvGraphicFramePr>
          <p:cNvPr id="162831" name="Object 23"/>
          <p:cNvGraphicFramePr>
            <a:graphicFrameLocks noGrp="1" noChangeAspect="1"/>
          </p:cNvGraphicFramePr>
          <p:nvPr>
            <p:ph sz="quarter" idx="3"/>
          </p:nvPr>
        </p:nvGraphicFramePr>
        <p:xfrm>
          <a:off x="5508625" y="1341438"/>
          <a:ext cx="1917700" cy="381000"/>
        </p:xfrm>
        <a:graphic>
          <a:graphicData uri="http://schemas.openxmlformats.org/presentationml/2006/ole">
            <mc:AlternateContent xmlns:mc="http://schemas.openxmlformats.org/markup-compatibility/2006">
              <mc:Choice xmlns:v="urn:schemas-microsoft-com:vml" Requires="v">
                <p:oleObj r:id="rId8" imgW="1917700" imgH="381000" progId="Equation.3">
                  <p:embed/>
                </p:oleObj>
              </mc:Choice>
              <mc:Fallback>
                <p:oleObj r:id="rId8" imgW="1917700" imgH="381000" progId="Equation.3">
                  <p:embed/>
                  <p:pic>
                    <p:nvPicPr>
                      <p:cNvPr id="0" name="图片 3594"/>
                      <p:cNvPicPr/>
                      <p:nvPr/>
                    </p:nvPicPr>
                    <p:blipFill>
                      <a:blip r:embed="rId9"/>
                      <a:stretch>
                        <a:fillRect/>
                      </a:stretch>
                    </p:blipFill>
                    <p:spPr>
                      <a:xfrm>
                        <a:off x="5508625" y="1341438"/>
                        <a:ext cx="1917700" cy="381000"/>
                      </a:xfrm>
                      <a:prstGeom prst="rect">
                        <a:avLst/>
                      </a:prstGeom>
                      <a:noFill/>
                      <a:ln w="38100">
                        <a:miter/>
                      </a:ln>
                    </p:spPr>
                  </p:pic>
                </p:oleObj>
              </mc:Fallback>
            </mc:AlternateContent>
          </a:graphicData>
        </a:graphic>
      </p:graphicFrame>
      <p:sp>
        <p:nvSpPr>
          <p:cNvPr id="162832" name="Text Box 30"/>
          <p:cNvSpPr txBox="1"/>
          <p:nvPr/>
        </p:nvSpPr>
        <p:spPr>
          <a:xfrm>
            <a:off x="950913" y="3573463"/>
            <a:ext cx="488950" cy="457200"/>
          </a:xfrm>
          <a:prstGeom prst="rect">
            <a:avLst/>
          </a:prstGeom>
          <a:noFill/>
          <a:ln w="9525">
            <a:noFill/>
          </a:ln>
        </p:spPr>
        <p:txBody>
          <a:bodyPr wrap="none" anchor="t" anchorCtr="0">
            <a:spAutoFit/>
          </a:bodyPr>
          <a:lstStyle/>
          <a:p>
            <a:pPr eaLnBrk="0" hangingPunct="0"/>
            <a:r>
              <a:rPr lang="zh-CN" altLang="en-US" sz="2400" dirty="0">
                <a:latin typeface="Arial" panose="020B0604020202020204" pitchFamily="34" charset="0"/>
                <a:ea typeface="黑体" panose="02010609060101010101" pitchFamily="49" charset="-122"/>
              </a:rPr>
              <a:t>由</a:t>
            </a:r>
          </a:p>
        </p:txBody>
      </p:sp>
      <p:graphicFrame>
        <p:nvGraphicFramePr>
          <p:cNvPr id="162833" name="Object 31"/>
          <p:cNvGraphicFramePr>
            <a:graphicFrameLocks noChangeAspect="1"/>
          </p:cNvGraphicFramePr>
          <p:nvPr/>
        </p:nvGraphicFramePr>
        <p:xfrm>
          <a:off x="1547813" y="3708400"/>
          <a:ext cx="1498600" cy="342900"/>
        </p:xfrm>
        <a:graphic>
          <a:graphicData uri="http://schemas.openxmlformats.org/presentationml/2006/ole">
            <mc:AlternateContent xmlns:mc="http://schemas.openxmlformats.org/markup-compatibility/2006">
              <mc:Choice xmlns:v="urn:schemas-microsoft-com:vml" Requires="v">
                <p:oleObj r:id="rId10" imgW="1497965" imgH="342900" progId="Equation.3">
                  <p:embed/>
                </p:oleObj>
              </mc:Choice>
              <mc:Fallback>
                <p:oleObj r:id="rId10" imgW="1497965" imgH="342900" progId="Equation.3">
                  <p:embed/>
                  <p:pic>
                    <p:nvPicPr>
                      <p:cNvPr id="0" name="图片 3596"/>
                      <p:cNvPicPr/>
                      <p:nvPr/>
                    </p:nvPicPr>
                    <p:blipFill>
                      <a:blip r:embed="rId11"/>
                      <a:stretch>
                        <a:fillRect/>
                      </a:stretch>
                    </p:blipFill>
                    <p:spPr>
                      <a:xfrm>
                        <a:off x="1547813" y="3708400"/>
                        <a:ext cx="1498600" cy="342900"/>
                      </a:xfrm>
                      <a:prstGeom prst="rect">
                        <a:avLst/>
                      </a:prstGeom>
                      <a:noFill/>
                      <a:ln w="38100">
                        <a:noFill/>
                        <a:miter/>
                      </a:ln>
                    </p:spPr>
                  </p:pic>
                </p:oleObj>
              </mc:Fallback>
            </mc:AlternateContent>
          </a:graphicData>
        </a:graphic>
      </p:graphicFrame>
      <p:sp>
        <p:nvSpPr>
          <p:cNvPr id="162834" name="Text Box 32"/>
          <p:cNvSpPr txBox="1"/>
          <p:nvPr/>
        </p:nvSpPr>
        <p:spPr>
          <a:xfrm>
            <a:off x="3543300" y="3573463"/>
            <a:ext cx="488950" cy="457200"/>
          </a:xfrm>
          <a:prstGeom prst="rect">
            <a:avLst/>
          </a:prstGeom>
          <a:noFill/>
          <a:ln w="9525">
            <a:noFill/>
          </a:ln>
        </p:spPr>
        <p:txBody>
          <a:bodyPr wrap="none" anchor="t" anchorCtr="0">
            <a:spAutoFit/>
          </a:bodyPr>
          <a:lstStyle/>
          <a:p>
            <a:pPr eaLnBrk="0" hangingPunct="0"/>
            <a:r>
              <a:rPr lang="zh-CN" altLang="en-US" sz="2400" dirty="0">
                <a:latin typeface="Arial" panose="020B0604020202020204" pitchFamily="34" charset="0"/>
                <a:ea typeface="黑体" panose="02010609060101010101" pitchFamily="49" charset="-122"/>
              </a:rPr>
              <a:t>知</a:t>
            </a:r>
          </a:p>
        </p:txBody>
      </p:sp>
      <p:graphicFrame>
        <p:nvGraphicFramePr>
          <p:cNvPr id="162835" name="Object 33"/>
          <p:cNvGraphicFramePr>
            <a:graphicFrameLocks noChangeAspect="1"/>
          </p:cNvGraphicFramePr>
          <p:nvPr/>
        </p:nvGraphicFramePr>
        <p:xfrm>
          <a:off x="4211638" y="3644900"/>
          <a:ext cx="3289300" cy="393700"/>
        </p:xfrm>
        <a:graphic>
          <a:graphicData uri="http://schemas.openxmlformats.org/presentationml/2006/ole">
            <mc:AlternateContent xmlns:mc="http://schemas.openxmlformats.org/markup-compatibility/2006">
              <mc:Choice xmlns:v="urn:schemas-microsoft-com:vml" Requires="v">
                <p:oleObj r:id="rId12" imgW="3289300" imgH="393700" progId="Equation.3">
                  <p:embed/>
                </p:oleObj>
              </mc:Choice>
              <mc:Fallback>
                <p:oleObj r:id="rId12" imgW="3289300" imgH="393700" progId="Equation.3">
                  <p:embed/>
                  <p:pic>
                    <p:nvPicPr>
                      <p:cNvPr id="0" name="图片 3595"/>
                      <p:cNvPicPr/>
                      <p:nvPr/>
                    </p:nvPicPr>
                    <p:blipFill>
                      <a:blip r:embed="rId13"/>
                      <a:stretch>
                        <a:fillRect/>
                      </a:stretch>
                    </p:blipFill>
                    <p:spPr>
                      <a:xfrm>
                        <a:off x="4211638" y="3644900"/>
                        <a:ext cx="3289300" cy="393700"/>
                      </a:xfrm>
                      <a:prstGeom prst="rect">
                        <a:avLst/>
                      </a:prstGeom>
                      <a:noFill/>
                      <a:ln w="38100">
                        <a:noFill/>
                        <a:miter/>
                      </a:ln>
                    </p:spPr>
                  </p:pic>
                </p:oleObj>
              </mc:Fallback>
            </mc:AlternateContent>
          </a:graphicData>
        </a:graphic>
      </p:graphicFrame>
      <p:sp>
        <p:nvSpPr>
          <p:cNvPr id="162836" name="Text Box 34"/>
          <p:cNvSpPr txBox="1"/>
          <p:nvPr/>
        </p:nvSpPr>
        <p:spPr>
          <a:xfrm>
            <a:off x="865188" y="4383088"/>
            <a:ext cx="6086475" cy="457200"/>
          </a:xfrm>
          <a:prstGeom prst="rect">
            <a:avLst/>
          </a:prstGeom>
          <a:noFill/>
          <a:ln w="9525">
            <a:noFill/>
          </a:ln>
        </p:spPr>
        <p:txBody>
          <a:bodyPr wrap="none" anchor="t" anchorCtr="0">
            <a:spAutoFit/>
          </a:bodyPr>
          <a:lstStyle/>
          <a:p>
            <a:pPr eaLnBrk="0" hangingPunct="0"/>
            <a:r>
              <a:rPr lang="en-US" altLang="zh-CN" sz="2400" dirty="0">
                <a:latin typeface="Arial" panose="020B0604020202020204" pitchFamily="34" charset="0"/>
                <a:ea typeface="黑体" panose="02010609060101010101" pitchFamily="49" charset="-122"/>
              </a:rPr>
              <a:t>(4) </a:t>
            </a:r>
            <a:r>
              <a:rPr lang="zh-CN" altLang="en-US" sz="2400" dirty="0">
                <a:latin typeface="Arial" panose="020B0604020202020204" pitchFamily="34" charset="0"/>
                <a:ea typeface="黑体" panose="02010609060101010101" pitchFamily="49" charset="-122"/>
              </a:rPr>
              <a:t>注意到   是   的函数，调节    使    最小。</a:t>
            </a:r>
          </a:p>
        </p:txBody>
      </p:sp>
      <p:graphicFrame>
        <p:nvGraphicFramePr>
          <p:cNvPr id="162837" name="Object 35"/>
          <p:cNvGraphicFramePr>
            <a:graphicFrameLocks noChangeAspect="1"/>
          </p:cNvGraphicFramePr>
          <p:nvPr/>
        </p:nvGraphicFramePr>
        <p:xfrm>
          <a:off x="2339975" y="4508500"/>
          <a:ext cx="241300" cy="266700"/>
        </p:xfrm>
        <a:graphic>
          <a:graphicData uri="http://schemas.openxmlformats.org/presentationml/2006/ole">
            <mc:AlternateContent xmlns:mc="http://schemas.openxmlformats.org/markup-compatibility/2006">
              <mc:Choice xmlns:v="urn:schemas-microsoft-com:vml" Requires="v">
                <p:oleObj r:id="rId14" imgW="241300" imgH="266700" progId="Equation.3">
                  <p:embed/>
                </p:oleObj>
              </mc:Choice>
              <mc:Fallback>
                <p:oleObj r:id="rId14" imgW="241300" imgH="266700" progId="Equation.3">
                  <p:embed/>
                  <p:pic>
                    <p:nvPicPr>
                      <p:cNvPr id="0" name="图片 3587"/>
                      <p:cNvPicPr/>
                      <p:nvPr/>
                    </p:nvPicPr>
                    <p:blipFill>
                      <a:blip r:embed="rId15"/>
                      <a:stretch>
                        <a:fillRect/>
                      </a:stretch>
                    </p:blipFill>
                    <p:spPr>
                      <a:xfrm>
                        <a:off x="2339975" y="4508500"/>
                        <a:ext cx="241300" cy="266700"/>
                      </a:xfrm>
                      <a:prstGeom prst="rect">
                        <a:avLst/>
                      </a:prstGeom>
                      <a:noFill/>
                      <a:ln w="38100">
                        <a:noFill/>
                        <a:miter/>
                      </a:ln>
                    </p:spPr>
                  </p:pic>
                </p:oleObj>
              </mc:Fallback>
            </mc:AlternateContent>
          </a:graphicData>
        </a:graphic>
      </p:graphicFrame>
      <p:graphicFrame>
        <p:nvGraphicFramePr>
          <p:cNvPr id="162838" name="Object 36"/>
          <p:cNvGraphicFramePr>
            <a:graphicFrameLocks noChangeAspect="1"/>
          </p:cNvGraphicFramePr>
          <p:nvPr/>
        </p:nvGraphicFramePr>
        <p:xfrm>
          <a:off x="2916238" y="4508500"/>
          <a:ext cx="203200" cy="330200"/>
        </p:xfrm>
        <a:graphic>
          <a:graphicData uri="http://schemas.openxmlformats.org/presentationml/2006/ole">
            <mc:AlternateContent xmlns:mc="http://schemas.openxmlformats.org/markup-compatibility/2006">
              <mc:Choice xmlns:v="urn:schemas-microsoft-com:vml" Requires="v">
                <p:oleObj r:id="rId16" imgW="203200" imgH="330200" progId="Equation.3">
                  <p:embed/>
                </p:oleObj>
              </mc:Choice>
              <mc:Fallback>
                <p:oleObj r:id="rId16" imgW="203200" imgH="330200" progId="Equation.3">
                  <p:embed/>
                  <p:pic>
                    <p:nvPicPr>
                      <p:cNvPr id="0" name="图片 3588"/>
                      <p:cNvPicPr/>
                      <p:nvPr/>
                    </p:nvPicPr>
                    <p:blipFill>
                      <a:blip r:embed="rId17"/>
                      <a:stretch>
                        <a:fillRect/>
                      </a:stretch>
                    </p:blipFill>
                    <p:spPr>
                      <a:xfrm>
                        <a:off x="2916238" y="4508500"/>
                        <a:ext cx="203200" cy="330200"/>
                      </a:xfrm>
                      <a:prstGeom prst="rect">
                        <a:avLst/>
                      </a:prstGeom>
                      <a:noFill/>
                      <a:ln w="38100">
                        <a:noFill/>
                        <a:miter/>
                      </a:ln>
                    </p:spPr>
                  </p:pic>
                </p:oleObj>
              </mc:Fallback>
            </mc:AlternateContent>
          </a:graphicData>
        </a:graphic>
      </p:graphicFrame>
      <p:graphicFrame>
        <p:nvGraphicFramePr>
          <p:cNvPr id="162839" name="Object 37"/>
          <p:cNvGraphicFramePr>
            <a:graphicFrameLocks noChangeAspect="1"/>
          </p:cNvGraphicFramePr>
          <p:nvPr/>
        </p:nvGraphicFramePr>
        <p:xfrm>
          <a:off x="5003800" y="4437063"/>
          <a:ext cx="203200" cy="330200"/>
        </p:xfrm>
        <a:graphic>
          <a:graphicData uri="http://schemas.openxmlformats.org/presentationml/2006/ole">
            <mc:AlternateContent xmlns:mc="http://schemas.openxmlformats.org/markup-compatibility/2006">
              <mc:Choice xmlns:v="urn:schemas-microsoft-com:vml" Requires="v">
                <p:oleObj r:id="rId18" imgW="203200" imgH="330200" progId="Equation.3">
                  <p:embed/>
                </p:oleObj>
              </mc:Choice>
              <mc:Fallback>
                <p:oleObj r:id="rId18" imgW="203200" imgH="330200" progId="Equation.3">
                  <p:embed/>
                  <p:pic>
                    <p:nvPicPr>
                      <p:cNvPr id="0" name="图片 3590"/>
                      <p:cNvPicPr/>
                      <p:nvPr/>
                    </p:nvPicPr>
                    <p:blipFill>
                      <a:blip r:embed="rId19"/>
                      <a:stretch>
                        <a:fillRect/>
                      </a:stretch>
                    </p:blipFill>
                    <p:spPr>
                      <a:xfrm>
                        <a:off x="5003800" y="4437063"/>
                        <a:ext cx="203200" cy="330200"/>
                      </a:xfrm>
                      <a:prstGeom prst="rect">
                        <a:avLst/>
                      </a:prstGeom>
                      <a:noFill/>
                      <a:ln w="38100">
                        <a:noFill/>
                        <a:miter/>
                      </a:ln>
                    </p:spPr>
                  </p:pic>
                </p:oleObj>
              </mc:Fallback>
            </mc:AlternateContent>
          </a:graphicData>
        </a:graphic>
      </p:graphicFrame>
      <p:graphicFrame>
        <p:nvGraphicFramePr>
          <p:cNvPr id="162840" name="Object 38"/>
          <p:cNvGraphicFramePr>
            <a:graphicFrameLocks noChangeAspect="1"/>
          </p:cNvGraphicFramePr>
          <p:nvPr/>
        </p:nvGraphicFramePr>
        <p:xfrm>
          <a:off x="5651500" y="4508500"/>
          <a:ext cx="228600" cy="279400"/>
        </p:xfrm>
        <a:graphic>
          <a:graphicData uri="http://schemas.openxmlformats.org/presentationml/2006/ole">
            <mc:AlternateContent xmlns:mc="http://schemas.openxmlformats.org/markup-compatibility/2006">
              <mc:Choice xmlns:v="urn:schemas-microsoft-com:vml" Requires="v">
                <p:oleObj r:id="rId20" imgW="228600" imgH="279400" progId="Equation.3">
                  <p:embed/>
                </p:oleObj>
              </mc:Choice>
              <mc:Fallback>
                <p:oleObj r:id="rId20" imgW="228600" imgH="279400" progId="Equation.3">
                  <p:embed/>
                  <p:pic>
                    <p:nvPicPr>
                      <p:cNvPr id="0" name="图片 3591"/>
                      <p:cNvPicPr/>
                      <p:nvPr/>
                    </p:nvPicPr>
                    <p:blipFill>
                      <a:blip r:embed="rId21"/>
                      <a:stretch>
                        <a:fillRect/>
                      </a:stretch>
                    </p:blipFill>
                    <p:spPr>
                      <a:xfrm>
                        <a:off x="5651500" y="4508500"/>
                        <a:ext cx="228600" cy="279400"/>
                      </a:xfrm>
                      <a:prstGeom prst="rect">
                        <a:avLst/>
                      </a:prstGeom>
                      <a:noFill/>
                      <a:ln w="38100">
                        <a:noFill/>
                        <a:miter/>
                      </a:ln>
                    </p:spPr>
                  </p:pic>
                </p:oleObj>
              </mc:Fallback>
            </mc:AlternateContent>
          </a:graphicData>
        </a:graphic>
      </p:graphicFrame>
      <p:sp>
        <p:nvSpPr>
          <p:cNvPr id="162841" name="Text Box 40"/>
          <p:cNvSpPr txBox="1"/>
          <p:nvPr/>
        </p:nvSpPr>
        <p:spPr>
          <a:xfrm>
            <a:off x="1311275" y="2060575"/>
            <a:ext cx="488950" cy="457200"/>
          </a:xfrm>
          <a:prstGeom prst="rect">
            <a:avLst/>
          </a:prstGeom>
          <a:noFill/>
          <a:ln w="9525">
            <a:noFill/>
          </a:ln>
        </p:spPr>
        <p:txBody>
          <a:bodyPr wrap="none" anchor="t" anchorCtr="0">
            <a:spAutoFit/>
          </a:bodyPr>
          <a:lstStyle/>
          <a:p>
            <a:pPr eaLnBrk="0" hangingPunct="0"/>
            <a:r>
              <a:rPr lang="zh-CN" altLang="en-US" sz="2400" dirty="0">
                <a:latin typeface="Arial" panose="020B0604020202020204" pitchFamily="34" charset="0"/>
                <a:ea typeface="黑体" panose="02010609060101010101" pitchFamily="49" charset="-122"/>
              </a:rPr>
              <a:t>令</a:t>
            </a:r>
          </a:p>
        </p:txBody>
      </p:sp>
      <p:graphicFrame>
        <p:nvGraphicFramePr>
          <p:cNvPr id="162842" name="Object 41"/>
          <p:cNvGraphicFramePr>
            <a:graphicFrameLocks noGrp="1" noChangeAspect="1"/>
          </p:cNvGraphicFramePr>
          <p:nvPr>
            <p:ph sz="quarter" idx="4"/>
          </p:nvPr>
        </p:nvGraphicFramePr>
        <p:xfrm>
          <a:off x="1763713" y="2133600"/>
          <a:ext cx="1539875" cy="381000"/>
        </p:xfrm>
        <a:graphic>
          <a:graphicData uri="http://schemas.openxmlformats.org/presentationml/2006/ole">
            <mc:AlternateContent xmlns:mc="http://schemas.openxmlformats.org/markup-compatibility/2006">
              <mc:Choice xmlns:v="urn:schemas-microsoft-com:vml" Requires="v">
                <p:oleObj r:id="rId22" imgW="1536700" imgH="381000" progId="Equation.3">
                  <p:embed/>
                </p:oleObj>
              </mc:Choice>
              <mc:Fallback>
                <p:oleObj r:id="rId22" imgW="1536700" imgH="381000" progId="Equation.3">
                  <p:embed/>
                  <p:pic>
                    <p:nvPicPr>
                      <p:cNvPr id="0" name="图片 3585"/>
                      <p:cNvPicPr/>
                      <p:nvPr/>
                    </p:nvPicPr>
                    <p:blipFill>
                      <a:blip r:embed="rId23"/>
                      <a:stretch>
                        <a:fillRect/>
                      </a:stretch>
                    </p:blipFill>
                    <p:spPr>
                      <a:xfrm>
                        <a:off x="1763713" y="2133600"/>
                        <a:ext cx="1539875" cy="381000"/>
                      </a:xfrm>
                      <a:prstGeom prst="rect">
                        <a:avLst/>
                      </a:prstGeom>
                      <a:noFill/>
                      <a:ln w="38100">
                        <a:miter/>
                      </a:ln>
                    </p:spPr>
                  </p:pic>
                </p:oleObj>
              </mc:Fallback>
            </mc:AlternateContent>
          </a:graphicData>
        </a:graphic>
      </p:graphicFrame>
      <p:sp>
        <p:nvSpPr>
          <p:cNvPr id="162843" name="Text Box 42"/>
          <p:cNvSpPr txBox="1"/>
          <p:nvPr/>
        </p:nvSpPr>
        <p:spPr>
          <a:xfrm>
            <a:off x="3543300" y="2057400"/>
            <a:ext cx="488950" cy="457200"/>
          </a:xfrm>
          <a:prstGeom prst="rect">
            <a:avLst/>
          </a:prstGeom>
          <a:noFill/>
          <a:ln w="9525">
            <a:noFill/>
          </a:ln>
        </p:spPr>
        <p:txBody>
          <a:bodyPr wrap="none" anchor="t" anchorCtr="0">
            <a:spAutoFit/>
          </a:bodyPr>
          <a:lstStyle/>
          <a:p>
            <a:pPr eaLnBrk="0" hangingPunct="0"/>
            <a:r>
              <a:rPr lang="zh-CN" altLang="en-US" sz="2400" dirty="0">
                <a:latin typeface="Arial" panose="020B0604020202020204" pitchFamily="34" charset="0"/>
                <a:ea typeface="黑体" panose="02010609060101010101" pitchFamily="49" charset="-122"/>
              </a:rPr>
              <a:t>得</a:t>
            </a:r>
          </a:p>
        </p:txBody>
      </p:sp>
      <p:graphicFrame>
        <p:nvGraphicFramePr>
          <p:cNvPr id="162844" name="Object 43"/>
          <p:cNvGraphicFramePr>
            <a:graphicFrameLocks noChangeAspect="1"/>
          </p:cNvGraphicFramePr>
          <p:nvPr/>
        </p:nvGraphicFramePr>
        <p:xfrm>
          <a:off x="4067175" y="2070100"/>
          <a:ext cx="1873250" cy="474663"/>
        </p:xfrm>
        <a:graphic>
          <a:graphicData uri="http://schemas.openxmlformats.org/presentationml/2006/ole">
            <mc:AlternateContent xmlns:mc="http://schemas.openxmlformats.org/markup-compatibility/2006">
              <mc:Choice xmlns:v="urn:schemas-microsoft-com:vml" Requires="v">
                <p:oleObj r:id="rId24" imgW="901065" imgH="228600" progId="Equation.DSMT4">
                  <p:embed/>
                </p:oleObj>
              </mc:Choice>
              <mc:Fallback>
                <p:oleObj r:id="rId24" imgW="901065" imgH="228600" progId="Equation.DSMT4">
                  <p:embed/>
                  <p:pic>
                    <p:nvPicPr>
                      <p:cNvPr id="0" name="图片 3586"/>
                      <p:cNvPicPr/>
                      <p:nvPr/>
                    </p:nvPicPr>
                    <p:blipFill>
                      <a:blip r:embed="rId25"/>
                      <a:stretch>
                        <a:fillRect/>
                      </a:stretch>
                    </p:blipFill>
                    <p:spPr>
                      <a:xfrm>
                        <a:off x="4067175" y="2070100"/>
                        <a:ext cx="1873250" cy="474663"/>
                      </a:xfrm>
                      <a:prstGeom prst="rect">
                        <a:avLst/>
                      </a:prstGeom>
                      <a:noFill/>
                      <a:ln w="38100">
                        <a:noFill/>
                        <a:miter/>
                      </a:ln>
                    </p:spPr>
                  </p:pic>
                </p:oleObj>
              </mc:Fallback>
            </mc:AlternateContent>
          </a:graphicData>
        </a:graphic>
      </p:graphicFrame>
      <p:sp>
        <p:nvSpPr>
          <p:cNvPr id="162845" name="Text Box 44"/>
          <p:cNvSpPr txBox="1"/>
          <p:nvPr/>
        </p:nvSpPr>
        <p:spPr>
          <a:xfrm>
            <a:off x="5856288" y="2047875"/>
            <a:ext cx="1098550" cy="457200"/>
          </a:xfrm>
          <a:prstGeom prst="rect">
            <a:avLst/>
          </a:prstGeom>
          <a:noFill/>
          <a:ln w="9525">
            <a:noFill/>
          </a:ln>
        </p:spPr>
        <p:txBody>
          <a:bodyPr wrap="none" anchor="t" anchorCtr="0">
            <a:spAutoFit/>
          </a:bodyPr>
          <a:lstStyle/>
          <a:p>
            <a:pPr eaLnBrk="0" hangingPunct="0"/>
            <a:r>
              <a:rPr lang="zh-CN" altLang="en-US" sz="2400" dirty="0">
                <a:latin typeface="Arial" panose="020B0604020202020204" pitchFamily="34" charset="0"/>
                <a:ea typeface="黑体" panose="02010609060101010101" pitchFamily="49" charset="-122"/>
              </a:rPr>
              <a:t>于是有</a:t>
            </a:r>
          </a:p>
        </p:txBody>
      </p:sp>
      <p:graphicFrame>
        <p:nvGraphicFramePr>
          <p:cNvPr id="162846" name="Object 45"/>
          <p:cNvGraphicFramePr>
            <a:graphicFrameLocks noChangeAspect="1"/>
          </p:cNvGraphicFramePr>
          <p:nvPr/>
        </p:nvGraphicFramePr>
        <p:xfrm>
          <a:off x="1476375" y="2609850"/>
          <a:ext cx="6011863" cy="963613"/>
        </p:xfrm>
        <a:graphic>
          <a:graphicData uri="http://schemas.openxmlformats.org/presentationml/2006/ole">
            <mc:AlternateContent xmlns:mc="http://schemas.openxmlformats.org/markup-compatibility/2006">
              <mc:Choice xmlns:v="urn:schemas-microsoft-com:vml" Requires="v">
                <p:oleObj r:id="rId26" imgW="2946400" imgH="482600" progId="Equation.DSMT4">
                  <p:embed/>
                </p:oleObj>
              </mc:Choice>
              <mc:Fallback>
                <p:oleObj r:id="rId26" imgW="2946400" imgH="482600" progId="Equation.DSMT4">
                  <p:embed/>
                  <p:pic>
                    <p:nvPicPr>
                      <p:cNvPr id="0" name="图片 3592"/>
                      <p:cNvPicPr/>
                      <p:nvPr/>
                    </p:nvPicPr>
                    <p:blipFill>
                      <a:blip r:embed="rId27"/>
                      <a:stretch>
                        <a:fillRect/>
                      </a:stretch>
                    </p:blipFill>
                    <p:spPr>
                      <a:xfrm>
                        <a:off x="1476375" y="2609850"/>
                        <a:ext cx="6011863" cy="963613"/>
                      </a:xfrm>
                      <a:prstGeom prst="rect">
                        <a:avLst/>
                      </a:prstGeom>
                      <a:noFill/>
                      <a:ln w="38100">
                        <a:noFill/>
                        <a:miter/>
                      </a:ln>
                    </p:spPr>
                  </p:pic>
                </p:oleObj>
              </mc:Fallback>
            </mc:AlternateContent>
          </a:graphicData>
        </a:graphic>
      </p:graphicFrame>
      <p:sp>
        <p:nvSpPr>
          <p:cNvPr id="162847" name="Text Box 46"/>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blinds dir="vert"/>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日期占位符 5"/>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166914" name="灯片编号占位符 7"/>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61</a:t>
            </a:fld>
            <a:endParaRPr lang="en-US" altLang="zh-CN" sz="1400" dirty="0"/>
          </a:p>
        </p:txBody>
      </p:sp>
      <p:grpSp>
        <p:nvGrpSpPr>
          <p:cNvPr id="166915" name="Group 2"/>
          <p:cNvGrpSpPr/>
          <p:nvPr/>
        </p:nvGrpSpPr>
        <p:grpSpPr>
          <a:xfrm>
            <a:off x="0" y="0"/>
            <a:ext cx="9144000" cy="6858000"/>
            <a:chOff x="0" y="0"/>
            <a:chExt cx="5760" cy="4320"/>
          </a:xfrm>
        </p:grpSpPr>
        <p:pic>
          <p:nvPicPr>
            <p:cNvPr id="166916"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166917"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166918" name="Rectangle 5"/>
          <p:cNvSpPr>
            <a:spLocks noGrp="1"/>
          </p:cNvSpPr>
          <p:nvPr>
            <p:ph type="body" sz="half" idx="1"/>
          </p:nvPr>
        </p:nvSpPr>
        <p:spPr>
          <a:ln/>
        </p:spPr>
        <p:txBody>
          <a:bodyPr vert="horz" wrap="square" lIns="91440" tIns="45720" rIns="91440" bIns="45720" anchor="t" anchorCtr="0"/>
          <a:lstStyle/>
          <a:p>
            <a:pPr algn="ctr" eaLnBrk="1" hangingPunct="1">
              <a:buClrTx/>
              <a:buSzTx/>
              <a:buFontTx/>
              <a:buNone/>
            </a:pPr>
            <a:r>
              <a:rPr lang="en-US" altLang="zh-CN" sz="2800" dirty="0">
                <a:ea typeface="黑体" panose="02010609060101010101" pitchFamily="49" charset="-122"/>
              </a:rPr>
              <a:t> </a:t>
            </a:r>
          </a:p>
        </p:txBody>
      </p:sp>
      <p:graphicFrame>
        <p:nvGraphicFramePr>
          <p:cNvPr id="166919" name="Object 18"/>
          <p:cNvGraphicFramePr>
            <a:graphicFrameLocks noGrp="1" noChangeAspect="1"/>
          </p:cNvGraphicFramePr>
          <p:nvPr>
            <p:ph sz="quarter" idx="2"/>
          </p:nvPr>
        </p:nvGraphicFramePr>
        <p:xfrm>
          <a:off x="2268538" y="2133600"/>
          <a:ext cx="3962400" cy="838200"/>
        </p:xfrm>
        <a:graphic>
          <a:graphicData uri="http://schemas.openxmlformats.org/presentationml/2006/ole">
            <mc:AlternateContent xmlns:mc="http://schemas.openxmlformats.org/markup-compatibility/2006">
              <mc:Choice xmlns:v="urn:schemas-microsoft-com:vml" Requires="v">
                <p:oleObj r:id="rId4" imgW="3962400" imgH="838200" progId="Equation.3">
                  <p:embed/>
                </p:oleObj>
              </mc:Choice>
              <mc:Fallback>
                <p:oleObj r:id="rId4" imgW="3962400" imgH="838200" progId="Equation.3">
                  <p:embed/>
                  <p:pic>
                    <p:nvPicPr>
                      <p:cNvPr id="0" name="图片 3600"/>
                      <p:cNvPicPr/>
                      <p:nvPr/>
                    </p:nvPicPr>
                    <p:blipFill>
                      <a:blip r:embed="rId5"/>
                      <a:stretch>
                        <a:fillRect/>
                      </a:stretch>
                    </p:blipFill>
                    <p:spPr>
                      <a:xfrm>
                        <a:off x="2268538" y="2133600"/>
                        <a:ext cx="3962400" cy="838200"/>
                      </a:xfrm>
                      <a:prstGeom prst="rect">
                        <a:avLst/>
                      </a:prstGeom>
                      <a:noFill/>
                      <a:ln w="38100">
                        <a:miter/>
                      </a:ln>
                    </p:spPr>
                  </p:pic>
                </p:oleObj>
              </mc:Fallback>
            </mc:AlternateContent>
          </a:graphicData>
        </a:graphic>
      </p:graphicFrame>
      <p:sp>
        <p:nvSpPr>
          <p:cNvPr id="166920" name="Rectangle 6"/>
          <p:cNvSpPr/>
          <p:nvPr/>
        </p:nvSpPr>
        <p:spPr>
          <a:xfrm>
            <a:off x="0" y="0"/>
            <a:ext cx="9144000" cy="0"/>
          </a:xfrm>
          <a:prstGeom prst="rect">
            <a:avLst/>
          </a:prstGeom>
          <a:noFill/>
          <a:ln w="12700">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66921" name="Rectangle 11"/>
          <p:cNvSpPr/>
          <p:nvPr/>
        </p:nvSpPr>
        <p:spPr>
          <a:xfrm>
            <a:off x="0" y="0"/>
            <a:ext cx="9144000" cy="0"/>
          </a:xfrm>
          <a:prstGeom prst="rect">
            <a:avLst/>
          </a:prstGeom>
          <a:noFill/>
          <a:ln w="12700">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66922" name="Rectangle 15"/>
          <p:cNvSpPr/>
          <p:nvPr/>
        </p:nvSpPr>
        <p:spPr>
          <a:xfrm>
            <a:off x="228600" y="6426200"/>
            <a:ext cx="36131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李雅普诺夫方法在线性系统中应用</a:t>
            </a:r>
          </a:p>
        </p:txBody>
      </p:sp>
      <p:sp>
        <p:nvSpPr>
          <p:cNvPr id="166923" name="Rectangle 16"/>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166924" name="Text Box 17"/>
          <p:cNvSpPr txBox="1"/>
          <p:nvPr/>
        </p:nvSpPr>
        <p:spPr>
          <a:xfrm>
            <a:off x="950913" y="1287463"/>
            <a:ext cx="2470150" cy="457200"/>
          </a:xfrm>
          <a:prstGeom prst="rect">
            <a:avLst/>
          </a:prstGeom>
          <a:noFill/>
          <a:ln w="9525">
            <a:noFill/>
          </a:ln>
        </p:spPr>
        <p:txBody>
          <a:bodyPr wrap="none" anchor="t" anchorCtr="0">
            <a:spAutoFit/>
          </a:bodyPr>
          <a:lstStyle/>
          <a:p>
            <a:pPr eaLnBrk="0" hangingPunct="0"/>
            <a:r>
              <a:rPr lang="zh-CN" altLang="en-US" sz="2400" dirty="0">
                <a:solidFill>
                  <a:srgbClr val="A50021"/>
                </a:solidFill>
                <a:latin typeface="Arial" panose="020B0604020202020204" pitchFamily="34" charset="0"/>
                <a:ea typeface="黑体" panose="02010609060101010101" pitchFamily="49" charset="-122"/>
              </a:rPr>
              <a:t>例</a:t>
            </a:r>
            <a:r>
              <a:rPr lang="en-US" altLang="zh-CN" sz="2400" dirty="0">
                <a:solidFill>
                  <a:srgbClr val="A50021"/>
                </a:solidFill>
                <a:latin typeface="Arial" panose="020B0604020202020204" pitchFamily="34" charset="0"/>
                <a:ea typeface="黑体" panose="02010609060101010101" pitchFamily="49" charset="-122"/>
              </a:rPr>
              <a:t>5.3.3</a:t>
            </a:r>
            <a:r>
              <a:rPr lang="en-US" altLang="zh-CN" sz="2400" dirty="0">
                <a:latin typeface="Arial" panose="020B0604020202020204" pitchFamily="34" charset="0"/>
                <a:ea typeface="黑体" panose="02010609060101010101" pitchFamily="49" charset="-122"/>
              </a:rPr>
              <a:t> </a:t>
            </a:r>
            <a:r>
              <a:rPr lang="zh-CN" altLang="en-US" sz="2400" dirty="0">
                <a:latin typeface="Arial" panose="020B0604020202020204" pitchFamily="34" charset="0"/>
                <a:ea typeface="黑体" panose="02010609060101010101" pitchFamily="49" charset="-122"/>
              </a:rPr>
              <a:t>给定系统</a:t>
            </a:r>
          </a:p>
        </p:txBody>
      </p:sp>
      <p:sp>
        <p:nvSpPr>
          <p:cNvPr id="166925" name="Text Box 21"/>
          <p:cNvSpPr txBox="1"/>
          <p:nvPr/>
        </p:nvSpPr>
        <p:spPr>
          <a:xfrm>
            <a:off x="900113" y="3357563"/>
            <a:ext cx="7942262" cy="457200"/>
          </a:xfrm>
          <a:prstGeom prst="rect">
            <a:avLst/>
          </a:prstGeom>
          <a:noFill/>
          <a:ln w="9525">
            <a:noFill/>
          </a:ln>
        </p:spPr>
        <p:txBody>
          <a:bodyPr wrap="none" anchor="t" anchorCtr="0">
            <a:spAutoFit/>
          </a:bodyPr>
          <a:lstStyle/>
          <a:p>
            <a:pPr eaLnBrk="0" hangingPunct="0"/>
            <a:r>
              <a:rPr lang="zh-CN" altLang="en-US" sz="2400" dirty="0">
                <a:latin typeface="Arial" panose="020B0604020202020204" pitchFamily="34" charset="0"/>
                <a:ea typeface="黑体" panose="02010609060101010101" pitchFamily="49" charset="-122"/>
              </a:rPr>
              <a:t>试确定        的值，使性能指标                   ，达到最小值。</a:t>
            </a:r>
          </a:p>
        </p:txBody>
      </p:sp>
      <p:graphicFrame>
        <p:nvGraphicFramePr>
          <p:cNvPr id="166926" name="Object 22"/>
          <p:cNvGraphicFramePr>
            <a:graphicFrameLocks noGrp="1" noChangeAspect="1"/>
          </p:cNvGraphicFramePr>
          <p:nvPr>
            <p:ph sz="quarter" idx="3"/>
          </p:nvPr>
        </p:nvGraphicFramePr>
        <p:xfrm>
          <a:off x="1908175" y="3429000"/>
          <a:ext cx="661988" cy="331788"/>
        </p:xfrm>
        <a:graphic>
          <a:graphicData uri="http://schemas.openxmlformats.org/presentationml/2006/ole">
            <mc:AlternateContent xmlns:mc="http://schemas.openxmlformats.org/markup-compatibility/2006">
              <mc:Choice xmlns:v="urn:schemas-microsoft-com:vml" Requires="v">
                <p:oleObj r:id="rId6" imgW="660400" imgH="330200" progId="Equation.3">
                  <p:embed/>
                </p:oleObj>
              </mc:Choice>
              <mc:Fallback>
                <p:oleObj r:id="rId6" imgW="660400" imgH="330200" progId="Equation.3">
                  <p:embed/>
                  <p:pic>
                    <p:nvPicPr>
                      <p:cNvPr id="0" name="图片 3601"/>
                      <p:cNvPicPr/>
                      <p:nvPr/>
                    </p:nvPicPr>
                    <p:blipFill>
                      <a:blip r:embed="rId7"/>
                      <a:stretch>
                        <a:fillRect/>
                      </a:stretch>
                    </p:blipFill>
                    <p:spPr>
                      <a:xfrm>
                        <a:off x="1908175" y="3429000"/>
                        <a:ext cx="661988" cy="331788"/>
                      </a:xfrm>
                      <a:prstGeom prst="rect">
                        <a:avLst/>
                      </a:prstGeom>
                      <a:noFill/>
                      <a:ln w="38100">
                        <a:miter/>
                      </a:ln>
                    </p:spPr>
                  </p:pic>
                </p:oleObj>
              </mc:Fallback>
            </mc:AlternateContent>
          </a:graphicData>
        </a:graphic>
      </p:graphicFrame>
      <p:graphicFrame>
        <p:nvGraphicFramePr>
          <p:cNvPr id="166927" name="Object 26"/>
          <p:cNvGraphicFramePr>
            <a:graphicFrameLocks noChangeAspect="1"/>
          </p:cNvGraphicFramePr>
          <p:nvPr/>
        </p:nvGraphicFramePr>
        <p:xfrm>
          <a:off x="5076825" y="3284538"/>
          <a:ext cx="1549400" cy="673100"/>
        </p:xfrm>
        <a:graphic>
          <a:graphicData uri="http://schemas.openxmlformats.org/presentationml/2006/ole">
            <mc:AlternateContent xmlns:mc="http://schemas.openxmlformats.org/markup-compatibility/2006">
              <mc:Choice xmlns:v="urn:schemas-microsoft-com:vml" Requires="v">
                <p:oleObj r:id="rId8" imgW="1548765" imgH="673100" progId="Equation.3">
                  <p:embed/>
                </p:oleObj>
              </mc:Choice>
              <mc:Fallback>
                <p:oleObj r:id="rId8" imgW="1548765" imgH="673100" progId="Equation.3">
                  <p:embed/>
                  <p:pic>
                    <p:nvPicPr>
                      <p:cNvPr id="0" name="图片 3604"/>
                      <p:cNvPicPr/>
                      <p:nvPr/>
                    </p:nvPicPr>
                    <p:blipFill>
                      <a:blip r:embed="rId9"/>
                      <a:stretch>
                        <a:fillRect/>
                      </a:stretch>
                    </p:blipFill>
                    <p:spPr>
                      <a:xfrm>
                        <a:off x="5076825" y="3284538"/>
                        <a:ext cx="1549400" cy="673100"/>
                      </a:xfrm>
                      <a:prstGeom prst="rect">
                        <a:avLst/>
                      </a:prstGeom>
                      <a:noFill/>
                      <a:ln w="38100">
                        <a:noFill/>
                        <a:miter/>
                      </a:ln>
                    </p:spPr>
                  </p:pic>
                </p:oleObj>
              </mc:Fallback>
            </mc:AlternateContent>
          </a:graphicData>
        </a:graphic>
      </p:graphicFrame>
      <p:sp>
        <p:nvSpPr>
          <p:cNvPr id="166928" name="Text Box 27"/>
          <p:cNvSpPr txBox="1"/>
          <p:nvPr/>
        </p:nvSpPr>
        <p:spPr>
          <a:xfrm>
            <a:off x="900113" y="4076700"/>
            <a:ext cx="793750" cy="457200"/>
          </a:xfrm>
          <a:prstGeom prst="rect">
            <a:avLst/>
          </a:prstGeom>
          <a:noFill/>
          <a:ln w="9525">
            <a:noFill/>
          </a:ln>
        </p:spPr>
        <p:txBody>
          <a:bodyPr wrap="none" anchor="t" anchorCtr="0">
            <a:spAutoFit/>
          </a:bodyPr>
          <a:lstStyle/>
          <a:p>
            <a:pPr eaLnBrk="0" hangingPunct="0"/>
            <a:r>
              <a:rPr lang="zh-CN" altLang="en-US" sz="2400" dirty="0">
                <a:latin typeface="Arial" panose="020B0604020202020204" pitchFamily="34" charset="0"/>
                <a:ea typeface="黑体" panose="02010609060101010101" pitchFamily="49" charset="-122"/>
              </a:rPr>
              <a:t>其中</a:t>
            </a:r>
          </a:p>
        </p:txBody>
      </p:sp>
      <p:graphicFrame>
        <p:nvGraphicFramePr>
          <p:cNvPr id="166929" name="Object 28"/>
          <p:cNvGraphicFramePr>
            <a:graphicFrameLocks noChangeAspect="1"/>
          </p:cNvGraphicFramePr>
          <p:nvPr/>
        </p:nvGraphicFramePr>
        <p:xfrm>
          <a:off x="3203575" y="4508500"/>
          <a:ext cx="2705100" cy="838200"/>
        </p:xfrm>
        <a:graphic>
          <a:graphicData uri="http://schemas.openxmlformats.org/presentationml/2006/ole">
            <mc:AlternateContent xmlns:mc="http://schemas.openxmlformats.org/markup-compatibility/2006">
              <mc:Choice xmlns:v="urn:schemas-microsoft-com:vml" Requires="v">
                <p:oleObj r:id="rId10" imgW="2705100" imgH="838200" progId="Equation.3">
                  <p:embed/>
                </p:oleObj>
              </mc:Choice>
              <mc:Fallback>
                <p:oleObj r:id="rId10" imgW="2705100" imgH="838200" progId="Equation.3">
                  <p:embed/>
                  <p:pic>
                    <p:nvPicPr>
                      <p:cNvPr id="0" name="图片 3605"/>
                      <p:cNvPicPr/>
                      <p:nvPr/>
                    </p:nvPicPr>
                    <p:blipFill>
                      <a:blip r:embed="rId11"/>
                      <a:stretch>
                        <a:fillRect/>
                      </a:stretch>
                    </p:blipFill>
                    <p:spPr>
                      <a:xfrm>
                        <a:off x="3203575" y="4508500"/>
                        <a:ext cx="2705100" cy="838200"/>
                      </a:xfrm>
                      <a:prstGeom prst="rect">
                        <a:avLst/>
                      </a:prstGeom>
                      <a:noFill/>
                      <a:ln w="38100">
                        <a:noFill/>
                        <a:miter/>
                      </a:ln>
                    </p:spPr>
                  </p:pic>
                </p:oleObj>
              </mc:Fallback>
            </mc:AlternateContent>
          </a:graphicData>
        </a:graphic>
      </p:graphicFrame>
      <p:sp>
        <p:nvSpPr>
          <p:cNvPr id="166930" name="Text Box 29"/>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172034"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62</a:t>
            </a:fld>
            <a:endParaRPr lang="en-US" altLang="zh-CN" sz="1400" dirty="0"/>
          </a:p>
        </p:txBody>
      </p:sp>
      <p:grpSp>
        <p:nvGrpSpPr>
          <p:cNvPr id="172035" name="Group 2"/>
          <p:cNvGrpSpPr/>
          <p:nvPr/>
        </p:nvGrpSpPr>
        <p:grpSpPr>
          <a:xfrm>
            <a:off x="0" y="0"/>
            <a:ext cx="9144000" cy="6858000"/>
            <a:chOff x="0" y="0"/>
            <a:chExt cx="5760" cy="4320"/>
          </a:xfrm>
        </p:grpSpPr>
        <p:pic>
          <p:nvPicPr>
            <p:cNvPr id="172036"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172037"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172038" name="Rectangle 5"/>
          <p:cNvSpPr>
            <a:spLocks noGrp="1"/>
          </p:cNvSpPr>
          <p:nvPr>
            <p:ph idx="1"/>
          </p:nvPr>
        </p:nvSpPr>
        <p:spPr>
          <a:xfrm>
            <a:off x="684213" y="620713"/>
            <a:ext cx="7773987" cy="5553075"/>
          </a:xfrm>
          <a:ln/>
        </p:spPr>
        <p:txBody>
          <a:bodyPr vert="horz" wrap="square" lIns="91440" tIns="45720" rIns="91440" bIns="45720" anchor="t" anchorCtr="0"/>
          <a:lstStyle/>
          <a:p>
            <a:pPr eaLnBrk="1" hangingPunct="1"/>
            <a:endParaRPr lang="en-US" altLang="zh-CN" sz="2800" dirty="0">
              <a:solidFill>
                <a:schemeClr val="bg2"/>
              </a:solidFill>
              <a:ea typeface="黑体" panose="02010609060101010101" pitchFamily="49" charset="-122"/>
            </a:endParaRPr>
          </a:p>
          <a:p>
            <a:pPr eaLnBrk="1" hangingPunct="1"/>
            <a:endParaRPr lang="en-US" altLang="zh-CN" sz="2800" dirty="0">
              <a:solidFill>
                <a:schemeClr val="bg2"/>
              </a:solidFill>
              <a:ea typeface="黑体" panose="02010609060101010101" pitchFamily="49" charset="-122"/>
            </a:endParaRPr>
          </a:p>
        </p:txBody>
      </p:sp>
      <p:sp>
        <p:nvSpPr>
          <p:cNvPr id="172039" name="Rectangle 6"/>
          <p:cNvSpPr/>
          <p:nvPr/>
        </p:nvSpPr>
        <p:spPr>
          <a:xfrm>
            <a:off x="0" y="0"/>
            <a:ext cx="9144000" cy="0"/>
          </a:xfrm>
          <a:prstGeom prst="rect">
            <a:avLst/>
          </a:prstGeom>
          <a:noFill/>
          <a:ln w="12700">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72040" name="Object 10"/>
          <p:cNvGraphicFramePr>
            <a:graphicFrameLocks noChangeAspect="1"/>
          </p:cNvGraphicFramePr>
          <p:nvPr/>
        </p:nvGraphicFramePr>
        <p:xfrm>
          <a:off x="900113" y="1916113"/>
          <a:ext cx="7621587" cy="1025525"/>
        </p:xfrm>
        <a:graphic>
          <a:graphicData uri="http://schemas.openxmlformats.org/presentationml/2006/ole">
            <mc:AlternateContent xmlns:mc="http://schemas.openxmlformats.org/markup-compatibility/2006">
              <mc:Choice xmlns:v="urn:schemas-microsoft-com:vml" Requires="v">
                <p:oleObj r:id="rId4" imgW="3606800" imgH="482600" progId="Equation.DSMT4">
                  <p:embed/>
                </p:oleObj>
              </mc:Choice>
              <mc:Fallback>
                <p:oleObj r:id="rId4" imgW="3606800" imgH="482600" progId="Equation.DSMT4">
                  <p:embed/>
                  <p:pic>
                    <p:nvPicPr>
                      <p:cNvPr id="0" name="图片 3491"/>
                      <p:cNvPicPr/>
                      <p:nvPr/>
                    </p:nvPicPr>
                    <p:blipFill>
                      <a:blip r:embed="rId5"/>
                      <a:stretch>
                        <a:fillRect/>
                      </a:stretch>
                    </p:blipFill>
                    <p:spPr>
                      <a:xfrm>
                        <a:off x="900113" y="1916113"/>
                        <a:ext cx="7621587" cy="1025525"/>
                      </a:xfrm>
                      <a:prstGeom prst="rect">
                        <a:avLst/>
                      </a:prstGeom>
                      <a:noFill/>
                      <a:ln w="38100">
                        <a:noFill/>
                        <a:miter/>
                      </a:ln>
                    </p:spPr>
                  </p:pic>
                </p:oleObj>
              </mc:Fallback>
            </mc:AlternateContent>
          </a:graphicData>
        </a:graphic>
      </p:graphicFrame>
      <p:sp>
        <p:nvSpPr>
          <p:cNvPr id="172041" name="Rectangle 11"/>
          <p:cNvSpPr/>
          <p:nvPr/>
        </p:nvSpPr>
        <p:spPr>
          <a:xfrm>
            <a:off x="684213" y="3098800"/>
            <a:ext cx="793750" cy="457200"/>
          </a:xfrm>
          <a:prstGeom prst="rect">
            <a:avLst/>
          </a:prstGeom>
          <a:noFill/>
          <a:ln w="12700">
            <a:noFill/>
          </a:ln>
        </p:spPr>
        <p:txBody>
          <a:bodyPr wrap="none" anchor="ctr" anchorCtr="0">
            <a:spAutoFit/>
          </a:bodyPr>
          <a:lstStyle/>
          <a:p>
            <a:r>
              <a:rPr lang="zh-CN" altLang="en-US" sz="2400" dirty="0">
                <a:latin typeface="Arial" panose="020B0604020202020204" pitchFamily="34" charset="0"/>
                <a:ea typeface="黑体" panose="02010609060101010101" pitchFamily="49" charset="-122"/>
              </a:rPr>
              <a:t>解得</a:t>
            </a:r>
          </a:p>
        </p:txBody>
      </p:sp>
      <p:sp>
        <p:nvSpPr>
          <p:cNvPr id="172042" name="Rectangle 12"/>
          <p:cNvSpPr/>
          <p:nvPr/>
        </p:nvSpPr>
        <p:spPr>
          <a:xfrm>
            <a:off x="0" y="2986088"/>
            <a:ext cx="9144000" cy="0"/>
          </a:xfrm>
          <a:prstGeom prst="rect">
            <a:avLst/>
          </a:prstGeom>
          <a:noFill/>
          <a:ln w="12700">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72043" name="Object 13"/>
          <p:cNvGraphicFramePr>
            <a:graphicFrameLocks noChangeAspect="1"/>
          </p:cNvGraphicFramePr>
          <p:nvPr/>
        </p:nvGraphicFramePr>
        <p:xfrm>
          <a:off x="1835150" y="3516313"/>
          <a:ext cx="4681538" cy="1844675"/>
        </p:xfrm>
        <a:graphic>
          <a:graphicData uri="http://schemas.openxmlformats.org/presentationml/2006/ole">
            <mc:AlternateContent xmlns:mc="http://schemas.openxmlformats.org/markup-compatibility/2006">
              <mc:Choice xmlns:v="urn:schemas-microsoft-com:vml" Requires="v">
                <p:oleObj r:id="rId6" imgW="2247900" imgH="889000" progId="Equation.DSMT4">
                  <p:embed/>
                </p:oleObj>
              </mc:Choice>
              <mc:Fallback>
                <p:oleObj r:id="rId6" imgW="2247900" imgH="889000" progId="Equation.DSMT4">
                  <p:embed/>
                  <p:pic>
                    <p:nvPicPr>
                      <p:cNvPr id="0" name="图片 3492"/>
                      <p:cNvPicPr/>
                      <p:nvPr/>
                    </p:nvPicPr>
                    <p:blipFill>
                      <a:blip r:embed="rId7"/>
                      <a:stretch>
                        <a:fillRect/>
                      </a:stretch>
                    </p:blipFill>
                    <p:spPr>
                      <a:xfrm>
                        <a:off x="1835150" y="3516313"/>
                        <a:ext cx="4681538" cy="1844675"/>
                      </a:xfrm>
                      <a:prstGeom prst="rect">
                        <a:avLst/>
                      </a:prstGeom>
                      <a:noFill/>
                      <a:ln w="38100">
                        <a:noFill/>
                        <a:miter/>
                      </a:ln>
                    </p:spPr>
                  </p:pic>
                </p:oleObj>
              </mc:Fallback>
            </mc:AlternateContent>
          </a:graphicData>
        </a:graphic>
      </p:graphicFrame>
      <p:sp>
        <p:nvSpPr>
          <p:cNvPr id="172044" name="Rectangle 14"/>
          <p:cNvSpPr/>
          <p:nvPr/>
        </p:nvSpPr>
        <p:spPr>
          <a:xfrm>
            <a:off x="698500" y="5229225"/>
            <a:ext cx="1098550" cy="457200"/>
          </a:xfrm>
          <a:prstGeom prst="rect">
            <a:avLst/>
          </a:prstGeom>
          <a:noFill/>
          <a:ln w="12700">
            <a:noFill/>
          </a:ln>
        </p:spPr>
        <p:txBody>
          <a:bodyPr wrap="none" anchor="ctr" anchorCtr="0">
            <a:spAutoFit/>
          </a:bodyPr>
          <a:lstStyle/>
          <a:p>
            <a:r>
              <a:rPr lang="zh-CN" altLang="en-US" sz="2400" dirty="0">
                <a:latin typeface="Arial" panose="020B0604020202020204" pitchFamily="34" charset="0"/>
                <a:ea typeface="黑体" panose="02010609060101010101" pitchFamily="49" charset="-122"/>
              </a:rPr>
              <a:t>于是有</a:t>
            </a:r>
          </a:p>
        </p:txBody>
      </p:sp>
      <p:sp>
        <p:nvSpPr>
          <p:cNvPr id="172045" name="Rectangle 15"/>
          <p:cNvSpPr/>
          <p:nvPr/>
        </p:nvSpPr>
        <p:spPr>
          <a:xfrm>
            <a:off x="684213" y="1268413"/>
            <a:ext cx="4187825" cy="457200"/>
          </a:xfrm>
          <a:prstGeom prst="rect">
            <a:avLst/>
          </a:prstGeom>
          <a:noFill/>
          <a:ln w="12700">
            <a:noFill/>
          </a:ln>
        </p:spPr>
        <p:txBody>
          <a:bodyPr anchor="t" anchorCtr="0">
            <a:spAutoFit/>
          </a:bodyPr>
          <a:lstStyle/>
          <a:p>
            <a:pPr eaLnBrk="0" hangingPunct="0"/>
            <a:r>
              <a:rPr lang="zh-CN" altLang="en-US" sz="2400" dirty="0">
                <a:latin typeface="Arial" panose="020B0604020202020204" pitchFamily="34" charset="0"/>
                <a:ea typeface="黑体" panose="02010609060101010101" pitchFamily="49" charset="-122"/>
              </a:rPr>
              <a:t>解</a:t>
            </a:r>
            <a:r>
              <a:rPr lang="en-US" altLang="zh-CN" sz="2400" dirty="0">
                <a:latin typeface="Arial" panose="020B0604020202020204" pitchFamily="34" charset="0"/>
                <a:ea typeface="黑体" panose="02010609060101010101" pitchFamily="49" charset="-122"/>
              </a:rPr>
              <a:t>: </a:t>
            </a:r>
            <a:r>
              <a:rPr lang="zh-CN" altLang="en-US" sz="2400" dirty="0">
                <a:latin typeface="Arial" panose="020B0604020202020204" pitchFamily="34" charset="0"/>
                <a:ea typeface="黑体" panose="02010609060101010101" pitchFamily="49" charset="-122"/>
              </a:rPr>
              <a:t>由                        ，知</a:t>
            </a:r>
          </a:p>
        </p:txBody>
      </p:sp>
      <p:sp>
        <p:nvSpPr>
          <p:cNvPr id="172046" name="Rectangle 16"/>
          <p:cNvSpPr/>
          <p:nvPr/>
        </p:nvSpPr>
        <p:spPr>
          <a:xfrm>
            <a:off x="228600" y="6426200"/>
            <a:ext cx="36131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李雅普诺夫方法在线性系统中应用</a:t>
            </a:r>
          </a:p>
        </p:txBody>
      </p:sp>
      <p:sp>
        <p:nvSpPr>
          <p:cNvPr id="172047" name="Rectangle 17"/>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graphicFrame>
        <p:nvGraphicFramePr>
          <p:cNvPr id="172048" name="Object 8"/>
          <p:cNvGraphicFramePr>
            <a:graphicFrameLocks noChangeAspect="1"/>
          </p:cNvGraphicFramePr>
          <p:nvPr/>
        </p:nvGraphicFramePr>
        <p:xfrm>
          <a:off x="1619250" y="1284288"/>
          <a:ext cx="1871663" cy="431800"/>
        </p:xfrm>
        <a:graphic>
          <a:graphicData uri="http://schemas.openxmlformats.org/presentationml/2006/ole">
            <mc:AlternateContent xmlns:mc="http://schemas.openxmlformats.org/markup-compatibility/2006">
              <mc:Choice xmlns:v="urn:schemas-microsoft-com:vml" Requires="v">
                <p:oleObj r:id="rId8" imgW="990600" imgH="228600" progId="Equation.DSMT4">
                  <p:embed/>
                </p:oleObj>
              </mc:Choice>
              <mc:Fallback>
                <p:oleObj r:id="rId8" imgW="990600" imgH="228600" progId="Equation.DSMT4">
                  <p:embed/>
                  <p:pic>
                    <p:nvPicPr>
                      <p:cNvPr id="0" name="图片 3494"/>
                      <p:cNvPicPr/>
                      <p:nvPr/>
                    </p:nvPicPr>
                    <p:blipFill>
                      <a:blip r:embed="rId9"/>
                      <a:stretch>
                        <a:fillRect/>
                      </a:stretch>
                    </p:blipFill>
                    <p:spPr>
                      <a:xfrm>
                        <a:off x="1619250" y="1284288"/>
                        <a:ext cx="1871663" cy="431800"/>
                      </a:xfrm>
                      <a:prstGeom prst="rect">
                        <a:avLst/>
                      </a:prstGeom>
                      <a:noFill/>
                      <a:ln w="38100">
                        <a:noFill/>
                        <a:miter/>
                      </a:ln>
                    </p:spPr>
                  </p:pic>
                </p:oleObj>
              </mc:Fallback>
            </mc:AlternateContent>
          </a:graphicData>
        </a:graphic>
      </p:graphicFrame>
      <p:sp>
        <p:nvSpPr>
          <p:cNvPr id="172049" name="Text Box 18"/>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日期占位符 2"/>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176130" name="灯片编号占位符 4"/>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63</a:t>
            </a:fld>
            <a:endParaRPr lang="en-US" altLang="zh-CN" sz="1400" dirty="0"/>
          </a:p>
        </p:txBody>
      </p:sp>
      <p:grpSp>
        <p:nvGrpSpPr>
          <p:cNvPr id="176131" name="Group 2"/>
          <p:cNvGrpSpPr/>
          <p:nvPr/>
        </p:nvGrpSpPr>
        <p:grpSpPr>
          <a:xfrm>
            <a:off x="0" y="0"/>
            <a:ext cx="9144000" cy="6858000"/>
            <a:chOff x="0" y="0"/>
            <a:chExt cx="5760" cy="4320"/>
          </a:xfrm>
        </p:grpSpPr>
        <p:pic>
          <p:nvPicPr>
            <p:cNvPr id="176132" name="Picture 3" descr="底图1"/>
            <p:cNvPicPr>
              <a:picLocks noChangeAspect="1"/>
            </p:cNvPicPr>
            <p:nvPr/>
          </p:nvPicPr>
          <p:blipFill>
            <a:blip r:embed="rId3"/>
            <a:stretch>
              <a:fillRect/>
            </a:stretch>
          </p:blipFill>
          <p:spPr>
            <a:xfrm>
              <a:off x="0" y="0"/>
              <a:ext cx="5760" cy="4320"/>
            </a:xfrm>
            <a:prstGeom prst="rect">
              <a:avLst/>
            </a:prstGeom>
            <a:noFill/>
            <a:ln w="9525">
              <a:noFill/>
            </a:ln>
          </p:spPr>
        </p:pic>
        <p:sp>
          <p:nvSpPr>
            <p:cNvPr id="176133" name="Text Box 4"/>
            <p:cNvSpPr txBox="1"/>
            <p:nvPr/>
          </p:nvSpPr>
          <p:spPr>
            <a:xfrm>
              <a:off x="3923" y="48"/>
              <a:ext cx="1837" cy="231"/>
            </a:xfrm>
            <a:prstGeom prst="rect">
              <a:avLst/>
            </a:prstGeom>
            <a:noFill/>
            <a:ln w="9525">
              <a:noFill/>
            </a:ln>
          </p:spPr>
          <p:txBody>
            <a:bodyPr anchor="t" anchorCtr="0">
              <a:spAutoFit/>
            </a:bodyPr>
            <a:lstStyle/>
            <a:p>
              <a:endParaRPr lang="zh-CN" altLang="zh-CN" dirty="0">
                <a:solidFill>
                  <a:schemeClr val="bg1"/>
                </a:solidFill>
                <a:latin typeface="Arial" panose="020B0604020202020204" pitchFamily="34" charset="0"/>
                <a:ea typeface="黑体" panose="02010609060101010101" pitchFamily="49" charset="-122"/>
              </a:endParaRPr>
            </a:p>
          </p:txBody>
        </p:sp>
      </p:grpSp>
      <p:sp>
        <p:nvSpPr>
          <p:cNvPr id="176134" name="Rectangle 5"/>
          <p:cNvSpPr/>
          <p:nvPr/>
        </p:nvSpPr>
        <p:spPr>
          <a:xfrm>
            <a:off x="228600" y="6426200"/>
            <a:ext cx="3613150" cy="366713"/>
          </a:xfrm>
          <a:prstGeom prst="rect">
            <a:avLst/>
          </a:prstGeom>
          <a:noFill/>
          <a:ln w="9525">
            <a:noFill/>
          </a:ln>
        </p:spPr>
        <p:txBody>
          <a:bodyPr wrap="none" anchor="t" anchorCtr="0">
            <a:spAutoFit/>
          </a:bodyPr>
          <a:lstStyle/>
          <a:p>
            <a:pPr eaLnBrk="0" hangingPunct="0">
              <a:spcBef>
                <a:spcPct val="50000"/>
              </a:spcBef>
            </a:pPr>
            <a:r>
              <a:rPr lang="zh-CN" altLang="en-US" dirty="0">
                <a:solidFill>
                  <a:srgbClr val="FFFFFF"/>
                </a:solidFill>
                <a:latin typeface="Arial" panose="020B0604020202020204" pitchFamily="34" charset="0"/>
                <a:ea typeface="黑体" panose="02010609060101010101" pitchFamily="49" charset="-122"/>
              </a:rPr>
              <a:t>李雅普诺夫方法在线性系统中应用</a:t>
            </a:r>
          </a:p>
        </p:txBody>
      </p:sp>
      <p:sp>
        <p:nvSpPr>
          <p:cNvPr id="176135" name="Rectangle 6"/>
          <p:cNvSpPr/>
          <p:nvPr/>
        </p:nvSpPr>
        <p:spPr>
          <a:xfrm>
            <a:off x="0" y="0"/>
            <a:ext cx="9144000" cy="0"/>
          </a:xfrm>
          <a:prstGeom prst="rect">
            <a:avLst/>
          </a:prstGeom>
          <a:noFill/>
          <a:ln w="12700">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76136" name="Rectangle 7"/>
          <p:cNvSpPr/>
          <p:nvPr/>
        </p:nvSpPr>
        <p:spPr>
          <a:xfrm>
            <a:off x="0" y="0"/>
            <a:ext cx="9144000" cy="0"/>
          </a:xfrm>
          <a:prstGeom prst="rect">
            <a:avLst/>
          </a:prstGeom>
          <a:noFill/>
          <a:ln w="12700">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76137" name="Object 8"/>
          <p:cNvGraphicFramePr>
            <a:graphicFrameLocks noChangeAspect="1"/>
          </p:cNvGraphicFramePr>
          <p:nvPr/>
        </p:nvGraphicFramePr>
        <p:xfrm>
          <a:off x="971550" y="1268413"/>
          <a:ext cx="6910388" cy="781050"/>
        </p:xfrm>
        <a:graphic>
          <a:graphicData uri="http://schemas.openxmlformats.org/presentationml/2006/ole">
            <mc:AlternateContent xmlns:mc="http://schemas.openxmlformats.org/markup-compatibility/2006">
              <mc:Choice xmlns:v="urn:schemas-microsoft-com:vml" Requires="v">
                <p:oleObj r:id="rId4" imgW="3708400" imgH="419100" progId="Equation.DSMT4">
                  <p:embed/>
                </p:oleObj>
              </mc:Choice>
              <mc:Fallback>
                <p:oleObj r:id="rId4" imgW="3708400" imgH="419100" progId="Equation.DSMT4">
                  <p:embed/>
                  <p:pic>
                    <p:nvPicPr>
                      <p:cNvPr id="0" name="图片 3251"/>
                      <p:cNvPicPr/>
                      <p:nvPr/>
                    </p:nvPicPr>
                    <p:blipFill>
                      <a:blip r:embed="rId5"/>
                      <a:stretch>
                        <a:fillRect/>
                      </a:stretch>
                    </p:blipFill>
                    <p:spPr>
                      <a:xfrm>
                        <a:off x="971550" y="1268413"/>
                        <a:ext cx="6910388" cy="781050"/>
                      </a:xfrm>
                      <a:prstGeom prst="rect">
                        <a:avLst/>
                      </a:prstGeom>
                      <a:noFill/>
                      <a:ln w="38100">
                        <a:noFill/>
                        <a:miter/>
                      </a:ln>
                    </p:spPr>
                  </p:pic>
                </p:oleObj>
              </mc:Fallback>
            </mc:AlternateContent>
          </a:graphicData>
        </a:graphic>
      </p:graphicFrame>
      <p:sp>
        <p:nvSpPr>
          <p:cNvPr id="176138" name="Rectangle 9"/>
          <p:cNvSpPr/>
          <p:nvPr/>
        </p:nvSpPr>
        <p:spPr>
          <a:xfrm>
            <a:off x="-26987" y="3946525"/>
            <a:ext cx="9144000" cy="0"/>
          </a:xfrm>
          <a:prstGeom prst="rect">
            <a:avLst/>
          </a:prstGeom>
          <a:noFill/>
          <a:ln w="12700">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76139" name="Object 10"/>
          <p:cNvGraphicFramePr>
            <a:graphicFrameLocks noChangeAspect="1"/>
          </p:cNvGraphicFramePr>
          <p:nvPr/>
        </p:nvGraphicFramePr>
        <p:xfrm>
          <a:off x="1304925" y="2332038"/>
          <a:ext cx="2698750" cy="539750"/>
        </p:xfrm>
        <a:graphic>
          <a:graphicData uri="http://schemas.openxmlformats.org/presentationml/2006/ole">
            <mc:AlternateContent xmlns:mc="http://schemas.openxmlformats.org/markup-compatibility/2006">
              <mc:Choice xmlns:v="urn:schemas-microsoft-com:vml" Requires="v">
                <p:oleObj r:id="rId6" imgW="1143000" imgH="228600" progId="Equation.DSMT4">
                  <p:embed/>
                </p:oleObj>
              </mc:Choice>
              <mc:Fallback>
                <p:oleObj r:id="rId6" imgW="1143000" imgH="228600" progId="Equation.DSMT4">
                  <p:embed/>
                  <p:pic>
                    <p:nvPicPr>
                      <p:cNvPr id="0" name="图片 3253"/>
                      <p:cNvPicPr/>
                      <p:nvPr/>
                    </p:nvPicPr>
                    <p:blipFill>
                      <a:blip r:embed="rId7"/>
                      <a:stretch>
                        <a:fillRect/>
                      </a:stretch>
                    </p:blipFill>
                    <p:spPr>
                      <a:xfrm>
                        <a:off x="1304925" y="2332038"/>
                        <a:ext cx="2698750" cy="539750"/>
                      </a:xfrm>
                      <a:prstGeom prst="rect">
                        <a:avLst/>
                      </a:prstGeom>
                      <a:noFill/>
                      <a:ln w="38100">
                        <a:noFill/>
                        <a:miter/>
                      </a:ln>
                    </p:spPr>
                  </p:pic>
                </p:oleObj>
              </mc:Fallback>
            </mc:AlternateContent>
          </a:graphicData>
        </a:graphic>
      </p:graphicFrame>
      <p:sp>
        <p:nvSpPr>
          <p:cNvPr id="176140" name="Rectangle 11"/>
          <p:cNvSpPr/>
          <p:nvPr/>
        </p:nvSpPr>
        <p:spPr>
          <a:xfrm>
            <a:off x="0" y="0"/>
            <a:ext cx="9144000" cy="0"/>
          </a:xfrm>
          <a:prstGeom prst="rect">
            <a:avLst/>
          </a:prstGeom>
          <a:noFill/>
          <a:ln w="12700">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76141" name="Rectangle 12"/>
          <p:cNvSpPr/>
          <p:nvPr/>
        </p:nvSpPr>
        <p:spPr>
          <a:xfrm>
            <a:off x="-26987" y="3851275"/>
            <a:ext cx="9144000" cy="0"/>
          </a:xfrm>
          <a:prstGeom prst="rect">
            <a:avLst/>
          </a:prstGeom>
          <a:noFill/>
          <a:ln w="12700">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graphicFrame>
        <p:nvGraphicFramePr>
          <p:cNvPr id="176142" name="Object 13"/>
          <p:cNvGraphicFramePr>
            <a:graphicFrameLocks noChangeAspect="1"/>
          </p:cNvGraphicFramePr>
          <p:nvPr/>
        </p:nvGraphicFramePr>
        <p:xfrm>
          <a:off x="6219825" y="2189163"/>
          <a:ext cx="1622425" cy="822325"/>
        </p:xfrm>
        <a:graphic>
          <a:graphicData uri="http://schemas.openxmlformats.org/presentationml/2006/ole">
            <mc:AlternateContent xmlns:mc="http://schemas.openxmlformats.org/markup-compatibility/2006">
              <mc:Choice xmlns:v="urn:schemas-microsoft-com:vml" Requires="v">
                <p:oleObj r:id="rId8" imgW="825500" imgH="419100" progId="Equation.DSMT4">
                  <p:embed/>
                </p:oleObj>
              </mc:Choice>
              <mc:Fallback>
                <p:oleObj r:id="rId8" imgW="825500" imgH="419100" progId="Equation.DSMT4">
                  <p:embed/>
                  <p:pic>
                    <p:nvPicPr>
                      <p:cNvPr id="0" name="图片 3254"/>
                      <p:cNvPicPr/>
                      <p:nvPr/>
                    </p:nvPicPr>
                    <p:blipFill>
                      <a:blip r:embed="rId9"/>
                      <a:stretch>
                        <a:fillRect/>
                      </a:stretch>
                    </p:blipFill>
                    <p:spPr>
                      <a:xfrm>
                        <a:off x="6219825" y="2189163"/>
                        <a:ext cx="1622425" cy="822325"/>
                      </a:xfrm>
                      <a:prstGeom prst="rect">
                        <a:avLst/>
                      </a:prstGeom>
                      <a:noFill/>
                      <a:ln w="38100">
                        <a:noFill/>
                        <a:miter/>
                      </a:ln>
                    </p:spPr>
                  </p:pic>
                </p:oleObj>
              </mc:Fallback>
            </mc:AlternateContent>
          </a:graphicData>
        </a:graphic>
      </p:graphicFrame>
      <p:graphicFrame>
        <p:nvGraphicFramePr>
          <p:cNvPr id="176143" name="Object 14"/>
          <p:cNvGraphicFramePr>
            <a:graphicFrameLocks noChangeAspect="1"/>
          </p:cNvGraphicFramePr>
          <p:nvPr/>
        </p:nvGraphicFramePr>
        <p:xfrm>
          <a:off x="1655763" y="3248025"/>
          <a:ext cx="871537" cy="782638"/>
        </p:xfrm>
        <a:graphic>
          <a:graphicData uri="http://schemas.openxmlformats.org/presentationml/2006/ole">
            <mc:AlternateContent xmlns:mc="http://schemas.openxmlformats.org/markup-compatibility/2006">
              <mc:Choice xmlns:v="urn:schemas-microsoft-com:vml" Requires="v">
                <p:oleObj r:id="rId10" imgW="469900" imgH="419100" progId="Equation.DSMT4">
                  <p:embed/>
                </p:oleObj>
              </mc:Choice>
              <mc:Fallback>
                <p:oleObj r:id="rId10" imgW="469900" imgH="419100" progId="Equation.DSMT4">
                  <p:embed/>
                  <p:pic>
                    <p:nvPicPr>
                      <p:cNvPr id="0" name="图片 3250"/>
                      <p:cNvPicPr/>
                      <p:nvPr/>
                    </p:nvPicPr>
                    <p:blipFill>
                      <a:blip r:embed="rId11"/>
                      <a:stretch>
                        <a:fillRect/>
                      </a:stretch>
                    </p:blipFill>
                    <p:spPr>
                      <a:xfrm>
                        <a:off x="1655763" y="3248025"/>
                        <a:ext cx="871537" cy="782638"/>
                      </a:xfrm>
                      <a:prstGeom prst="rect">
                        <a:avLst/>
                      </a:prstGeom>
                      <a:noFill/>
                      <a:ln w="38100">
                        <a:noFill/>
                        <a:miter/>
                      </a:ln>
                    </p:spPr>
                  </p:pic>
                </p:oleObj>
              </mc:Fallback>
            </mc:AlternateContent>
          </a:graphicData>
        </a:graphic>
      </p:graphicFrame>
      <p:graphicFrame>
        <p:nvGraphicFramePr>
          <p:cNvPr id="176144" name="Object 15"/>
          <p:cNvGraphicFramePr>
            <a:graphicFrameLocks noChangeAspect="1"/>
          </p:cNvGraphicFramePr>
          <p:nvPr/>
        </p:nvGraphicFramePr>
        <p:xfrm>
          <a:off x="4030663" y="3176588"/>
          <a:ext cx="1436687" cy="809625"/>
        </p:xfrm>
        <a:graphic>
          <a:graphicData uri="http://schemas.openxmlformats.org/presentationml/2006/ole">
            <mc:AlternateContent xmlns:mc="http://schemas.openxmlformats.org/markup-compatibility/2006">
              <mc:Choice xmlns:v="urn:schemas-microsoft-com:vml" Requires="v">
                <p:oleObj r:id="rId12" imgW="761365" imgH="431800" progId="Equation.DSMT4">
                  <p:embed/>
                </p:oleObj>
              </mc:Choice>
              <mc:Fallback>
                <p:oleObj r:id="rId12" imgW="761365" imgH="431800" progId="Equation.DSMT4">
                  <p:embed/>
                  <p:pic>
                    <p:nvPicPr>
                      <p:cNvPr id="0" name="图片 3252"/>
                      <p:cNvPicPr/>
                      <p:nvPr/>
                    </p:nvPicPr>
                    <p:blipFill>
                      <a:blip r:embed="rId13"/>
                      <a:stretch>
                        <a:fillRect/>
                      </a:stretch>
                    </p:blipFill>
                    <p:spPr>
                      <a:xfrm>
                        <a:off x="4030663" y="3176588"/>
                        <a:ext cx="1436687" cy="809625"/>
                      </a:xfrm>
                      <a:prstGeom prst="rect">
                        <a:avLst/>
                      </a:prstGeom>
                      <a:noFill/>
                      <a:ln w="38100">
                        <a:noFill/>
                        <a:miter/>
                      </a:ln>
                    </p:spPr>
                  </p:pic>
                </p:oleObj>
              </mc:Fallback>
            </mc:AlternateContent>
          </a:graphicData>
        </a:graphic>
      </p:graphicFrame>
      <p:sp>
        <p:nvSpPr>
          <p:cNvPr id="176145" name="Rectangle 16"/>
          <p:cNvSpPr/>
          <p:nvPr/>
        </p:nvSpPr>
        <p:spPr>
          <a:xfrm>
            <a:off x="835025" y="3349625"/>
            <a:ext cx="793750" cy="457200"/>
          </a:xfrm>
          <a:prstGeom prst="rect">
            <a:avLst/>
          </a:prstGeom>
          <a:noFill/>
          <a:ln w="12700">
            <a:noFill/>
          </a:ln>
        </p:spPr>
        <p:txBody>
          <a:bodyPr wrap="none" anchor="ctr" anchorCtr="0">
            <a:spAutoFit/>
          </a:bodyPr>
          <a:lstStyle/>
          <a:p>
            <a:r>
              <a:rPr lang="zh-CN" altLang="en-US" sz="2400" dirty="0">
                <a:latin typeface="Arial" panose="020B0604020202020204" pitchFamily="34" charset="0"/>
                <a:ea typeface="黑体" panose="02010609060101010101" pitchFamily="49" charset="-122"/>
              </a:rPr>
              <a:t>再令</a:t>
            </a:r>
          </a:p>
        </p:txBody>
      </p:sp>
      <p:sp>
        <p:nvSpPr>
          <p:cNvPr id="176146" name="Rectangle 17"/>
          <p:cNvSpPr/>
          <p:nvPr/>
        </p:nvSpPr>
        <p:spPr>
          <a:xfrm>
            <a:off x="2555875" y="3357563"/>
            <a:ext cx="1403350" cy="457200"/>
          </a:xfrm>
          <a:prstGeom prst="rect">
            <a:avLst/>
          </a:prstGeom>
          <a:noFill/>
          <a:ln w="12700">
            <a:noFill/>
          </a:ln>
        </p:spPr>
        <p:txBody>
          <a:bodyPr wrap="none" anchor="ctr" anchorCtr="0">
            <a:spAutoFit/>
          </a:bodyPr>
          <a:lstStyle/>
          <a:p>
            <a:r>
              <a:rPr lang="zh-CN" altLang="en-US" sz="2400" dirty="0">
                <a:latin typeface="Arial" panose="020B0604020202020204" pitchFamily="34" charset="0"/>
                <a:ea typeface="黑体" panose="02010609060101010101" pitchFamily="49" charset="-122"/>
              </a:rPr>
              <a:t>，于是得</a:t>
            </a:r>
          </a:p>
        </p:txBody>
      </p:sp>
      <p:sp>
        <p:nvSpPr>
          <p:cNvPr id="176147" name="Rectangle 18"/>
          <p:cNvSpPr/>
          <p:nvPr/>
        </p:nvSpPr>
        <p:spPr>
          <a:xfrm>
            <a:off x="4181475" y="4170363"/>
            <a:ext cx="311150" cy="244475"/>
          </a:xfrm>
          <a:prstGeom prst="rect">
            <a:avLst/>
          </a:prstGeom>
          <a:noFill/>
          <a:ln w="12700">
            <a:noFill/>
          </a:ln>
        </p:spPr>
        <p:txBody>
          <a:bodyPr wrap="none" anchor="ctr" anchorCtr="0">
            <a:spAutoFit/>
          </a:bodyPr>
          <a:lstStyle/>
          <a:p>
            <a:r>
              <a:rPr lang="zh-CN" altLang="en-US" sz="1000" dirty="0">
                <a:latin typeface="Arial" panose="020B0604020202020204" pitchFamily="34" charset="0"/>
                <a:ea typeface="黑体" panose="02010609060101010101" pitchFamily="49" charset="-122"/>
              </a:rPr>
              <a:t>。</a:t>
            </a:r>
            <a:endParaRPr lang="zh-CN" altLang="en-US" dirty="0">
              <a:latin typeface="Arial" panose="020B0604020202020204" pitchFamily="34" charset="0"/>
              <a:ea typeface="黑体" panose="02010609060101010101" pitchFamily="49" charset="-122"/>
            </a:endParaRPr>
          </a:p>
        </p:txBody>
      </p:sp>
      <p:sp>
        <p:nvSpPr>
          <p:cNvPr id="176148" name="Rectangle 19"/>
          <p:cNvSpPr/>
          <p:nvPr/>
        </p:nvSpPr>
        <p:spPr>
          <a:xfrm>
            <a:off x="-26987" y="3960813"/>
            <a:ext cx="9144000" cy="0"/>
          </a:xfrm>
          <a:prstGeom prst="rect">
            <a:avLst/>
          </a:prstGeom>
          <a:noFill/>
          <a:ln w="12700">
            <a:noFill/>
          </a:ln>
        </p:spPr>
        <p:txBody>
          <a:bodyPr wrap="none" anchor="ctr" anchorCtr="0">
            <a:spAutoFit/>
          </a:bodyPr>
          <a:lstStyle/>
          <a:p>
            <a:pPr eaLnBrk="0" hangingPunct="0"/>
            <a:endParaRPr lang="zh-CN" altLang="en-US" dirty="0">
              <a:latin typeface="Arial" panose="020B0604020202020204" pitchFamily="34" charset="0"/>
              <a:ea typeface="宋体" panose="02010600030101010101" pitchFamily="2" charset="-122"/>
            </a:endParaRPr>
          </a:p>
        </p:txBody>
      </p:sp>
      <p:sp>
        <p:nvSpPr>
          <p:cNvPr id="176149" name="Rectangle 20"/>
          <p:cNvSpPr/>
          <p:nvPr/>
        </p:nvSpPr>
        <p:spPr>
          <a:xfrm>
            <a:off x="827088" y="2349500"/>
            <a:ext cx="7334250" cy="457200"/>
          </a:xfrm>
          <a:prstGeom prst="rect">
            <a:avLst/>
          </a:prstGeom>
          <a:noFill/>
          <a:ln w="12700">
            <a:noFill/>
          </a:ln>
        </p:spPr>
        <p:txBody>
          <a:bodyPr wrap="none" anchor="t" anchorCtr="0">
            <a:spAutoFit/>
          </a:bodyPr>
          <a:lstStyle/>
          <a:p>
            <a:pPr eaLnBrk="0" hangingPunct="0"/>
            <a:r>
              <a:rPr lang="zh-CN" altLang="en-US" sz="2400" dirty="0">
                <a:latin typeface="Arial" panose="020B0604020202020204" pitchFamily="34" charset="0"/>
                <a:ea typeface="黑体" panose="02010609060101010101" pitchFamily="49" charset="-122"/>
              </a:rPr>
              <a:t>将                                    代入上式，知                    。</a:t>
            </a:r>
          </a:p>
        </p:txBody>
      </p:sp>
      <p:sp>
        <p:nvSpPr>
          <p:cNvPr id="176150" name="Rectangle 21"/>
          <p:cNvSpPr/>
          <p:nvPr/>
        </p:nvSpPr>
        <p:spPr>
          <a:xfrm>
            <a:off x="4597400" y="188913"/>
            <a:ext cx="4546600" cy="366712"/>
          </a:xfrm>
          <a:prstGeom prst="rect">
            <a:avLst/>
          </a:prstGeom>
          <a:noFill/>
          <a:ln w="12700">
            <a:noFill/>
          </a:ln>
        </p:spPr>
        <p:txBody>
          <a:bodyPr anchor="t" anchorCtr="0">
            <a:spAutoFit/>
          </a:bodyPr>
          <a:lstStyle/>
          <a:p>
            <a:pPr eaLnBrk="0" hangingPunct="0"/>
            <a:r>
              <a:rPr lang="zh-CN" altLang="en-US" dirty="0">
                <a:solidFill>
                  <a:srgbClr val="FFFF66"/>
                </a:solidFill>
                <a:latin typeface="Arial" panose="020B0604020202020204" pitchFamily="34" charset="0"/>
                <a:ea typeface="黑体" panose="02010609060101010101" pitchFamily="49" charset="-122"/>
              </a:rPr>
              <a:t>第</a:t>
            </a:r>
            <a:r>
              <a:rPr lang="en-US" altLang="zh-CN" dirty="0">
                <a:solidFill>
                  <a:srgbClr val="FFFF66"/>
                </a:solidFill>
                <a:latin typeface="Arial" panose="020B0604020202020204" pitchFamily="34" charset="0"/>
                <a:ea typeface="黑体" panose="02010609060101010101" pitchFamily="49" charset="-122"/>
              </a:rPr>
              <a:t>5</a:t>
            </a:r>
            <a:r>
              <a:rPr lang="zh-CN" altLang="en-US" dirty="0">
                <a:solidFill>
                  <a:srgbClr val="FFFF66"/>
                </a:solidFill>
                <a:latin typeface="Arial" panose="020B0604020202020204" pitchFamily="34" charset="0"/>
                <a:ea typeface="黑体" panose="02010609060101010101" pitchFamily="49" charset="-122"/>
              </a:rPr>
              <a:t>章   控制系统的李雅普诺夫稳定性分析</a:t>
            </a:r>
            <a:endParaRPr lang="zh-CN" altLang="en-US" dirty="0">
              <a:latin typeface="Arial" panose="020B0604020202020204" pitchFamily="34" charset="0"/>
              <a:ea typeface="黑体" panose="02010609060101010101" pitchFamily="49" charset="-122"/>
            </a:endParaRPr>
          </a:p>
        </p:txBody>
      </p:sp>
      <p:sp>
        <p:nvSpPr>
          <p:cNvPr id="176151" name="Text Box 22"/>
          <p:cNvSpPr txBox="1"/>
          <p:nvPr/>
        </p:nvSpPr>
        <p:spPr>
          <a:xfrm>
            <a:off x="827088" y="4456113"/>
            <a:ext cx="2874962" cy="457200"/>
          </a:xfrm>
          <a:prstGeom prst="rect">
            <a:avLst/>
          </a:prstGeom>
          <a:noFill/>
          <a:ln w="9525">
            <a:noFill/>
          </a:ln>
        </p:spPr>
        <p:txBody>
          <a:bodyPr wrap="none" anchor="t" anchorCtr="0">
            <a:spAutoFit/>
          </a:bodyPr>
          <a:lstStyle/>
          <a:p>
            <a:pPr eaLnBrk="0" hangingPunct="0"/>
            <a:r>
              <a:rPr lang="zh-CN" altLang="en-US" sz="2400" dirty="0">
                <a:latin typeface="Arial" panose="020B0604020202020204" pitchFamily="34" charset="0"/>
                <a:ea typeface="黑体" panose="02010609060101010101" pitchFamily="49" charset="-122"/>
              </a:rPr>
              <a:t>此即为   的最优值。</a:t>
            </a:r>
          </a:p>
        </p:txBody>
      </p:sp>
      <p:graphicFrame>
        <p:nvGraphicFramePr>
          <p:cNvPr id="176152" name="Object 23"/>
          <p:cNvGraphicFramePr>
            <a:graphicFrameLocks noGrp="1" noChangeAspect="1"/>
          </p:cNvGraphicFramePr>
          <p:nvPr>
            <p:ph/>
          </p:nvPr>
        </p:nvGraphicFramePr>
        <p:xfrm>
          <a:off x="1806575" y="4494213"/>
          <a:ext cx="301625" cy="434975"/>
        </p:xfrm>
        <a:graphic>
          <a:graphicData uri="http://schemas.openxmlformats.org/presentationml/2006/ole">
            <mc:AlternateContent xmlns:mc="http://schemas.openxmlformats.org/markup-compatibility/2006">
              <mc:Choice xmlns:v="urn:schemas-microsoft-com:vml" Requires="v">
                <p:oleObj r:id="rId14" imgW="114300" imgH="165100" progId="Equation.DSMT4">
                  <p:embed/>
                </p:oleObj>
              </mc:Choice>
              <mc:Fallback>
                <p:oleObj r:id="rId14" imgW="114300" imgH="165100" progId="Equation.DSMT4">
                  <p:embed/>
                  <p:pic>
                    <p:nvPicPr>
                      <p:cNvPr id="0" name="图片 3255"/>
                      <p:cNvPicPr/>
                      <p:nvPr/>
                    </p:nvPicPr>
                    <p:blipFill>
                      <a:blip r:embed="rId15"/>
                      <a:stretch>
                        <a:fillRect/>
                      </a:stretch>
                    </p:blipFill>
                    <p:spPr>
                      <a:xfrm>
                        <a:off x="1806575" y="4494213"/>
                        <a:ext cx="301625" cy="434975"/>
                      </a:xfrm>
                      <a:prstGeom prst="rect">
                        <a:avLst/>
                      </a:prstGeom>
                      <a:noFill/>
                      <a:ln w="38100">
                        <a:miter/>
                      </a:ln>
                    </p:spPr>
                  </p:pic>
                </p:oleObj>
              </mc:Fallback>
            </mc:AlternateContent>
          </a:graphicData>
        </a:graphic>
      </p:graphicFrame>
      <p:sp>
        <p:nvSpPr>
          <p:cNvPr id="176153" name="Text Box 25"/>
          <p:cNvSpPr txBox="1"/>
          <p:nvPr/>
        </p:nvSpPr>
        <p:spPr>
          <a:xfrm>
            <a:off x="5362575" y="6424613"/>
            <a:ext cx="1441450" cy="366712"/>
          </a:xfrm>
          <a:prstGeom prst="rect">
            <a:avLst/>
          </a:prstGeom>
          <a:noFill/>
          <a:ln w="9525">
            <a:noFill/>
          </a:ln>
        </p:spPr>
        <p:txBody>
          <a:bodyPr wrap="none" anchor="t" anchorCtr="0">
            <a:spAutoFit/>
          </a:bodyPr>
          <a:lstStyle/>
          <a:p>
            <a:pPr eaLnBrk="0" hangingPunct="0"/>
            <a:r>
              <a:rPr lang="zh-CN" altLang="en-US" dirty="0">
                <a:latin typeface="黑体" panose="02010609060101010101" pitchFamily="49" charset="-122"/>
                <a:ea typeface="黑体" panose="02010609060101010101" pitchFamily="49" charset="-122"/>
              </a:rPr>
              <a:t>井元伟 教授</a:t>
            </a: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5" name="日期占位符 3"/>
          <p:cNvSpPr>
            <a:spLocks noGrp="1"/>
          </p:cNvSpPr>
          <p:nvPr>
            <p:ph type="dt" sz="half" idx="10"/>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fld id="{BB962C8B-B14F-4D97-AF65-F5344CB8AC3E}" type="datetime2">
              <a:rPr lang="zh-CN" altLang="en-US" sz="1400" dirty="0"/>
              <a:t>2026年7月17日</a:t>
            </a:fld>
            <a:endParaRPr lang="zh-CN" altLang="en-US" sz="1400" dirty="0"/>
          </a:p>
        </p:txBody>
      </p:sp>
      <p:sp>
        <p:nvSpPr>
          <p:cNvPr id="210946" name="灯片编号占位符 5"/>
          <p:cNvSpPr>
            <a:spLocks noGrp="1"/>
          </p:cNvSpPr>
          <p:nvPr>
            <p:ph type="sldNum" sz="quarter" idx="12"/>
          </p:nvPr>
        </p:nvSpPr>
        <p:spPr>
          <a:ln/>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400" dirty="0"/>
              <a:t>64</a:t>
            </a:fld>
            <a:endParaRPr lang="en-US" altLang="zh-CN" sz="1400" dirty="0"/>
          </a:p>
        </p:txBody>
      </p:sp>
      <p:grpSp>
        <p:nvGrpSpPr>
          <p:cNvPr id="210947" name="Group 2"/>
          <p:cNvGrpSpPr/>
          <p:nvPr/>
        </p:nvGrpSpPr>
        <p:grpSpPr>
          <a:xfrm>
            <a:off x="0" y="0"/>
            <a:ext cx="9144000" cy="6858000"/>
            <a:chOff x="-192" y="-144"/>
            <a:chExt cx="6144" cy="4608"/>
          </a:xfrm>
        </p:grpSpPr>
        <p:grpSp>
          <p:nvGrpSpPr>
            <p:cNvPr id="210948" name="Group 3"/>
            <p:cNvGrpSpPr/>
            <p:nvPr/>
          </p:nvGrpSpPr>
          <p:grpSpPr>
            <a:xfrm>
              <a:off x="-192" y="-144"/>
              <a:ext cx="6144" cy="4608"/>
              <a:chOff x="-192" y="-144"/>
              <a:chExt cx="6144" cy="4608"/>
            </a:xfrm>
          </p:grpSpPr>
          <p:pic>
            <p:nvPicPr>
              <p:cNvPr id="210949" name="Picture 4" descr="底图4"/>
              <p:cNvPicPr>
                <a:picLocks noChangeAspect="1"/>
              </p:cNvPicPr>
              <p:nvPr/>
            </p:nvPicPr>
            <p:blipFill>
              <a:blip r:embed="rId3"/>
              <a:stretch>
                <a:fillRect/>
              </a:stretch>
            </p:blipFill>
            <p:spPr>
              <a:xfrm>
                <a:off x="-192" y="-144"/>
                <a:ext cx="6144" cy="4608"/>
              </a:xfrm>
              <a:prstGeom prst="rect">
                <a:avLst/>
              </a:prstGeom>
              <a:noFill/>
              <a:ln w="9525">
                <a:noFill/>
              </a:ln>
            </p:spPr>
          </p:pic>
          <p:sp>
            <p:nvSpPr>
              <p:cNvPr id="210950" name="WordArt 5"/>
              <p:cNvSpPr>
                <a:spLocks noTextEdit="1"/>
              </p:cNvSpPr>
              <p:nvPr/>
            </p:nvSpPr>
            <p:spPr>
              <a:xfrm>
                <a:off x="1282" y="489"/>
                <a:ext cx="3195" cy="655"/>
              </a:xfrm>
              <a:prstGeom prst="rect">
                <a:avLst/>
              </a:prstGeom>
            </p:spPr>
            <p:txBody>
              <a:bodyPr wrap="none" fromWordArt="1">
                <a:prstTxWarp prst="textFadeUp">
                  <a:avLst>
                    <a:gd name="adj" fmla="val 9991"/>
                  </a:avLst>
                </a:prstTxWarp>
                <a:normAutofit/>
              </a:bodyPr>
              <a:lstStyle/>
              <a:p>
                <a:pPr algn="ctr"/>
                <a:r>
                  <a:rPr lang="zh-CN" altLang="en-US" sz="3600">
                    <a:ln w="12700" cap="flat" cmpd="sng">
                      <a:solidFill>
                        <a:srgbClr val="B2B2B2"/>
                      </a:solidFill>
                      <a:prstDash val="solid"/>
                      <a:round/>
                      <a:headEnd type="none" w="med" len="med"/>
                      <a:tailEnd type="none" w="med" len="med"/>
                    </a:ln>
                    <a:gradFill rotWithShape="1">
                      <a:gsLst>
                        <a:gs pos="0">
                          <a:srgbClr val="520402"/>
                        </a:gs>
                        <a:gs pos="100000">
                          <a:srgbClr val="FFCC00"/>
                        </a:gs>
                      </a:gsLst>
                      <a:lin ang="5400000" scaled="1"/>
                      <a:tileRect/>
                    </a:gradFill>
                    <a:effectLst>
                      <a:outerShdw dist="35921" dir="2699999" sy="50000" rotWithShape="0">
                        <a:srgbClr val="875B0D">
                          <a:alpha val="70000"/>
                        </a:srgbClr>
                      </a:outerShdw>
                    </a:effectLst>
                    <a:latin typeface="宋体" panose="02010600030101010101" pitchFamily="2" charset="-122"/>
                    <a:ea typeface="宋体" panose="02010600030101010101" pitchFamily="2" charset="-122"/>
                  </a:rPr>
                  <a:t>谢谢</a:t>
                </a:r>
              </a:p>
            </p:txBody>
          </p:sp>
        </p:grpSp>
        <p:sp>
          <p:nvSpPr>
            <p:cNvPr id="210951" name="WordArt 6"/>
            <p:cNvSpPr>
              <a:spLocks noTextEdit="1"/>
            </p:cNvSpPr>
            <p:nvPr/>
          </p:nvSpPr>
          <p:spPr>
            <a:xfrm>
              <a:off x="1472" y="2968"/>
              <a:ext cx="2816" cy="839"/>
            </a:xfrm>
            <a:prstGeom prst="rect">
              <a:avLst/>
            </a:prstGeom>
          </p:spPr>
          <p:txBody>
            <a:bodyPr wrap="none" fromWordArt="1">
              <a:prstTxWarp prst="textFadeUp">
                <a:avLst>
                  <a:gd name="adj" fmla="val 9991"/>
                </a:avLst>
              </a:prstTxWarp>
              <a:normAutofit/>
            </a:bodyPr>
            <a:lstStyle/>
            <a:p>
              <a:pPr algn="ctr"/>
              <a:r>
                <a:rPr lang="zh-CN" altLang="en-US" sz="3600">
                  <a:ln w="12700" cap="flat" cmpd="sng">
                    <a:solidFill>
                      <a:srgbClr val="B2B2B2"/>
                    </a:solidFill>
                    <a:prstDash val="solid"/>
                    <a:round/>
                    <a:headEnd type="none" w="med" len="med"/>
                    <a:tailEnd type="none" w="med" len="med"/>
                  </a:ln>
                  <a:gradFill rotWithShape="1">
                    <a:gsLst>
                      <a:gs pos="0">
                        <a:srgbClr val="520402"/>
                      </a:gs>
                      <a:gs pos="100000">
                        <a:srgbClr val="FFCC00"/>
                      </a:gs>
                    </a:gsLst>
                    <a:lin ang="5400000" scaled="1"/>
                    <a:tileRect/>
                  </a:gradFill>
                  <a:effectLst>
                    <a:outerShdw dist="35921" dir="2699999" sy="50000" rotWithShape="0">
                      <a:srgbClr val="875B0D">
                        <a:alpha val="70000"/>
                      </a:srgbClr>
                    </a:outerShdw>
                  </a:effectLst>
                  <a:latin typeface="宋体" panose="02010600030101010101" pitchFamily="2" charset="-122"/>
                  <a:ea typeface="宋体" panose="02010600030101010101" pitchFamily="2" charset="-122"/>
                </a:rPr>
                <a:t>Thank You!</a:t>
              </a:r>
            </a:p>
          </p:txBody>
        </p:sp>
      </p:grpSp>
    </p:spTree>
  </p:cSld>
  <p:clrMapOvr>
    <a:masterClrMapping/>
  </p:clrMapOvr>
  <p:transition/>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2677</Words>
  <Application>Microsoft Office PowerPoint</Application>
  <PresentationFormat>全屏显示(4:3)</PresentationFormat>
  <Paragraphs>680</Paragraphs>
  <Slides>64</Slides>
  <Notes>64</Notes>
  <HiddenSlides>0</HiddenSlides>
  <MMClips>0</MMClips>
  <ScaleCrop>false</ScaleCrop>
  <HeadingPairs>
    <vt:vector size="8" baseType="variant">
      <vt:variant>
        <vt:lpstr>已用的字体</vt:lpstr>
      </vt:variant>
      <vt:variant>
        <vt:i4>6</vt:i4>
      </vt:variant>
      <vt:variant>
        <vt:lpstr>主题</vt:lpstr>
      </vt:variant>
      <vt:variant>
        <vt:i4>2</vt:i4>
      </vt:variant>
      <vt:variant>
        <vt:lpstr>嵌入 OLE 服务器</vt:lpstr>
      </vt:variant>
      <vt:variant>
        <vt:i4>3</vt:i4>
      </vt:variant>
      <vt:variant>
        <vt:lpstr>幻灯片标题</vt:lpstr>
      </vt:variant>
      <vt:variant>
        <vt:i4>64</vt:i4>
      </vt:variant>
    </vt:vector>
  </HeadingPairs>
  <TitlesOfParts>
    <vt:vector size="75" baseType="lpstr">
      <vt:lpstr>Monotype Sorts</vt:lpstr>
      <vt:lpstr>MS PGothic</vt:lpstr>
      <vt:lpstr>宋体</vt:lpstr>
      <vt:lpstr>黑体</vt:lpstr>
      <vt:lpstr>Arial</vt:lpstr>
      <vt:lpstr>Times New Roman</vt:lpstr>
      <vt:lpstr>默认设计模板</vt:lpstr>
      <vt:lpstr>1_默认设计模板</vt:lpstr>
      <vt:lpstr>Equation.DSMT4</vt:lpstr>
      <vt:lpstr>Visio.Drawing.11</vt:lpstr>
      <vt:lpstr>Equation.3</vt:lpstr>
      <vt:lpstr>PowerPoint 演示文稿</vt:lpstr>
      <vt:lpstr>PowerPoint 演示文稿</vt:lpstr>
      <vt:lpstr>PowerPoint 演示文稿</vt:lpstr>
      <vt:lpstr>PowerPoint 演示文稿</vt:lpstr>
      <vt:lpstr>PowerPoint 演示文稿</vt:lpstr>
      <vt:lpstr>PowerPoint 演示文稿</vt:lpstr>
      <vt:lpstr>定义5.1.1         自治系统: 即，零输入作用的系统</vt:lpstr>
      <vt:lpstr>PowerPoint 演示文稿</vt:lpstr>
      <vt:lpstr>  定义5.1.4     欧氏范数：</vt:lpstr>
      <vt:lpstr>定义5.1.5        稳定</vt:lpstr>
      <vt:lpstr>定义5.1.6      渐近稳定：</vt:lpstr>
      <vt:lpstr> 定义5.1.8      不稳定:</vt:lpstr>
      <vt:lpstr>PowerPoint 演示文稿</vt:lpstr>
      <vt:lpstr>  定义5.1.9   正定函数：</vt:lpstr>
      <vt:lpstr>PowerPoint 演示文稿</vt:lpstr>
      <vt:lpstr>     定义5.1.10     二次型：</vt:lpstr>
      <vt:lpstr>PowerPoint 演示文稿</vt:lpstr>
      <vt:lpstr>PowerPoint 演示文稿</vt:lpstr>
      <vt:lpstr>PowerPoint 演示文稿</vt:lpstr>
      <vt:lpstr>PowerPoint 演示文稿</vt:lpstr>
      <vt:lpstr>PowerPoint 演示文稿</vt:lpstr>
      <vt:lpstr>  5.2  李雅普诺夫稳定性理论</vt:lpstr>
      <vt:lpstr>  5.2  李雅普诺夫稳定性理论</vt:lpstr>
      <vt:lpstr>  5.2  李雅普诺夫稳定性理论</vt:lpstr>
      <vt:lpstr>  5.2  李雅普诺夫稳定性理论</vt:lpstr>
      <vt:lpstr>    定理5.2.1 </vt:lpstr>
      <vt:lpstr>PowerPoint 演示文稿</vt:lpstr>
      <vt:lpstr>PowerPoint 演示文稿</vt:lpstr>
      <vt:lpstr>PowerPoint 演示文稿</vt:lpstr>
      <vt:lpstr>PowerPoint 演示文稿</vt:lpstr>
      <vt:lpstr>PowerPoint 演示文稿</vt:lpstr>
      <vt:lpstr>PowerPoint 演示文稿</vt:lpstr>
      <vt:lpstr>    5.2.2李雅普诺夫第二方法（直接法）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定理5.3.2 （离散情形）</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2026-07-17T14:59:17Z</dcterms:created>
  <dcterms:modified xsi:type="dcterms:W3CDTF">2026-07-17T14:59:17Z</dcterms:modified>
</cp:coreProperties>
</file>