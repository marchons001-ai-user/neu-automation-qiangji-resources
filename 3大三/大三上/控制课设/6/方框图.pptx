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0" r:id="rId6"/>
    <p:sldId id="26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AD7C04-5C30-24AB-0E60-0AF77C7F4B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685898A-8D7A-8F65-E30E-461E8A7B1B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14115A-90C8-4C88-F2E3-1044F9696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E986-D498-4A4B-80F4-EECD4EBA969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0D7758-C1FA-3E6C-0F87-9980E1797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B18BEF-6FFA-EC69-ACCF-26692EDCB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7401-42DD-4E73-BA4F-E24C003D7D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122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49F8B5-FC3E-9E00-3BA7-333783428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34A580-8911-931B-A2DB-AEC31EC5A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3054E4-C4B7-4CCA-5CF4-065C8361A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E986-D498-4A4B-80F4-EECD4EBA969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633D31-1F3C-52BC-B70E-0F0856DEA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EC5C02-C62C-051E-5327-27DB5B7C5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7401-42DD-4E73-BA4F-E24C003D7D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738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B1E554-55FA-584C-4BB8-862C68849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373EF1-44FD-E42D-9E29-19791BE3F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E3C962-FBE3-336D-57DD-F1C50A38C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E986-D498-4A4B-80F4-EECD4EBA969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8FDE16-FD7F-7754-CD08-90D1B0D64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92C8CB-26E6-FD49-478E-8B8CC6A51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7401-42DD-4E73-BA4F-E24C003D7D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73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68E94F-1536-6909-9EA8-C91B16B9E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2A11C5-9669-4620-5325-3C7F558221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8002ED-AFB0-CFC1-7C8A-5CBDA2002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06A5A9-1D03-FC91-9302-B313BD039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E986-D498-4A4B-80F4-EECD4EBA969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FD7F3B-8579-12A2-8FE4-CFFE3F1E9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3B46B1-B6E7-D591-3918-785DE895F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7401-42DD-4E73-BA4F-E24C003D7D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658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FEB65D-7845-50CB-B3FC-CE72EF676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2F6832-9956-8F08-487F-14E95CD01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AAD8D3-25E3-13E4-2AF6-EF8962923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B6F316E-9100-50B5-CE70-8024BC7C42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214654C-F50F-77BE-5FE5-2AB55E0CBF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5F69A1A-7FCF-0770-DF1B-6394CE106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E986-D498-4A4B-80F4-EECD4EBA969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6158485-3042-2D6C-6BAD-44C71DB2A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C9679E9-CA1E-110C-A993-F56F73AE7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7401-42DD-4E73-BA4F-E24C003D7D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243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476FA0-0D07-A1A5-6528-6DDA43228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83449A9-5676-9924-D92B-53F3C6DC0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E986-D498-4A4B-80F4-EECD4EBA969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97BBAF0-E723-B95B-BBA9-0E03CC6EC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C6C6930-2469-5DCF-82A8-B9904DF10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7401-42DD-4E73-BA4F-E24C003D7D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56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DC99AB1-C4B7-933C-35C7-7E8C0B756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E986-D498-4A4B-80F4-EECD4EBA969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D68EBC6-AB29-7DFC-D26E-382C37D8B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A0C2ED-E9D6-F938-DCCB-CA50F0A5B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7401-42DD-4E73-BA4F-E24C003D7D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89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CC0295-F692-042A-5D5B-CCBF455EC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5C9308-361C-F9BA-AEC1-F68BC5E33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8D30E0-46A7-1EF4-D290-9EDF8FAE99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D10311-84EC-02EB-8266-9F2620CEE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E986-D498-4A4B-80F4-EECD4EBA969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CECB9F-B5F3-C283-5BF5-2A48BE763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35E9AB-216A-0D7D-CBC7-188455384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7401-42DD-4E73-BA4F-E24C003D7D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626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8CD9A4-8B71-2AAD-0293-A96C4661A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760FBCA-72F0-59A7-C6EF-0E65A62B7C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2E40E5-C59D-F648-0255-38C6086CC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4AF0A0-5412-4DA1-1287-C9AB74CED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E986-D498-4A4B-80F4-EECD4EBA969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B379B7-15CD-9D62-37C2-411E20334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D4FC00-9380-B4E0-EB07-EEE56CAFB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7401-42DD-4E73-BA4F-E24C003D7D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291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C116D6-4461-8225-A449-E68F89ADD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3A8973-EF3B-7F28-04F6-867E42DE01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70F85C-6DBE-E012-9A17-9FD19670F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E986-D498-4A4B-80F4-EECD4EBA969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B84691-7897-8515-9B0E-C4486791D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2DCBD0-3A0B-D676-7F08-2C6CD4FC9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7401-42DD-4E73-BA4F-E24C003D7D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2613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8ECB2AB-DE3E-EDDE-F19A-04F0C44A86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0474DC-4CE5-F16A-0210-59BC6300C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D0D40B-4310-933D-B35C-7E1028F01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E986-D498-4A4B-80F4-EECD4EBA969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327F0E-DBB4-BA71-0AA3-66F70A3AE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F5A8CC-740B-30CF-7274-BB4C31F0D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7401-42DD-4E73-BA4F-E24C003D7D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511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3FE7071-211E-0EC6-ECDB-00600BB3D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11DA3B-1664-FFA1-28E8-F1E3336CC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19B419-29FC-DA19-C126-F538BAEE87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EE986-D498-4A4B-80F4-EECD4EBA969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F972D6-8ADF-CB5C-B772-3F89F77F6C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72563D-3E32-E3C0-0751-2D3661F7B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37401-42DD-4E73-BA4F-E24C003D7D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984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9E07CCEE-CC4F-F436-2EBB-ADA69E50AEE8}"/>
              </a:ext>
            </a:extLst>
          </p:cNvPr>
          <p:cNvSpPr/>
          <p:nvPr/>
        </p:nvSpPr>
        <p:spPr>
          <a:xfrm>
            <a:off x="2416029" y="2206305"/>
            <a:ext cx="1161875" cy="54109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温度控制器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DAB3A67-D799-DEAB-B6ED-5778547AA5AF}"/>
              </a:ext>
            </a:extLst>
          </p:cNvPr>
          <p:cNvSpPr/>
          <p:nvPr/>
        </p:nvSpPr>
        <p:spPr>
          <a:xfrm>
            <a:off x="4395832" y="2206305"/>
            <a:ext cx="1161875" cy="54109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流量控制器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FC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1314A63-55B1-C8A2-7EDB-39BD4F02FC06}"/>
              </a:ext>
            </a:extLst>
          </p:cNvPr>
          <p:cNvSpPr/>
          <p:nvPr/>
        </p:nvSpPr>
        <p:spPr>
          <a:xfrm>
            <a:off x="6375635" y="2206305"/>
            <a:ext cx="1161875" cy="54109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回流阀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087043B-BAB8-689F-5A2B-4DF5CDE2030A}"/>
              </a:ext>
            </a:extLst>
          </p:cNvPr>
          <p:cNvSpPr/>
          <p:nvPr/>
        </p:nvSpPr>
        <p:spPr>
          <a:xfrm>
            <a:off x="8475410" y="2176944"/>
            <a:ext cx="1161875" cy="54109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精馏塔精馏段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AD916E8-3F65-056E-1D34-72384B695E2A}"/>
              </a:ext>
            </a:extLst>
          </p:cNvPr>
          <p:cNvSpPr/>
          <p:nvPr/>
        </p:nvSpPr>
        <p:spPr>
          <a:xfrm>
            <a:off x="5986942" y="3395442"/>
            <a:ext cx="1161875" cy="54109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流量变送器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FT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6EB3033-470A-FD66-A441-3903AC91F37A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557707" y="2476850"/>
            <a:ext cx="8179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84BFD0F-B7D9-E766-1537-B38AB01B870B}"/>
              </a:ext>
            </a:extLst>
          </p:cNvPr>
          <p:cNvCxnSpPr>
            <a:stCxn id="6" idx="3"/>
          </p:cNvCxnSpPr>
          <p:nvPr/>
        </p:nvCxnSpPr>
        <p:spPr>
          <a:xfrm>
            <a:off x="7537510" y="2476850"/>
            <a:ext cx="9379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A009E1E0-F016-7AF4-FEC3-57189E0D4734}"/>
              </a:ext>
            </a:extLst>
          </p:cNvPr>
          <p:cNvCxnSpPr>
            <a:cxnSpLocks/>
            <a:endCxn id="8" idx="3"/>
          </p:cNvCxnSpPr>
          <p:nvPr/>
        </p:nvCxnSpPr>
        <p:spPr>
          <a:xfrm rot="5400000">
            <a:off x="7046404" y="2587653"/>
            <a:ext cx="1180747" cy="97592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004E4646-AB6D-6638-D6B5-53E9CD21349F}"/>
              </a:ext>
            </a:extLst>
          </p:cNvPr>
          <p:cNvSpPr/>
          <p:nvPr/>
        </p:nvSpPr>
        <p:spPr>
          <a:xfrm>
            <a:off x="4395831" y="4361574"/>
            <a:ext cx="1161875" cy="54109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温度变送器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TT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84621AF8-1027-021B-FFE3-14C1604A6762}"/>
              </a:ext>
            </a:extLst>
          </p:cNvPr>
          <p:cNvCxnSpPr>
            <a:stCxn id="7" idx="3"/>
          </p:cNvCxnSpPr>
          <p:nvPr/>
        </p:nvCxnSpPr>
        <p:spPr>
          <a:xfrm>
            <a:off x="9637285" y="2447489"/>
            <a:ext cx="15158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F4863631-BF48-35D7-F616-8E7018249EFB}"/>
              </a:ext>
            </a:extLst>
          </p:cNvPr>
          <p:cNvCxnSpPr>
            <a:endCxn id="30" idx="3"/>
          </p:cNvCxnSpPr>
          <p:nvPr/>
        </p:nvCxnSpPr>
        <p:spPr>
          <a:xfrm rot="10800000" flipV="1">
            <a:off x="5557706" y="2447489"/>
            <a:ext cx="4626528" cy="2184630"/>
          </a:xfrm>
          <a:prstGeom prst="bentConnector3">
            <a:avLst>
              <a:gd name="adj1" fmla="val 136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6" name="流程图: 接点 45">
            <a:extLst>
              <a:ext uri="{FF2B5EF4-FFF2-40B4-BE49-F238E27FC236}">
                <a16:creationId xmlns:a16="http://schemas.microsoft.com/office/drawing/2014/main" id="{6341861E-333D-A971-EC95-BFF33C72CD36}"/>
              </a:ext>
            </a:extLst>
          </p:cNvPr>
          <p:cNvSpPr/>
          <p:nvPr/>
        </p:nvSpPr>
        <p:spPr>
          <a:xfrm>
            <a:off x="3892491" y="2345772"/>
            <a:ext cx="260058" cy="262156"/>
          </a:xfrm>
          <a:prstGeom prst="flowChartConnector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endParaRPr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8" name="流程图: 接点 47">
            <a:extLst>
              <a:ext uri="{FF2B5EF4-FFF2-40B4-BE49-F238E27FC236}">
                <a16:creationId xmlns:a16="http://schemas.microsoft.com/office/drawing/2014/main" id="{9AF29516-3590-130E-5BB1-82A4FE3BEF22}"/>
              </a:ext>
            </a:extLst>
          </p:cNvPr>
          <p:cNvSpPr/>
          <p:nvPr/>
        </p:nvSpPr>
        <p:spPr>
          <a:xfrm>
            <a:off x="1805299" y="2345772"/>
            <a:ext cx="260058" cy="262156"/>
          </a:xfrm>
          <a:prstGeom prst="flowChartConnector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endParaRPr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AE178257-214A-A180-B47C-1E7A9814EB73}"/>
              </a:ext>
            </a:extLst>
          </p:cNvPr>
          <p:cNvCxnSpPr>
            <a:stCxn id="4" idx="3"/>
            <a:endCxn id="46" idx="2"/>
          </p:cNvCxnSpPr>
          <p:nvPr/>
        </p:nvCxnSpPr>
        <p:spPr>
          <a:xfrm>
            <a:off x="3577904" y="2476850"/>
            <a:ext cx="314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57421576-4A2C-FEA5-C68D-3891AC92F12E}"/>
              </a:ext>
            </a:extLst>
          </p:cNvPr>
          <p:cNvCxnSpPr>
            <a:stCxn id="46" idx="6"/>
            <a:endCxn id="5" idx="1"/>
          </p:cNvCxnSpPr>
          <p:nvPr/>
        </p:nvCxnSpPr>
        <p:spPr>
          <a:xfrm>
            <a:off x="4152549" y="2476850"/>
            <a:ext cx="2432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E88F0ED2-222F-CC51-8B31-767012D1AD62}"/>
              </a:ext>
            </a:extLst>
          </p:cNvPr>
          <p:cNvCxnSpPr>
            <a:stCxn id="48" idx="6"/>
            <a:endCxn id="4" idx="1"/>
          </p:cNvCxnSpPr>
          <p:nvPr/>
        </p:nvCxnSpPr>
        <p:spPr>
          <a:xfrm>
            <a:off x="2065357" y="2476850"/>
            <a:ext cx="3506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2C7101B9-D95F-155A-8987-313520B723F8}"/>
              </a:ext>
            </a:extLst>
          </p:cNvPr>
          <p:cNvCxnSpPr>
            <a:cxnSpLocks/>
            <a:stCxn id="8" idx="1"/>
            <a:endCxn id="46" idx="4"/>
          </p:cNvCxnSpPr>
          <p:nvPr/>
        </p:nvCxnSpPr>
        <p:spPr>
          <a:xfrm rot="10800000">
            <a:off x="4022520" y="2607929"/>
            <a:ext cx="1964422" cy="105805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DB215D04-5F0D-A85C-7B18-7CC4103D9CF3}"/>
              </a:ext>
            </a:extLst>
          </p:cNvPr>
          <p:cNvCxnSpPr>
            <a:cxnSpLocks/>
            <a:stCxn id="30" idx="1"/>
            <a:endCxn id="48" idx="4"/>
          </p:cNvCxnSpPr>
          <p:nvPr/>
        </p:nvCxnSpPr>
        <p:spPr>
          <a:xfrm rot="10800000">
            <a:off x="1935329" y="2607929"/>
            <a:ext cx="2460503" cy="202419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EE3E1B8A-F665-B025-8690-387D82536C6F}"/>
              </a:ext>
            </a:extLst>
          </p:cNvPr>
          <p:cNvCxnSpPr>
            <a:endCxn id="48" idx="2"/>
          </p:cNvCxnSpPr>
          <p:nvPr/>
        </p:nvCxnSpPr>
        <p:spPr>
          <a:xfrm flipV="1">
            <a:off x="1426128" y="2476850"/>
            <a:ext cx="379171" cy="8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5B524800-B7F4-FECB-9851-2BBA912FFB92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9056348" y="1602297"/>
            <a:ext cx="0" cy="5746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1D73AE48-A089-FB75-30EF-D026C5B46073}"/>
              </a:ext>
            </a:extLst>
          </p:cNvPr>
          <p:cNvSpPr txBox="1"/>
          <p:nvPr/>
        </p:nvSpPr>
        <p:spPr>
          <a:xfrm>
            <a:off x="9026555" y="176467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干扰</a:t>
            </a:r>
          </a:p>
        </p:txBody>
      </p:sp>
    </p:spTree>
    <p:extLst>
      <p:ext uri="{BB962C8B-B14F-4D97-AF65-F5344CB8AC3E}">
        <p14:creationId xmlns:p14="http://schemas.microsoft.com/office/powerpoint/2010/main" val="2299206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ADAB3A67-D799-DEAB-B6ED-5778547AA5AF}"/>
              </a:ext>
            </a:extLst>
          </p:cNvPr>
          <p:cNvSpPr/>
          <p:nvPr/>
        </p:nvSpPr>
        <p:spPr>
          <a:xfrm>
            <a:off x="3292680" y="2378280"/>
            <a:ext cx="1161875" cy="54109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液位控制器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LC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1314A63-55B1-C8A2-7EDB-39BD4F02FC06}"/>
              </a:ext>
            </a:extLst>
          </p:cNvPr>
          <p:cNvSpPr/>
          <p:nvPr/>
        </p:nvSpPr>
        <p:spPr>
          <a:xfrm>
            <a:off x="5272483" y="2378280"/>
            <a:ext cx="1161875" cy="54109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塔顶采出阀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087043B-BAB8-689F-5A2B-4DF5CDE2030A}"/>
              </a:ext>
            </a:extLst>
          </p:cNvPr>
          <p:cNvSpPr/>
          <p:nvPr/>
        </p:nvSpPr>
        <p:spPr>
          <a:xfrm>
            <a:off x="7372258" y="2348919"/>
            <a:ext cx="1161875" cy="54109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冷凝罐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AD916E8-3F65-056E-1D34-72384B695E2A}"/>
              </a:ext>
            </a:extLst>
          </p:cNvPr>
          <p:cNvSpPr/>
          <p:nvPr/>
        </p:nvSpPr>
        <p:spPr>
          <a:xfrm>
            <a:off x="5272483" y="3571611"/>
            <a:ext cx="1161875" cy="54109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液位变送器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LT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6EB3033-470A-FD66-A441-3903AC91F37A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454555" y="2648825"/>
            <a:ext cx="8179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84BFD0F-B7D9-E766-1537-B38AB01B870B}"/>
              </a:ext>
            </a:extLst>
          </p:cNvPr>
          <p:cNvCxnSpPr>
            <a:stCxn id="6" idx="3"/>
          </p:cNvCxnSpPr>
          <p:nvPr/>
        </p:nvCxnSpPr>
        <p:spPr>
          <a:xfrm>
            <a:off x="6434358" y="2648825"/>
            <a:ext cx="9379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84621AF8-1027-021B-FFE3-14C1604A6762}"/>
              </a:ext>
            </a:extLst>
          </p:cNvPr>
          <p:cNvCxnSpPr>
            <a:stCxn id="7" idx="3"/>
          </p:cNvCxnSpPr>
          <p:nvPr/>
        </p:nvCxnSpPr>
        <p:spPr>
          <a:xfrm>
            <a:off x="8534133" y="2619464"/>
            <a:ext cx="15158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流程图: 接点 45">
            <a:extLst>
              <a:ext uri="{FF2B5EF4-FFF2-40B4-BE49-F238E27FC236}">
                <a16:creationId xmlns:a16="http://schemas.microsoft.com/office/drawing/2014/main" id="{6341861E-333D-A971-EC95-BFF33C72CD36}"/>
              </a:ext>
            </a:extLst>
          </p:cNvPr>
          <p:cNvSpPr/>
          <p:nvPr/>
        </p:nvSpPr>
        <p:spPr>
          <a:xfrm>
            <a:off x="2789339" y="2517747"/>
            <a:ext cx="260058" cy="262156"/>
          </a:xfrm>
          <a:prstGeom prst="flowChartConnector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endParaRPr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AE178257-214A-A180-B47C-1E7A9814EB73}"/>
              </a:ext>
            </a:extLst>
          </p:cNvPr>
          <p:cNvCxnSpPr>
            <a:cxnSpLocks/>
            <a:endCxn id="46" idx="2"/>
          </p:cNvCxnSpPr>
          <p:nvPr/>
        </p:nvCxnSpPr>
        <p:spPr>
          <a:xfrm>
            <a:off x="2147582" y="2648825"/>
            <a:ext cx="6417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57421576-4A2C-FEA5-C68D-3891AC92F12E}"/>
              </a:ext>
            </a:extLst>
          </p:cNvPr>
          <p:cNvCxnSpPr>
            <a:stCxn id="46" idx="6"/>
            <a:endCxn id="5" idx="1"/>
          </p:cNvCxnSpPr>
          <p:nvPr/>
        </p:nvCxnSpPr>
        <p:spPr>
          <a:xfrm>
            <a:off x="3049397" y="2648825"/>
            <a:ext cx="2432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2C7101B9-D95F-155A-8987-313520B723F8}"/>
              </a:ext>
            </a:extLst>
          </p:cNvPr>
          <p:cNvCxnSpPr>
            <a:cxnSpLocks/>
            <a:stCxn id="8" idx="1"/>
            <a:endCxn id="46" idx="4"/>
          </p:cNvCxnSpPr>
          <p:nvPr/>
        </p:nvCxnSpPr>
        <p:spPr>
          <a:xfrm rot="10800000">
            <a:off x="2919369" y="2779904"/>
            <a:ext cx="2353115" cy="10622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5B524800-B7F4-FECB-9851-2BBA912FFB92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7953196" y="1774272"/>
            <a:ext cx="0" cy="5746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1D73AE48-A089-FB75-30EF-D026C5B46073}"/>
              </a:ext>
            </a:extLst>
          </p:cNvPr>
          <p:cNvSpPr txBox="1"/>
          <p:nvPr/>
        </p:nvSpPr>
        <p:spPr>
          <a:xfrm>
            <a:off x="7923403" y="1936647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蒸汽冷凝量波动</a:t>
            </a:r>
          </a:p>
        </p:txBody>
      </p: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70AF36D0-C303-DF73-10E7-89D734C09EDB}"/>
              </a:ext>
            </a:extLst>
          </p:cNvPr>
          <p:cNvCxnSpPr>
            <a:endCxn id="8" idx="3"/>
          </p:cNvCxnSpPr>
          <p:nvPr/>
        </p:nvCxnSpPr>
        <p:spPr>
          <a:xfrm rot="10800000" flipV="1">
            <a:off x="6434358" y="2619464"/>
            <a:ext cx="2797726" cy="1222692"/>
          </a:xfrm>
          <a:prstGeom prst="bentConnector3">
            <a:avLst>
              <a:gd name="adj1" fmla="val -675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652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ADAB3A67-D799-DEAB-B6ED-5778547AA5AF}"/>
              </a:ext>
            </a:extLst>
          </p:cNvPr>
          <p:cNvSpPr/>
          <p:nvPr/>
        </p:nvSpPr>
        <p:spPr>
          <a:xfrm>
            <a:off x="3292680" y="2378280"/>
            <a:ext cx="1161875" cy="54109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压力控制器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1314A63-55B1-C8A2-7EDB-39BD4F02FC06}"/>
              </a:ext>
            </a:extLst>
          </p:cNvPr>
          <p:cNvSpPr/>
          <p:nvPr/>
        </p:nvSpPr>
        <p:spPr>
          <a:xfrm>
            <a:off x="5272483" y="2378280"/>
            <a:ext cx="1161875" cy="54109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冷却剂阀门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087043B-BAB8-689F-5A2B-4DF5CDE2030A}"/>
              </a:ext>
            </a:extLst>
          </p:cNvPr>
          <p:cNvSpPr/>
          <p:nvPr/>
        </p:nvSpPr>
        <p:spPr>
          <a:xfrm>
            <a:off x="7372258" y="2348919"/>
            <a:ext cx="1161875" cy="54109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精馏塔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冷凝器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AD916E8-3F65-056E-1D34-72384B695E2A}"/>
              </a:ext>
            </a:extLst>
          </p:cNvPr>
          <p:cNvSpPr/>
          <p:nvPr/>
        </p:nvSpPr>
        <p:spPr>
          <a:xfrm>
            <a:off x="5272483" y="3571611"/>
            <a:ext cx="1161875" cy="54109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压力变送器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PT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6EB3033-470A-FD66-A441-3903AC91F37A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454555" y="2648825"/>
            <a:ext cx="8179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84BFD0F-B7D9-E766-1537-B38AB01B870B}"/>
              </a:ext>
            </a:extLst>
          </p:cNvPr>
          <p:cNvCxnSpPr>
            <a:stCxn id="6" idx="3"/>
          </p:cNvCxnSpPr>
          <p:nvPr/>
        </p:nvCxnSpPr>
        <p:spPr>
          <a:xfrm>
            <a:off x="6434358" y="2648825"/>
            <a:ext cx="9379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84621AF8-1027-021B-FFE3-14C1604A6762}"/>
              </a:ext>
            </a:extLst>
          </p:cNvPr>
          <p:cNvCxnSpPr>
            <a:stCxn id="7" idx="3"/>
          </p:cNvCxnSpPr>
          <p:nvPr/>
        </p:nvCxnSpPr>
        <p:spPr>
          <a:xfrm>
            <a:off x="8534133" y="2619464"/>
            <a:ext cx="15158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流程图: 接点 45">
            <a:extLst>
              <a:ext uri="{FF2B5EF4-FFF2-40B4-BE49-F238E27FC236}">
                <a16:creationId xmlns:a16="http://schemas.microsoft.com/office/drawing/2014/main" id="{6341861E-333D-A971-EC95-BFF33C72CD36}"/>
              </a:ext>
            </a:extLst>
          </p:cNvPr>
          <p:cNvSpPr/>
          <p:nvPr/>
        </p:nvSpPr>
        <p:spPr>
          <a:xfrm>
            <a:off x="2789339" y="2517747"/>
            <a:ext cx="260058" cy="262156"/>
          </a:xfrm>
          <a:prstGeom prst="flowChartConnector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endParaRPr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AE178257-214A-A180-B47C-1E7A9814EB73}"/>
              </a:ext>
            </a:extLst>
          </p:cNvPr>
          <p:cNvCxnSpPr>
            <a:cxnSpLocks/>
            <a:endCxn id="46" idx="2"/>
          </p:cNvCxnSpPr>
          <p:nvPr/>
        </p:nvCxnSpPr>
        <p:spPr>
          <a:xfrm>
            <a:off x="2147582" y="2648825"/>
            <a:ext cx="6417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57421576-4A2C-FEA5-C68D-3891AC92F12E}"/>
              </a:ext>
            </a:extLst>
          </p:cNvPr>
          <p:cNvCxnSpPr>
            <a:stCxn id="46" idx="6"/>
            <a:endCxn id="5" idx="1"/>
          </p:cNvCxnSpPr>
          <p:nvPr/>
        </p:nvCxnSpPr>
        <p:spPr>
          <a:xfrm>
            <a:off x="3049397" y="2648825"/>
            <a:ext cx="2432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2C7101B9-D95F-155A-8987-313520B723F8}"/>
              </a:ext>
            </a:extLst>
          </p:cNvPr>
          <p:cNvCxnSpPr>
            <a:cxnSpLocks/>
            <a:stCxn id="8" idx="1"/>
            <a:endCxn id="46" idx="4"/>
          </p:cNvCxnSpPr>
          <p:nvPr/>
        </p:nvCxnSpPr>
        <p:spPr>
          <a:xfrm rot="10800000">
            <a:off x="2919369" y="2779904"/>
            <a:ext cx="2353115" cy="10622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5B524800-B7F4-FECB-9851-2BBA912FFB92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7953196" y="1774272"/>
            <a:ext cx="0" cy="5746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1D73AE48-A089-FB75-30EF-D026C5B46073}"/>
              </a:ext>
            </a:extLst>
          </p:cNvPr>
          <p:cNvSpPr txBox="1"/>
          <p:nvPr/>
        </p:nvSpPr>
        <p:spPr>
          <a:xfrm>
            <a:off x="7923403" y="1936647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加热量波动</a:t>
            </a:r>
          </a:p>
        </p:txBody>
      </p: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70AF36D0-C303-DF73-10E7-89D734C09EDB}"/>
              </a:ext>
            </a:extLst>
          </p:cNvPr>
          <p:cNvCxnSpPr>
            <a:endCxn id="8" idx="3"/>
          </p:cNvCxnSpPr>
          <p:nvPr/>
        </p:nvCxnSpPr>
        <p:spPr>
          <a:xfrm rot="10800000" flipV="1">
            <a:off x="6434358" y="2619464"/>
            <a:ext cx="2797726" cy="1222692"/>
          </a:xfrm>
          <a:prstGeom prst="bentConnector3">
            <a:avLst>
              <a:gd name="adj1" fmla="val -675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5363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9E07CCEE-CC4F-F436-2EBB-ADA69E50AEE8}"/>
              </a:ext>
            </a:extLst>
          </p:cNvPr>
          <p:cNvSpPr/>
          <p:nvPr/>
        </p:nvSpPr>
        <p:spPr>
          <a:xfrm>
            <a:off x="2416029" y="2206305"/>
            <a:ext cx="1161875" cy="54109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温度控制器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DAB3A67-D799-DEAB-B6ED-5778547AA5AF}"/>
              </a:ext>
            </a:extLst>
          </p:cNvPr>
          <p:cNvSpPr/>
          <p:nvPr/>
        </p:nvSpPr>
        <p:spPr>
          <a:xfrm>
            <a:off x="4395832" y="2206305"/>
            <a:ext cx="1161875" cy="54109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流量控制器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FC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1314A63-55B1-C8A2-7EDB-39BD4F02FC06}"/>
              </a:ext>
            </a:extLst>
          </p:cNvPr>
          <p:cNvSpPr/>
          <p:nvPr/>
        </p:nvSpPr>
        <p:spPr>
          <a:xfrm>
            <a:off x="6375635" y="2206305"/>
            <a:ext cx="1161875" cy="54109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蒸汽阀门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087043B-BAB8-689F-5A2B-4DF5CDE2030A}"/>
              </a:ext>
            </a:extLst>
          </p:cNvPr>
          <p:cNvSpPr/>
          <p:nvPr/>
        </p:nvSpPr>
        <p:spPr>
          <a:xfrm>
            <a:off x="8475410" y="2176944"/>
            <a:ext cx="1161875" cy="54109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精馏塔提馏段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AD916E8-3F65-056E-1D34-72384B695E2A}"/>
              </a:ext>
            </a:extLst>
          </p:cNvPr>
          <p:cNvSpPr/>
          <p:nvPr/>
        </p:nvSpPr>
        <p:spPr>
          <a:xfrm>
            <a:off x="5986942" y="3395442"/>
            <a:ext cx="1161875" cy="54109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流量变送器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FT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6EB3033-470A-FD66-A441-3903AC91F37A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557707" y="2476850"/>
            <a:ext cx="8179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84BFD0F-B7D9-E766-1537-B38AB01B870B}"/>
              </a:ext>
            </a:extLst>
          </p:cNvPr>
          <p:cNvCxnSpPr>
            <a:stCxn id="6" idx="3"/>
          </p:cNvCxnSpPr>
          <p:nvPr/>
        </p:nvCxnSpPr>
        <p:spPr>
          <a:xfrm>
            <a:off x="7537510" y="2476850"/>
            <a:ext cx="9379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A009E1E0-F016-7AF4-FEC3-57189E0D4734}"/>
              </a:ext>
            </a:extLst>
          </p:cNvPr>
          <p:cNvCxnSpPr>
            <a:cxnSpLocks/>
            <a:endCxn id="8" idx="3"/>
          </p:cNvCxnSpPr>
          <p:nvPr/>
        </p:nvCxnSpPr>
        <p:spPr>
          <a:xfrm rot="5400000">
            <a:off x="7046404" y="2587653"/>
            <a:ext cx="1180747" cy="97592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004E4646-AB6D-6638-D6B5-53E9CD21349F}"/>
              </a:ext>
            </a:extLst>
          </p:cNvPr>
          <p:cNvSpPr/>
          <p:nvPr/>
        </p:nvSpPr>
        <p:spPr>
          <a:xfrm>
            <a:off x="4395831" y="4361574"/>
            <a:ext cx="1161875" cy="54109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温度变送器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TT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84621AF8-1027-021B-FFE3-14C1604A6762}"/>
              </a:ext>
            </a:extLst>
          </p:cNvPr>
          <p:cNvCxnSpPr>
            <a:stCxn id="7" idx="3"/>
          </p:cNvCxnSpPr>
          <p:nvPr/>
        </p:nvCxnSpPr>
        <p:spPr>
          <a:xfrm>
            <a:off x="9637285" y="2447489"/>
            <a:ext cx="15158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F4863631-BF48-35D7-F616-8E7018249EFB}"/>
              </a:ext>
            </a:extLst>
          </p:cNvPr>
          <p:cNvCxnSpPr>
            <a:endCxn id="30" idx="3"/>
          </p:cNvCxnSpPr>
          <p:nvPr/>
        </p:nvCxnSpPr>
        <p:spPr>
          <a:xfrm rot="10800000" flipV="1">
            <a:off x="5557706" y="2447489"/>
            <a:ext cx="4626528" cy="2184630"/>
          </a:xfrm>
          <a:prstGeom prst="bentConnector3">
            <a:avLst>
              <a:gd name="adj1" fmla="val 136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6" name="流程图: 接点 45">
            <a:extLst>
              <a:ext uri="{FF2B5EF4-FFF2-40B4-BE49-F238E27FC236}">
                <a16:creationId xmlns:a16="http://schemas.microsoft.com/office/drawing/2014/main" id="{6341861E-333D-A971-EC95-BFF33C72CD36}"/>
              </a:ext>
            </a:extLst>
          </p:cNvPr>
          <p:cNvSpPr/>
          <p:nvPr/>
        </p:nvSpPr>
        <p:spPr>
          <a:xfrm>
            <a:off x="3892491" y="2345772"/>
            <a:ext cx="260058" cy="262156"/>
          </a:xfrm>
          <a:prstGeom prst="flowChartConnector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endParaRPr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8" name="流程图: 接点 47">
            <a:extLst>
              <a:ext uri="{FF2B5EF4-FFF2-40B4-BE49-F238E27FC236}">
                <a16:creationId xmlns:a16="http://schemas.microsoft.com/office/drawing/2014/main" id="{9AF29516-3590-130E-5BB1-82A4FE3BEF22}"/>
              </a:ext>
            </a:extLst>
          </p:cNvPr>
          <p:cNvSpPr/>
          <p:nvPr/>
        </p:nvSpPr>
        <p:spPr>
          <a:xfrm>
            <a:off x="1805299" y="2345772"/>
            <a:ext cx="260058" cy="262156"/>
          </a:xfrm>
          <a:prstGeom prst="flowChartConnector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endParaRPr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AE178257-214A-A180-B47C-1E7A9814EB73}"/>
              </a:ext>
            </a:extLst>
          </p:cNvPr>
          <p:cNvCxnSpPr>
            <a:stCxn id="4" idx="3"/>
            <a:endCxn id="46" idx="2"/>
          </p:cNvCxnSpPr>
          <p:nvPr/>
        </p:nvCxnSpPr>
        <p:spPr>
          <a:xfrm>
            <a:off x="3577904" y="2476850"/>
            <a:ext cx="314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57421576-4A2C-FEA5-C68D-3891AC92F12E}"/>
              </a:ext>
            </a:extLst>
          </p:cNvPr>
          <p:cNvCxnSpPr>
            <a:stCxn id="46" idx="6"/>
            <a:endCxn id="5" idx="1"/>
          </p:cNvCxnSpPr>
          <p:nvPr/>
        </p:nvCxnSpPr>
        <p:spPr>
          <a:xfrm>
            <a:off x="4152549" y="2476850"/>
            <a:ext cx="2432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E88F0ED2-222F-CC51-8B31-767012D1AD62}"/>
              </a:ext>
            </a:extLst>
          </p:cNvPr>
          <p:cNvCxnSpPr>
            <a:stCxn id="48" idx="6"/>
            <a:endCxn id="4" idx="1"/>
          </p:cNvCxnSpPr>
          <p:nvPr/>
        </p:nvCxnSpPr>
        <p:spPr>
          <a:xfrm>
            <a:off x="2065357" y="2476850"/>
            <a:ext cx="3506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2C7101B9-D95F-155A-8987-313520B723F8}"/>
              </a:ext>
            </a:extLst>
          </p:cNvPr>
          <p:cNvCxnSpPr>
            <a:cxnSpLocks/>
            <a:stCxn id="8" idx="1"/>
            <a:endCxn id="46" idx="4"/>
          </p:cNvCxnSpPr>
          <p:nvPr/>
        </p:nvCxnSpPr>
        <p:spPr>
          <a:xfrm rot="10800000">
            <a:off x="4022520" y="2607929"/>
            <a:ext cx="1964422" cy="105805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DB215D04-5F0D-A85C-7B18-7CC4103D9CF3}"/>
              </a:ext>
            </a:extLst>
          </p:cNvPr>
          <p:cNvCxnSpPr>
            <a:cxnSpLocks/>
            <a:stCxn id="30" idx="1"/>
            <a:endCxn id="48" idx="4"/>
          </p:cNvCxnSpPr>
          <p:nvPr/>
        </p:nvCxnSpPr>
        <p:spPr>
          <a:xfrm rot="10800000">
            <a:off x="1935329" y="2607929"/>
            <a:ext cx="2460503" cy="202419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EE3E1B8A-F665-B025-8690-387D82536C6F}"/>
              </a:ext>
            </a:extLst>
          </p:cNvPr>
          <p:cNvCxnSpPr>
            <a:endCxn id="48" idx="2"/>
          </p:cNvCxnSpPr>
          <p:nvPr/>
        </p:nvCxnSpPr>
        <p:spPr>
          <a:xfrm flipV="1">
            <a:off x="1426128" y="2476850"/>
            <a:ext cx="379171" cy="8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5B524800-B7F4-FECB-9851-2BBA912FFB92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9056348" y="1602297"/>
            <a:ext cx="0" cy="5746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1D73AE48-A089-FB75-30EF-D026C5B46073}"/>
              </a:ext>
            </a:extLst>
          </p:cNvPr>
          <p:cNvSpPr txBox="1"/>
          <p:nvPr/>
        </p:nvSpPr>
        <p:spPr>
          <a:xfrm>
            <a:off x="9026555" y="176467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干扰</a:t>
            </a:r>
          </a:p>
        </p:txBody>
      </p:sp>
    </p:spTree>
    <p:extLst>
      <p:ext uri="{BB962C8B-B14F-4D97-AF65-F5344CB8AC3E}">
        <p14:creationId xmlns:p14="http://schemas.microsoft.com/office/powerpoint/2010/main" val="390015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ADAB3A67-D799-DEAB-B6ED-5778547AA5AF}"/>
              </a:ext>
            </a:extLst>
          </p:cNvPr>
          <p:cNvSpPr/>
          <p:nvPr/>
        </p:nvSpPr>
        <p:spPr>
          <a:xfrm>
            <a:off x="3292680" y="2378280"/>
            <a:ext cx="1161875" cy="54109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液位控制器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LC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1314A63-55B1-C8A2-7EDB-39BD4F02FC06}"/>
              </a:ext>
            </a:extLst>
          </p:cNvPr>
          <p:cNvSpPr/>
          <p:nvPr/>
        </p:nvSpPr>
        <p:spPr>
          <a:xfrm>
            <a:off x="5272483" y="2378280"/>
            <a:ext cx="1161875" cy="54109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塔底采出阀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087043B-BAB8-689F-5A2B-4DF5CDE2030A}"/>
              </a:ext>
            </a:extLst>
          </p:cNvPr>
          <p:cNvSpPr/>
          <p:nvPr/>
        </p:nvSpPr>
        <p:spPr>
          <a:xfrm>
            <a:off x="7372258" y="2348919"/>
            <a:ext cx="1161875" cy="54109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塔釜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AD916E8-3F65-056E-1D34-72384B695E2A}"/>
              </a:ext>
            </a:extLst>
          </p:cNvPr>
          <p:cNvSpPr/>
          <p:nvPr/>
        </p:nvSpPr>
        <p:spPr>
          <a:xfrm>
            <a:off x="5272483" y="3571611"/>
            <a:ext cx="1161875" cy="54109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液位变送器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LT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6EB3033-470A-FD66-A441-3903AC91F37A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454555" y="2648825"/>
            <a:ext cx="8179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84BFD0F-B7D9-E766-1537-B38AB01B870B}"/>
              </a:ext>
            </a:extLst>
          </p:cNvPr>
          <p:cNvCxnSpPr>
            <a:stCxn id="6" idx="3"/>
          </p:cNvCxnSpPr>
          <p:nvPr/>
        </p:nvCxnSpPr>
        <p:spPr>
          <a:xfrm>
            <a:off x="6434358" y="2648825"/>
            <a:ext cx="9379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84621AF8-1027-021B-FFE3-14C1604A6762}"/>
              </a:ext>
            </a:extLst>
          </p:cNvPr>
          <p:cNvCxnSpPr>
            <a:stCxn id="7" idx="3"/>
          </p:cNvCxnSpPr>
          <p:nvPr/>
        </p:nvCxnSpPr>
        <p:spPr>
          <a:xfrm>
            <a:off x="8534133" y="2619464"/>
            <a:ext cx="15158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流程图: 接点 45">
            <a:extLst>
              <a:ext uri="{FF2B5EF4-FFF2-40B4-BE49-F238E27FC236}">
                <a16:creationId xmlns:a16="http://schemas.microsoft.com/office/drawing/2014/main" id="{6341861E-333D-A971-EC95-BFF33C72CD36}"/>
              </a:ext>
            </a:extLst>
          </p:cNvPr>
          <p:cNvSpPr/>
          <p:nvPr/>
        </p:nvSpPr>
        <p:spPr>
          <a:xfrm>
            <a:off x="2789339" y="2517747"/>
            <a:ext cx="260058" cy="262156"/>
          </a:xfrm>
          <a:prstGeom prst="flowChartConnector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endParaRPr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AE178257-214A-A180-B47C-1E7A9814EB73}"/>
              </a:ext>
            </a:extLst>
          </p:cNvPr>
          <p:cNvCxnSpPr>
            <a:cxnSpLocks/>
            <a:endCxn id="46" idx="2"/>
          </p:cNvCxnSpPr>
          <p:nvPr/>
        </p:nvCxnSpPr>
        <p:spPr>
          <a:xfrm>
            <a:off x="2147582" y="2648825"/>
            <a:ext cx="6417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57421576-4A2C-FEA5-C68D-3891AC92F12E}"/>
              </a:ext>
            </a:extLst>
          </p:cNvPr>
          <p:cNvCxnSpPr>
            <a:stCxn id="46" idx="6"/>
            <a:endCxn id="5" idx="1"/>
          </p:cNvCxnSpPr>
          <p:nvPr/>
        </p:nvCxnSpPr>
        <p:spPr>
          <a:xfrm>
            <a:off x="3049397" y="2648825"/>
            <a:ext cx="2432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2C7101B9-D95F-155A-8987-313520B723F8}"/>
              </a:ext>
            </a:extLst>
          </p:cNvPr>
          <p:cNvCxnSpPr>
            <a:cxnSpLocks/>
            <a:stCxn id="8" idx="1"/>
            <a:endCxn id="46" idx="4"/>
          </p:cNvCxnSpPr>
          <p:nvPr/>
        </p:nvCxnSpPr>
        <p:spPr>
          <a:xfrm rot="10800000">
            <a:off x="2919369" y="2779904"/>
            <a:ext cx="2353115" cy="10622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5B524800-B7F4-FECB-9851-2BBA912FFB92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7953196" y="1774272"/>
            <a:ext cx="0" cy="5746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1D73AE48-A089-FB75-30EF-D026C5B46073}"/>
              </a:ext>
            </a:extLst>
          </p:cNvPr>
          <p:cNvSpPr txBox="1"/>
          <p:nvPr/>
        </p:nvSpPr>
        <p:spPr>
          <a:xfrm>
            <a:off x="7923403" y="1936647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蒸发量波动</a:t>
            </a:r>
          </a:p>
        </p:txBody>
      </p: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70AF36D0-C303-DF73-10E7-89D734C09EDB}"/>
              </a:ext>
            </a:extLst>
          </p:cNvPr>
          <p:cNvCxnSpPr>
            <a:endCxn id="8" idx="3"/>
          </p:cNvCxnSpPr>
          <p:nvPr/>
        </p:nvCxnSpPr>
        <p:spPr>
          <a:xfrm rot="10800000" flipV="1">
            <a:off x="6434358" y="2619464"/>
            <a:ext cx="2797726" cy="1222692"/>
          </a:xfrm>
          <a:prstGeom prst="bentConnector3">
            <a:avLst>
              <a:gd name="adj1" fmla="val -675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4013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ADAB3A67-D799-DEAB-B6ED-5778547AA5AF}"/>
              </a:ext>
            </a:extLst>
          </p:cNvPr>
          <p:cNvSpPr/>
          <p:nvPr/>
        </p:nvSpPr>
        <p:spPr>
          <a:xfrm>
            <a:off x="3292680" y="2378280"/>
            <a:ext cx="1161875" cy="54109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流量控制器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FC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1314A63-55B1-C8A2-7EDB-39BD4F02FC06}"/>
              </a:ext>
            </a:extLst>
          </p:cNvPr>
          <p:cNvSpPr/>
          <p:nvPr/>
        </p:nvSpPr>
        <p:spPr>
          <a:xfrm>
            <a:off x="5272483" y="2378280"/>
            <a:ext cx="1161875" cy="54109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进料阀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087043B-BAB8-689F-5A2B-4DF5CDE2030A}"/>
              </a:ext>
            </a:extLst>
          </p:cNvPr>
          <p:cNvSpPr/>
          <p:nvPr/>
        </p:nvSpPr>
        <p:spPr>
          <a:xfrm>
            <a:off x="7372258" y="2348919"/>
            <a:ext cx="1161875" cy="54109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进料管道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AD916E8-3F65-056E-1D34-72384B695E2A}"/>
              </a:ext>
            </a:extLst>
          </p:cNvPr>
          <p:cNvSpPr/>
          <p:nvPr/>
        </p:nvSpPr>
        <p:spPr>
          <a:xfrm>
            <a:off x="5272483" y="3571611"/>
            <a:ext cx="1161875" cy="54109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流量变送器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FT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6EB3033-470A-FD66-A441-3903AC91F37A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454555" y="2648825"/>
            <a:ext cx="8179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84BFD0F-B7D9-E766-1537-B38AB01B870B}"/>
              </a:ext>
            </a:extLst>
          </p:cNvPr>
          <p:cNvCxnSpPr>
            <a:stCxn id="6" idx="3"/>
          </p:cNvCxnSpPr>
          <p:nvPr/>
        </p:nvCxnSpPr>
        <p:spPr>
          <a:xfrm>
            <a:off x="6434358" y="2648825"/>
            <a:ext cx="9379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84621AF8-1027-021B-FFE3-14C1604A6762}"/>
              </a:ext>
            </a:extLst>
          </p:cNvPr>
          <p:cNvCxnSpPr>
            <a:stCxn id="7" idx="3"/>
          </p:cNvCxnSpPr>
          <p:nvPr/>
        </p:nvCxnSpPr>
        <p:spPr>
          <a:xfrm>
            <a:off x="8534133" y="2619464"/>
            <a:ext cx="15158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流程图: 接点 45">
            <a:extLst>
              <a:ext uri="{FF2B5EF4-FFF2-40B4-BE49-F238E27FC236}">
                <a16:creationId xmlns:a16="http://schemas.microsoft.com/office/drawing/2014/main" id="{6341861E-333D-A971-EC95-BFF33C72CD36}"/>
              </a:ext>
            </a:extLst>
          </p:cNvPr>
          <p:cNvSpPr/>
          <p:nvPr/>
        </p:nvSpPr>
        <p:spPr>
          <a:xfrm>
            <a:off x="2789339" y="2517747"/>
            <a:ext cx="260058" cy="262156"/>
          </a:xfrm>
          <a:prstGeom prst="flowChartConnector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endParaRPr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AE178257-214A-A180-B47C-1E7A9814EB73}"/>
              </a:ext>
            </a:extLst>
          </p:cNvPr>
          <p:cNvCxnSpPr>
            <a:cxnSpLocks/>
            <a:endCxn id="46" idx="2"/>
          </p:cNvCxnSpPr>
          <p:nvPr/>
        </p:nvCxnSpPr>
        <p:spPr>
          <a:xfrm>
            <a:off x="2147582" y="2648825"/>
            <a:ext cx="6417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57421576-4A2C-FEA5-C68D-3891AC92F12E}"/>
              </a:ext>
            </a:extLst>
          </p:cNvPr>
          <p:cNvCxnSpPr>
            <a:stCxn id="46" idx="6"/>
            <a:endCxn id="5" idx="1"/>
          </p:cNvCxnSpPr>
          <p:nvPr/>
        </p:nvCxnSpPr>
        <p:spPr>
          <a:xfrm>
            <a:off x="3049397" y="2648825"/>
            <a:ext cx="2432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2C7101B9-D95F-155A-8987-313520B723F8}"/>
              </a:ext>
            </a:extLst>
          </p:cNvPr>
          <p:cNvCxnSpPr>
            <a:cxnSpLocks/>
            <a:stCxn id="8" idx="1"/>
            <a:endCxn id="46" idx="4"/>
          </p:cNvCxnSpPr>
          <p:nvPr/>
        </p:nvCxnSpPr>
        <p:spPr>
          <a:xfrm rot="10800000">
            <a:off x="2919369" y="2779904"/>
            <a:ext cx="2353115" cy="10622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5B524800-B7F4-FECB-9851-2BBA912FFB92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7953196" y="1774272"/>
            <a:ext cx="0" cy="5746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1D73AE48-A089-FB75-30EF-D026C5B46073}"/>
              </a:ext>
            </a:extLst>
          </p:cNvPr>
          <p:cNvSpPr txBox="1"/>
          <p:nvPr/>
        </p:nvSpPr>
        <p:spPr>
          <a:xfrm>
            <a:off x="7923403" y="1936647"/>
            <a:ext cx="1136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上游压力波动</a:t>
            </a:r>
          </a:p>
        </p:txBody>
      </p: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70AF36D0-C303-DF73-10E7-89D734C09EDB}"/>
              </a:ext>
            </a:extLst>
          </p:cNvPr>
          <p:cNvCxnSpPr>
            <a:endCxn id="8" idx="3"/>
          </p:cNvCxnSpPr>
          <p:nvPr/>
        </p:nvCxnSpPr>
        <p:spPr>
          <a:xfrm rot="10800000" flipV="1">
            <a:off x="6434358" y="2619464"/>
            <a:ext cx="2797726" cy="1222692"/>
          </a:xfrm>
          <a:prstGeom prst="bentConnector3">
            <a:avLst>
              <a:gd name="adj1" fmla="val -675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485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90</Words>
  <Application>Microsoft Office PowerPoint</Application>
  <PresentationFormat>宽屏</PresentationFormat>
  <Paragraphs>43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宋体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2025-12-24T14:20:32Z</dcterms:created>
  <dcterms:modified xsi:type="dcterms:W3CDTF">2025-12-24T14:54:30Z</dcterms:modified>
</cp:coreProperties>
</file>