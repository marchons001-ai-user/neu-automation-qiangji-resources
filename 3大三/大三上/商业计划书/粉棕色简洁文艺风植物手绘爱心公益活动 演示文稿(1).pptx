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60" r:id="rId3"/>
    <p:sldId id="270" r:id="rId5"/>
    <p:sldId id="271" r:id="rId6"/>
    <p:sldId id="261" r:id="rId7"/>
    <p:sldId id="267" r:id="rId8"/>
  </p:sldIdLst>
  <p:sldSz cx="18288000" cy="10287000"/>
  <p:notesSz cx="6858000" cy="9144000"/>
  <p:embeddedFontLst>
    <p:embeddedFont>
      <p:font typeface="Montserrat" panose="00000500000000000000"/>
      <p:regular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  <p:embeddedFont>
      <p:font typeface="Montserrat Bold" panose="00000800000000000000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4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image" Target="../media/image7.png"/><Relationship Id="rId7" Type="http://schemas.openxmlformats.org/officeDocument/2006/relationships/tags" Target="../tags/tag38.xml"/><Relationship Id="rId6" Type="http://schemas.openxmlformats.org/officeDocument/2006/relationships/image" Target="../media/image6.png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.png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image" Target="../media/image8.pn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41013" y="2513220"/>
            <a:ext cx="15205974" cy="3924585"/>
            <a:chOff x="0" y="0"/>
            <a:chExt cx="4004866" cy="1033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4866" cy="1033636"/>
            </a:xfrm>
            <a:custGeom>
              <a:avLst/>
              <a:gdLst/>
              <a:ahLst/>
              <a:cxnLst/>
              <a:rect l="l" t="t" r="r" b="b"/>
              <a:pathLst>
                <a:path w="4004866" h="1033636">
                  <a:moveTo>
                    <a:pt x="13747" y="0"/>
                  </a:moveTo>
                  <a:lnTo>
                    <a:pt x="3991119" y="0"/>
                  </a:lnTo>
                  <a:cubicBezTo>
                    <a:pt x="3998711" y="0"/>
                    <a:pt x="4004866" y="6155"/>
                    <a:pt x="4004866" y="13747"/>
                  </a:cubicBezTo>
                  <a:lnTo>
                    <a:pt x="4004866" y="1019889"/>
                  </a:lnTo>
                  <a:cubicBezTo>
                    <a:pt x="4004866" y="1023535"/>
                    <a:pt x="4003417" y="1027031"/>
                    <a:pt x="4000839" y="1029609"/>
                  </a:cubicBezTo>
                  <a:cubicBezTo>
                    <a:pt x="3998261" y="1032187"/>
                    <a:pt x="3994765" y="1033636"/>
                    <a:pt x="3991119" y="1033636"/>
                  </a:cubicBezTo>
                  <a:lnTo>
                    <a:pt x="13747" y="1033636"/>
                  </a:lnTo>
                  <a:cubicBezTo>
                    <a:pt x="6155" y="1033636"/>
                    <a:pt x="0" y="1027481"/>
                    <a:pt x="0" y="1019889"/>
                  </a:cubicBezTo>
                  <a:lnTo>
                    <a:pt x="0" y="13747"/>
                  </a:lnTo>
                  <a:cubicBezTo>
                    <a:pt x="0" y="6155"/>
                    <a:pt x="6155" y="0"/>
                    <a:pt x="13747" y="0"/>
                  </a:cubicBezTo>
                  <a:close/>
                </a:path>
              </a:pathLst>
            </a:custGeom>
            <a:solidFill>
              <a:srgbClr val="FFD9D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04866" cy="1071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830141" y="2761958"/>
            <a:ext cx="4717983" cy="3463064"/>
            <a:chOff x="0" y="0"/>
            <a:chExt cx="579545" cy="4253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9545" cy="425394"/>
            </a:xfrm>
            <a:custGeom>
              <a:avLst/>
              <a:gdLst/>
              <a:ahLst/>
              <a:cxnLst/>
              <a:rect l="l" t="t" r="r" b="b"/>
              <a:pathLst>
                <a:path w="579545" h="425394">
                  <a:moveTo>
                    <a:pt x="37742" y="0"/>
                  </a:moveTo>
                  <a:lnTo>
                    <a:pt x="541804" y="0"/>
                  </a:lnTo>
                  <a:cubicBezTo>
                    <a:pt x="551813" y="0"/>
                    <a:pt x="561413" y="3976"/>
                    <a:pt x="568491" y="11054"/>
                  </a:cubicBezTo>
                  <a:cubicBezTo>
                    <a:pt x="575569" y="18132"/>
                    <a:pt x="579545" y="27732"/>
                    <a:pt x="579545" y="37742"/>
                  </a:cubicBezTo>
                  <a:lnTo>
                    <a:pt x="579545" y="387652"/>
                  </a:lnTo>
                  <a:cubicBezTo>
                    <a:pt x="579545" y="397662"/>
                    <a:pt x="575569" y="407262"/>
                    <a:pt x="568491" y="414340"/>
                  </a:cubicBezTo>
                  <a:cubicBezTo>
                    <a:pt x="561413" y="421418"/>
                    <a:pt x="551813" y="425394"/>
                    <a:pt x="541804" y="425394"/>
                  </a:cubicBezTo>
                  <a:lnTo>
                    <a:pt x="37742" y="425394"/>
                  </a:lnTo>
                  <a:cubicBezTo>
                    <a:pt x="27732" y="425394"/>
                    <a:pt x="18132" y="421418"/>
                    <a:pt x="11054" y="414340"/>
                  </a:cubicBezTo>
                  <a:cubicBezTo>
                    <a:pt x="3976" y="407262"/>
                    <a:pt x="0" y="397662"/>
                    <a:pt x="0" y="387652"/>
                  </a:cubicBezTo>
                  <a:lnTo>
                    <a:pt x="0" y="37742"/>
                  </a:lnTo>
                  <a:cubicBezTo>
                    <a:pt x="0" y="27732"/>
                    <a:pt x="3976" y="18132"/>
                    <a:pt x="11054" y="11054"/>
                  </a:cubicBezTo>
                  <a:cubicBezTo>
                    <a:pt x="18132" y="3976"/>
                    <a:pt x="27732" y="0"/>
                    <a:pt x="37742" y="0"/>
                  </a:cubicBezTo>
                  <a:close/>
                </a:path>
              </a:pathLst>
            </a:custGeom>
            <a:blipFill>
              <a:blip r:embed="rId1"/>
              <a:stretch>
                <a:fillRect l="-5085" r="-50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6785008" y="2761958"/>
            <a:ext cx="4717983" cy="3463064"/>
            <a:chOff x="0" y="0"/>
            <a:chExt cx="579545" cy="4253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9545" cy="425394"/>
            </a:xfrm>
            <a:custGeom>
              <a:avLst/>
              <a:gdLst/>
              <a:ahLst/>
              <a:cxnLst/>
              <a:rect l="l" t="t" r="r" b="b"/>
              <a:pathLst>
                <a:path w="579545" h="425394">
                  <a:moveTo>
                    <a:pt x="37742" y="0"/>
                  </a:moveTo>
                  <a:lnTo>
                    <a:pt x="541804" y="0"/>
                  </a:lnTo>
                  <a:cubicBezTo>
                    <a:pt x="551813" y="0"/>
                    <a:pt x="561413" y="3976"/>
                    <a:pt x="568491" y="11054"/>
                  </a:cubicBezTo>
                  <a:cubicBezTo>
                    <a:pt x="575569" y="18132"/>
                    <a:pt x="579545" y="27732"/>
                    <a:pt x="579545" y="37742"/>
                  </a:cubicBezTo>
                  <a:lnTo>
                    <a:pt x="579545" y="387652"/>
                  </a:lnTo>
                  <a:cubicBezTo>
                    <a:pt x="579545" y="397662"/>
                    <a:pt x="575569" y="407262"/>
                    <a:pt x="568491" y="414340"/>
                  </a:cubicBezTo>
                  <a:cubicBezTo>
                    <a:pt x="561413" y="421418"/>
                    <a:pt x="551813" y="425394"/>
                    <a:pt x="541804" y="425394"/>
                  </a:cubicBezTo>
                  <a:lnTo>
                    <a:pt x="37742" y="425394"/>
                  </a:lnTo>
                  <a:cubicBezTo>
                    <a:pt x="27732" y="425394"/>
                    <a:pt x="18132" y="421418"/>
                    <a:pt x="11054" y="414340"/>
                  </a:cubicBezTo>
                  <a:cubicBezTo>
                    <a:pt x="3976" y="407262"/>
                    <a:pt x="0" y="397662"/>
                    <a:pt x="0" y="387652"/>
                  </a:cubicBezTo>
                  <a:lnTo>
                    <a:pt x="0" y="37742"/>
                  </a:lnTo>
                  <a:cubicBezTo>
                    <a:pt x="0" y="27732"/>
                    <a:pt x="3976" y="18132"/>
                    <a:pt x="11054" y="11054"/>
                  </a:cubicBezTo>
                  <a:cubicBezTo>
                    <a:pt x="18132" y="3976"/>
                    <a:pt x="27732" y="0"/>
                    <a:pt x="37742" y="0"/>
                  </a:cubicBezTo>
                  <a:close/>
                </a:path>
              </a:pathLst>
            </a:custGeom>
            <a:blipFill>
              <a:blip r:embed="rId2"/>
              <a:stretch>
                <a:fillRect t="-52241" b="-522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1739876" y="2761958"/>
            <a:ext cx="4717983" cy="3463064"/>
            <a:chOff x="0" y="0"/>
            <a:chExt cx="579545" cy="4253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9545" cy="425394"/>
            </a:xfrm>
            <a:custGeom>
              <a:avLst/>
              <a:gdLst/>
              <a:ahLst/>
              <a:cxnLst/>
              <a:rect l="l" t="t" r="r" b="b"/>
              <a:pathLst>
                <a:path w="579545" h="425394">
                  <a:moveTo>
                    <a:pt x="37742" y="0"/>
                  </a:moveTo>
                  <a:lnTo>
                    <a:pt x="541804" y="0"/>
                  </a:lnTo>
                  <a:cubicBezTo>
                    <a:pt x="551813" y="0"/>
                    <a:pt x="561413" y="3976"/>
                    <a:pt x="568491" y="11054"/>
                  </a:cubicBezTo>
                  <a:cubicBezTo>
                    <a:pt x="575569" y="18132"/>
                    <a:pt x="579545" y="27732"/>
                    <a:pt x="579545" y="37742"/>
                  </a:cubicBezTo>
                  <a:lnTo>
                    <a:pt x="579545" y="387652"/>
                  </a:lnTo>
                  <a:cubicBezTo>
                    <a:pt x="579545" y="397662"/>
                    <a:pt x="575569" y="407262"/>
                    <a:pt x="568491" y="414340"/>
                  </a:cubicBezTo>
                  <a:cubicBezTo>
                    <a:pt x="561413" y="421418"/>
                    <a:pt x="551813" y="425394"/>
                    <a:pt x="541804" y="425394"/>
                  </a:cubicBezTo>
                  <a:lnTo>
                    <a:pt x="37742" y="425394"/>
                  </a:lnTo>
                  <a:cubicBezTo>
                    <a:pt x="27732" y="425394"/>
                    <a:pt x="18132" y="421418"/>
                    <a:pt x="11054" y="414340"/>
                  </a:cubicBezTo>
                  <a:cubicBezTo>
                    <a:pt x="3976" y="407262"/>
                    <a:pt x="0" y="397662"/>
                    <a:pt x="0" y="387652"/>
                  </a:cubicBezTo>
                  <a:lnTo>
                    <a:pt x="0" y="37742"/>
                  </a:lnTo>
                  <a:cubicBezTo>
                    <a:pt x="0" y="27732"/>
                    <a:pt x="3976" y="18132"/>
                    <a:pt x="11054" y="11054"/>
                  </a:cubicBezTo>
                  <a:cubicBezTo>
                    <a:pt x="18132" y="3976"/>
                    <a:pt x="27732" y="0"/>
                    <a:pt x="37742" y="0"/>
                  </a:cubicBezTo>
                  <a:close/>
                </a:path>
              </a:pathLst>
            </a:custGeom>
            <a:blipFill>
              <a:blip r:embed="rId3"/>
              <a:stretch>
                <a:fillRect l="-5085" r="-508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797030" y="7527290"/>
            <a:ext cx="4949825" cy="1675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数据驱动：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结合数据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精准预测风险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全场景覆盖：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服务满足全方位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需求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适老设计：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极简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UI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、大字、语音交互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9826928">
            <a:off x="16057280" y="7656888"/>
            <a:ext cx="3612844" cy="2143368"/>
            <a:chOff x="0" y="0"/>
            <a:chExt cx="4817125" cy="2857824"/>
          </a:xfrm>
        </p:grpSpPr>
        <p:grpSp>
          <p:nvGrpSpPr>
            <p:cNvPr id="13" name="Group 13"/>
            <p:cNvGrpSpPr/>
            <p:nvPr/>
          </p:nvGrpSpPr>
          <p:grpSpPr>
            <a:xfrm rot="0">
              <a:off x="0" y="839006"/>
              <a:ext cx="3526689" cy="1503691"/>
              <a:chOff x="0" y="0"/>
              <a:chExt cx="6028690" cy="25704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 rot="0">
              <a:off x="3443804" y="469769"/>
              <a:ext cx="1360510" cy="579485"/>
              <a:chOff x="0" y="0"/>
              <a:chExt cx="3506470" cy="14935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 rot="0">
              <a:off x="3425079" y="470262"/>
              <a:ext cx="1392046" cy="447919"/>
              <a:chOff x="0" y="0"/>
              <a:chExt cx="3587750" cy="115443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 rot="-1043704">
              <a:off x="1791686" y="162898"/>
              <a:ext cx="1245512" cy="1018070"/>
              <a:chOff x="0" y="0"/>
              <a:chExt cx="3651250" cy="2984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 rot="-1601107">
              <a:off x="530102" y="756043"/>
              <a:ext cx="1098135" cy="897606"/>
              <a:chOff x="0" y="0"/>
              <a:chExt cx="3651250" cy="2984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 rot="3600434">
              <a:off x="1412473" y="1299927"/>
              <a:ext cx="1515192" cy="1202423"/>
              <a:chOff x="0" y="0"/>
              <a:chExt cx="3876040" cy="307594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 rot="3600434">
              <a:off x="2510262" y="961849"/>
              <a:ext cx="1182472" cy="938383"/>
              <a:chOff x="0" y="0"/>
              <a:chExt cx="3876040" cy="307594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27" name="Group 27"/>
          <p:cNvGrpSpPr/>
          <p:nvPr/>
        </p:nvGrpSpPr>
        <p:grpSpPr>
          <a:xfrm rot="-1570203">
            <a:off x="-1511630" y="727901"/>
            <a:ext cx="3828831" cy="2271505"/>
            <a:chOff x="0" y="0"/>
            <a:chExt cx="5105108" cy="3028674"/>
          </a:xfrm>
        </p:grpSpPr>
        <p:grpSp>
          <p:nvGrpSpPr>
            <p:cNvPr id="28" name="Group 28"/>
            <p:cNvGrpSpPr/>
            <p:nvPr/>
          </p:nvGrpSpPr>
          <p:grpSpPr>
            <a:xfrm rot="0">
              <a:off x="0" y="889164"/>
              <a:ext cx="3737525" cy="1593586"/>
              <a:chOff x="0" y="0"/>
              <a:chExt cx="6028690" cy="25704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 rot="0">
              <a:off x="3649685" y="497853"/>
              <a:ext cx="1441845" cy="614129"/>
              <a:chOff x="0" y="0"/>
              <a:chExt cx="3506470" cy="149352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 rot="0">
              <a:off x="3629841" y="498376"/>
              <a:ext cx="1475267" cy="474697"/>
              <a:chOff x="0" y="0"/>
              <a:chExt cx="3587750" cy="11544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 rot="-1043704">
              <a:off x="1898798" y="172637"/>
              <a:ext cx="1319972" cy="1078934"/>
              <a:chOff x="0" y="0"/>
              <a:chExt cx="3651250" cy="29845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 rot="-1601107">
              <a:off x="561793" y="801242"/>
              <a:ext cx="1163785" cy="951268"/>
              <a:chOff x="0" y="0"/>
              <a:chExt cx="3651250" cy="2984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 rot="3600434">
              <a:off x="1496915" y="1377641"/>
              <a:ext cx="1605775" cy="1274308"/>
              <a:chOff x="0" y="0"/>
              <a:chExt cx="3876040" cy="307594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 rot="3600434">
              <a:off x="2660333" y="1019352"/>
              <a:ext cx="1253163" cy="994483"/>
              <a:chOff x="0" y="0"/>
              <a:chExt cx="3876040" cy="307594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id="42" name="TextBox 42"/>
          <p:cNvSpPr txBox="1"/>
          <p:nvPr/>
        </p:nvSpPr>
        <p:spPr>
          <a:xfrm>
            <a:off x="7435732" y="742513"/>
            <a:ext cx="3416536" cy="82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548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解决方案</a:t>
            </a:r>
            <a:endParaRPr lang="zh-CN" altLang="en-US" sz="548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887113" y="6872164"/>
            <a:ext cx="2302020" cy="51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5"/>
              </a:lnSpc>
            </a:pPr>
            <a:r>
              <a:rPr lang="zh-CN" altLang="en-US" sz="337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三大支柱</a:t>
            </a:r>
            <a:endParaRPr lang="zh-CN" altLang="en-US" sz="337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813527" y="6872164"/>
            <a:ext cx="2124073" cy="51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5"/>
              </a:lnSpc>
            </a:pPr>
            <a:r>
              <a:rPr lang="zh-CN" altLang="en-US" sz="337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解决痛点</a:t>
            </a:r>
            <a:endParaRPr lang="zh-CN" altLang="en-US" sz="337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796848" y="6872164"/>
            <a:ext cx="2330473" cy="51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5"/>
              </a:lnSpc>
            </a:pPr>
            <a:r>
              <a:rPr lang="zh-CN" altLang="en-US" sz="337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关键特色</a:t>
            </a:r>
            <a:endParaRPr lang="zh-CN" altLang="en-US" sz="337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685290" y="7527290"/>
            <a:ext cx="5027930" cy="1675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智能平台：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集成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AI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的云端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SaaS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系统</a:t>
            </a:r>
            <a:endParaRPr lang="zh-CN" altLang="en-US" sz="2315" b="1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硬件终端：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IoT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设备采集数据上传云端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线下服务：</a:t>
            </a:r>
            <a:r>
              <a:rPr lang="en-US" altLang="zh-CN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服务提供商需经过认证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813461" y="7527282"/>
            <a:ext cx="4661077" cy="1116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安全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无人知晓、</a:t>
            </a: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健康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无人管理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35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孤独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无人陪伴、</a:t>
            </a: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服务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难以整合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9" name="TextBox 42"/>
          <p:cNvSpPr txBox="1"/>
          <p:nvPr/>
        </p:nvSpPr>
        <p:spPr>
          <a:xfrm>
            <a:off x="5715000" y="1249045"/>
            <a:ext cx="6771640" cy="829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一体化智慧养老解决方案：让长者安心，子女放心</a:t>
            </a:r>
            <a:endParaRPr lang="zh-CN" altLang="en-US" sz="240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>
            <p:custDataLst>
              <p:tags r:id="rId1"/>
            </p:custDataLst>
          </p:nvPr>
        </p:nvGrpSpPr>
        <p:grpSpPr>
          <a:xfrm rot="0">
            <a:off x="1754102" y="3193914"/>
            <a:ext cx="14779796" cy="633304"/>
            <a:chOff x="0" y="0"/>
            <a:chExt cx="19706394" cy="844405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3675103" cy="844405"/>
              <a:chOff x="0" y="0"/>
              <a:chExt cx="1768773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76877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768773" h="406400">
                    <a:moveTo>
                      <a:pt x="156557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65573" y="406400"/>
                    </a:lnTo>
                    <a:lnTo>
                      <a:pt x="1768773" y="203200"/>
                    </a:lnTo>
                    <a:lnTo>
                      <a:pt x="1565573" y="0"/>
                    </a:ln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52400"/>
                <a:ext cx="1654473" cy="558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0">
              <a:off x="4007823" y="0"/>
              <a:ext cx="3675103" cy="844405"/>
              <a:chOff x="0" y="0"/>
              <a:chExt cx="1768773" cy="406400"/>
            </a:xfrm>
          </p:grpSpPr>
          <p:sp>
            <p:nvSpPr>
              <p:cNvPr id="7" name="Freeform 7"/>
              <p:cNvSpPr/>
              <p:nvPr>
                <p:custDataLst>
                  <p:tags r:id="rId2"/>
                </p:custDataLst>
              </p:nvPr>
            </p:nvSpPr>
            <p:spPr>
              <a:xfrm>
                <a:off x="0" y="0"/>
                <a:ext cx="176877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768773" h="406400">
                    <a:moveTo>
                      <a:pt x="156557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65573" y="406400"/>
                    </a:lnTo>
                    <a:lnTo>
                      <a:pt x="1768773" y="203200"/>
                    </a:lnTo>
                    <a:lnTo>
                      <a:pt x="1565573" y="0"/>
                    </a:ln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52400"/>
                <a:ext cx="1654473" cy="558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015646" y="0"/>
              <a:ext cx="3675103" cy="844405"/>
              <a:chOff x="0" y="0"/>
              <a:chExt cx="1768773" cy="406400"/>
            </a:xfrm>
          </p:grpSpPr>
          <p:sp>
            <p:nvSpPr>
              <p:cNvPr id="10" name="Freeform 10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0"/>
                <a:ext cx="176877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768773" h="406400">
                    <a:moveTo>
                      <a:pt x="156557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65573" y="406400"/>
                    </a:lnTo>
                    <a:lnTo>
                      <a:pt x="1768773" y="203200"/>
                    </a:lnTo>
                    <a:lnTo>
                      <a:pt x="1565573" y="0"/>
                    </a:ln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52400"/>
                <a:ext cx="1654473" cy="558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12023469" y="0"/>
              <a:ext cx="3675103" cy="844405"/>
              <a:chOff x="0" y="0"/>
              <a:chExt cx="1768773" cy="406400"/>
            </a:xfrm>
          </p:grpSpPr>
          <p:sp>
            <p:nvSpPr>
              <p:cNvPr id="13" name="Freeform 13"/>
              <p:cNvSpPr/>
              <p:nvPr>
                <p:custDataLst>
                  <p:tags r:id="rId4"/>
                </p:custDataLst>
              </p:nvPr>
            </p:nvSpPr>
            <p:spPr>
              <a:xfrm>
                <a:off x="0" y="0"/>
                <a:ext cx="176877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768773" h="406400">
                    <a:moveTo>
                      <a:pt x="156557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65573" y="406400"/>
                    </a:lnTo>
                    <a:lnTo>
                      <a:pt x="1768773" y="203200"/>
                    </a:lnTo>
                    <a:lnTo>
                      <a:pt x="1565573" y="0"/>
                    </a:ln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52400"/>
                <a:ext cx="1654473" cy="558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16031291" y="0"/>
              <a:ext cx="3675103" cy="844405"/>
              <a:chOff x="0" y="0"/>
              <a:chExt cx="1768773" cy="406400"/>
            </a:xfrm>
          </p:grpSpPr>
          <p:sp>
            <p:nvSpPr>
              <p:cNvPr id="16" name="Freeform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0" y="0"/>
                <a:ext cx="176877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768773" h="406400">
                    <a:moveTo>
                      <a:pt x="156557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65573" y="406400"/>
                    </a:lnTo>
                    <a:lnTo>
                      <a:pt x="1768773" y="203200"/>
                    </a:lnTo>
                    <a:lnTo>
                      <a:pt x="1565573" y="0"/>
                    </a:ln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52400"/>
                <a:ext cx="1654473" cy="558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7015964" y="1561529"/>
            <a:ext cx="4256073" cy="82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548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解决</a:t>
            </a:r>
            <a:r>
              <a:rPr lang="zh-CN" altLang="en-US" sz="548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方案</a:t>
            </a:r>
            <a:endParaRPr lang="zh-CN" altLang="en-US" sz="548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124563" y="3336061"/>
            <a:ext cx="1900685" cy="37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0"/>
              </a:lnSpc>
            </a:pPr>
            <a:r>
              <a:rPr lang="zh-CN" altLang="en-US" sz="245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安全层</a:t>
            </a:r>
            <a:endParaRPr lang="zh-CN" altLang="en-US" sz="245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6"/>
            </p:custDataLst>
          </p:nvPr>
        </p:nvSpPr>
        <p:spPr>
          <a:xfrm>
            <a:off x="5100497" y="3336061"/>
            <a:ext cx="1900685" cy="37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0"/>
              </a:lnSpc>
            </a:pPr>
            <a:r>
              <a:rPr lang="zh-CN" altLang="en-US" sz="245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健康层</a:t>
            </a:r>
            <a:endParaRPr lang="zh-CN" altLang="en-US" sz="245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7"/>
            </p:custDataLst>
          </p:nvPr>
        </p:nvSpPr>
        <p:spPr>
          <a:xfrm>
            <a:off x="8124057" y="3336061"/>
            <a:ext cx="1900685" cy="37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0"/>
              </a:lnSpc>
            </a:pPr>
            <a:r>
              <a:rPr lang="zh-CN" altLang="en-US" sz="245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生活层</a:t>
            </a:r>
            <a:endParaRPr lang="zh-CN" altLang="en-US" sz="245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8"/>
            </p:custDataLst>
          </p:nvPr>
        </p:nvSpPr>
        <p:spPr>
          <a:xfrm>
            <a:off x="11148693" y="3336061"/>
            <a:ext cx="1900685" cy="37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0"/>
              </a:lnSpc>
            </a:pPr>
            <a:r>
              <a:rPr lang="zh-CN" altLang="en-US" sz="245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精神层</a:t>
            </a:r>
            <a:endParaRPr lang="zh-CN" altLang="en-US" sz="245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3" name="TextBox 23"/>
          <p:cNvSpPr txBox="1"/>
          <p:nvPr>
            <p:custDataLst>
              <p:tags r:id="rId9"/>
            </p:custDataLst>
          </p:nvPr>
        </p:nvSpPr>
        <p:spPr>
          <a:xfrm>
            <a:off x="14161652" y="3336061"/>
            <a:ext cx="1900685" cy="37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0"/>
              </a:lnSpc>
            </a:pPr>
            <a:r>
              <a:rPr lang="zh-CN" altLang="en-US" sz="245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增值服务</a:t>
            </a:r>
            <a:endParaRPr lang="zh-CN" altLang="en-US" sz="245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1754102" y="4189183"/>
            <a:ext cx="2425616" cy="3961241"/>
            <a:chOff x="0" y="0"/>
            <a:chExt cx="3234155" cy="5281654"/>
          </a:xfrm>
        </p:grpSpPr>
        <p:grpSp>
          <p:nvGrpSpPr>
            <p:cNvPr id="25" name="Group 25"/>
            <p:cNvGrpSpPr/>
            <p:nvPr/>
          </p:nvGrpSpPr>
          <p:grpSpPr>
            <a:xfrm rot="0">
              <a:off x="0" y="0"/>
              <a:ext cx="3234155" cy="5281654"/>
              <a:chOff x="0" y="0"/>
              <a:chExt cx="638845" cy="104329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8845" cy="1043290"/>
              </a:xfrm>
              <a:custGeom>
                <a:avLst/>
                <a:gdLst/>
                <a:ahLst/>
                <a:cxnLst/>
                <a:rect l="l" t="t" r="r" b="b"/>
                <a:pathLst>
                  <a:path w="638845" h="1043290">
                    <a:moveTo>
                      <a:pt x="54259" y="0"/>
                    </a:moveTo>
                    <a:lnTo>
                      <a:pt x="584586" y="0"/>
                    </a:lnTo>
                    <a:cubicBezTo>
                      <a:pt x="598977" y="0"/>
                      <a:pt x="612778" y="5717"/>
                      <a:pt x="622953" y="15892"/>
                    </a:cubicBezTo>
                    <a:cubicBezTo>
                      <a:pt x="633129" y="26068"/>
                      <a:pt x="638845" y="39869"/>
                      <a:pt x="638845" y="54259"/>
                    </a:cubicBezTo>
                    <a:lnTo>
                      <a:pt x="638845" y="989030"/>
                    </a:lnTo>
                    <a:cubicBezTo>
                      <a:pt x="638845" y="1003421"/>
                      <a:pt x="633129" y="1017222"/>
                      <a:pt x="622953" y="1027397"/>
                    </a:cubicBezTo>
                    <a:cubicBezTo>
                      <a:pt x="612778" y="1037573"/>
                      <a:pt x="598977" y="1043290"/>
                      <a:pt x="584586" y="1043290"/>
                    </a:cubicBezTo>
                    <a:lnTo>
                      <a:pt x="54259" y="1043290"/>
                    </a:lnTo>
                    <a:cubicBezTo>
                      <a:pt x="39869" y="1043290"/>
                      <a:pt x="26068" y="1037573"/>
                      <a:pt x="15892" y="1027397"/>
                    </a:cubicBezTo>
                    <a:cubicBezTo>
                      <a:pt x="5717" y="1017222"/>
                      <a:pt x="0" y="1003421"/>
                      <a:pt x="0" y="989030"/>
                    </a:cubicBezTo>
                    <a:lnTo>
                      <a:pt x="0" y="54259"/>
                    </a:lnTo>
                    <a:cubicBezTo>
                      <a:pt x="0" y="39869"/>
                      <a:pt x="5717" y="26068"/>
                      <a:pt x="15892" y="15892"/>
                    </a:cubicBezTo>
                    <a:cubicBezTo>
                      <a:pt x="26068" y="5717"/>
                      <a:pt x="39869" y="0"/>
                      <a:pt x="54259" y="0"/>
                    </a:cubicBez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152400"/>
                <a:ext cx="638845" cy="11956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3660" y="246380"/>
              <a:ext cx="3054774" cy="47531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indent="0" algn="l" fontAlgn="auto"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跌倒探测：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识别长者跌倒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姿态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紧急呼叫：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提供一键</a:t>
              </a:r>
              <a:r>
                <a:rPr lang="en-US" altLang="zh-CN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SOS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呼叫功能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电子围栏：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为认知障碍长者设定安全活动区域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0"/>
            </p:custDataLst>
          </p:nvPr>
        </p:nvGrpSpPr>
        <p:grpSpPr>
          <a:xfrm rot="0">
            <a:off x="4767363" y="4189183"/>
            <a:ext cx="2425616" cy="3961241"/>
            <a:chOff x="0" y="0"/>
            <a:chExt cx="3234155" cy="5281654"/>
          </a:xfrm>
        </p:grpSpPr>
        <p:grpSp>
          <p:nvGrpSpPr>
            <p:cNvPr id="30" name="Group 30"/>
            <p:cNvGrpSpPr/>
            <p:nvPr/>
          </p:nvGrpSpPr>
          <p:grpSpPr>
            <a:xfrm rot="0">
              <a:off x="0" y="0"/>
              <a:ext cx="3234155" cy="5281654"/>
              <a:chOff x="0" y="0"/>
              <a:chExt cx="638845" cy="1043290"/>
            </a:xfrm>
          </p:grpSpPr>
          <p:sp>
            <p:nvSpPr>
              <p:cNvPr id="31" name="Freeform 31"/>
              <p:cNvSpPr/>
              <p:nvPr>
                <p:custDataLst>
                  <p:tags r:id="rId11"/>
                </p:custDataLst>
              </p:nvPr>
            </p:nvSpPr>
            <p:spPr>
              <a:xfrm>
                <a:off x="0" y="0"/>
                <a:ext cx="638845" cy="1043290"/>
              </a:xfrm>
              <a:custGeom>
                <a:avLst/>
                <a:gdLst/>
                <a:ahLst/>
                <a:cxnLst/>
                <a:rect l="l" t="t" r="r" b="b"/>
                <a:pathLst>
                  <a:path w="638845" h="1043290">
                    <a:moveTo>
                      <a:pt x="54259" y="0"/>
                    </a:moveTo>
                    <a:lnTo>
                      <a:pt x="584586" y="0"/>
                    </a:lnTo>
                    <a:cubicBezTo>
                      <a:pt x="598977" y="0"/>
                      <a:pt x="612778" y="5717"/>
                      <a:pt x="622953" y="15892"/>
                    </a:cubicBezTo>
                    <a:cubicBezTo>
                      <a:pt x="633129" y="26068"/>
                      <a:pt x="638845" y="39869"/>
                      <a:pt x="638845" y="54259"/>
                    </a:cubicBezTo>
                    <a:lnTo>
                      <a:pt x="638845" y="989030"/>
                    </a:lnTo>
                    <a:cubicBezTo>
                      <a:pt x="638845" y="1003421"/>
                      <a:pt x="633129" y="1017222"/>
                      <a:pt x="622953" y="1027397"/>
                    </a:cubicBezTo>
                    <a:cubicBezTo>
                      <a:pt x="612778" y="1037573"/>
                      <a:pt x="598977" y="1043290"/>
                      <a:pt x="584586" y="1043290"/>
                    </a:cubicBezTo>
                    <a:lnTo>
                      <a:pt x="54259" y="1043290"/>
                    </a:lnTo>
                    <a:cubicBezTo>
                      <a:pt x="39869" y="1043290"/>
                      <a:pt x="26068" y="1037573"/>
                      <a:pt x="15892" y="1027397"/>
                    </a:cubicBezTo>
                    <a:cubicBezTo>
                      <a:pt x="5717" y="1017222"/>
                      <a:pt x="0" y="1003421"/>
                      <a:pt x="0" y="989030"/>
                    </a:cubicBezTo>
                    <a:lnTo>
                      <a:pt x="0" y="54259"/>
                    </a:lnTo>
                    <a:cubicBezTo>
                      <a:pt x="0" y="39869"/>
                      <a:pt x="5717" y="26068"/>
                      <a:pt x="15892" y="15892"/>
                    </a:cubicBezTo>
                    <a:cubicBezTo>
                      <a:pt x="26068" y="5717"/>
                      <a:pt x="39869" y="0"/>
                      <a:pt x="54259" y="0"/>
                    </a:cubicBez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152400"/>
                <a:ext cx="638845" cy="11956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sp>
          <p:nvSpPr>
            <p:cNvPr id="33" name="TextBox 33"/>
            <p:cNvSpPr txBox="1"/>
            <p:nvPr>
              <p:custDataLst>
                <p:tags r:id="rId12"/>
              </p:custDataLst>
            </p:nvPr>
          </p:nvSpPr>
          <p:spPr>
            <a:xfrm>
              <a:off x="73660" y="246380"/>
              <a:ext cx="3020907" cy="47531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智能监测：</a:t>
              </a:r>
              <a:r>
                <a:rPr lang="en-US" altLang="zh-CN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loT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设备自动给采集健康数据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服药提醒：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语音提醒长者服药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健康档案：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云端安全存储个人病历、体检报告等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grpSp>
        <p:nvGrpSpPr>
          <p:cNvPr id="34" name="Group 34"/>
          <p:cNvGrpSpPr/>
          <p:nvPr>
            <p:custDataLst>
              <p:tags r:id="rId13"/>
            </p:custDataLst>
          </p:nvPr>
        </p:nvGrpSpPr>
        <p:grpSpPr>
          <a:xfrm rot="0">
            <a:off x="7780623" y="4189183"/>
            <a:ext cx="2425616" cy="3961241"/>
            <a:chOff x="0" y="0"/>
            <a:chExt cx="3234155" cy="5281654"/>
          </a:xfrm>
        </p:grpSpPr>
        <p:grpSp>
          <p:nvGrpSpPr>
            <p:cNvPr id="35" name="Group 35"/>
            <p:cNvGrpSpPr/>
            <p:nvPr/>
          </p:nvGrpSpPr>
          <p:grpSpPr>
            <a:xfrm rot="0">
              <a:off x="0" y="0"/>
              <a:ext cx="3234155" cy="5281654"/>
              <a:chOff x="0" y="0"/>
              <a:chExt cx="638845" cy="1043290"/>
            </a:xfrm>
          </p:grpSpPr>
          <p:sp>
            <p:nvSpPr>
              <p:cNvPr id="36" name="Freeform 36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0"/>
                <a:ext cx="638845" cy="1043290"/>
              </a:xfrm>
              <a:custGeom>
                <a:avLst/>
                <a:gdLst/>
                <a:ahLst/>
                <a:cxnLst/>
                <a:rect l="l" t="t" r="r" b="b"/>
                <a:pathLst>
                  <a:path w="638845" h="1043290">
                    <a:moveTo>
                      <a:pt x="54259" y="0"/>
                    </a:moveTo>
                    <a:lnTo>
                      <a:pt x="584586" y="0"/>
                    </a:lnTo>
                    <a:cubicBezTo>
                      <a:pt x="598977" y="0"/>
                      <a:pt x="612778" y="5717"/>
                      <a:pt x="622953" y="15892"/>
                    </a:cubicBezTo>
                    <a:cubicBezTo>
                      <a:pt x="633129" y="26068"/>
                      <a:pt x="638845" y="39869"/>
                      <a:pt x="638845" y="54259"/>
                    </a:cubicBezTo>
                    <a:lnTo>
                      <a:pt x="638845" y="989030"/>
                    </a:lnTo>
                    <a:cubicBezTo>
                      <a:pt x="638845" y="1003421"/>
                      <a:pt x="633129" y="1017222"/>
                      <a:pt x="622953" y="1027397"/>
                    </a:cubicBezTo>
                    <a:cubicBezTo>
                      <a:pt x="612778" y="1037573"/>
                      <a:pt x="598977" y="1043290"/>
                      <a:pt x="584586" y="1043290"/>
                    </a:cubicBezTo>
                    <a:lnTo>
                      <a:pt x="54259" y="1043290"/>
                    </a:lnTo>
                    <a:cubicBezTo>
                      <a:pt x="39869" y="1043290"/>
                      <a:pt x="26068" y="1037573"/>
                      <a:pt x="15892" y="1027397"/>
                    </a:cubicBezTo>
                    <a:cubicBezTo>
                      <a:pt x="5717" y="1017222"/>
                      <a:pt x="0" y="1003421"/>
                      <a:pt x="0" y="989030"/>
                    </a:cubicBezTo>
                    <a:lnTo>
                      <a:pt x="0" y="54259"/>
                    </a:lnTo>
                    <a:cubicBezTo>
                      <a:pt x="0" y="39869"/>
                      <a:pt x="5717" y="26068"/>
                      <a:pt x="15892" y="15892"/>
                    </a:cubicBezTo>
                    <a:cubicBezTo>
                      <a:pt x="26068" y="5717"/>
                      <a:pt x="39869" y="0"/>
                      <a:pt x="54259" y="0"/>
                    </a:cubicBez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152400"/>
                <a:ext cx="638845" cy="11956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sp>
          <p:nvSpPr>
            <p:cNvPr id="38" name="TextBox 38"/>
            <p:cNvSpPr txBox="1"/>
            <p:nvPr>
              <p:custDataLst>
                <p:tags r:id="rId15"/>
              </p:custDataLst>
            </p:nvPr>
          </p:nvSpPr>
          <p:spPr>
            <a:xfrm>
              <a:off x="124460" y="246380"/>
              <a:ext cx="3070860" cy="47531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一键下单：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平台整合优质服务商，提供上门保洁、营养送餐等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服务可视化：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服务人员</a:t>
              </a:r>
              <a:r>
                <a:rPr lang="en-US" altLang="zh-CN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GPS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实时定位、服务前后拍照上传、子女在线评价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grpSp>
        <p:nvGrpSpPr>
          <p:cNvPr id="39" name="Group 39"/>
          <p:cNvGrpSpPr/>
          <p:nvPr>
            <p:custDataLst>
              <p:tags r:id="rId16"/>
            </p:custDataLst>
          </p:nvPr>
        </p:nvGrpSpPr>
        <p:grpSpPr>
          <a:xfrm rot="0">
            <a:off x="10793883" y="4189183"/>
            <a:ext cx="2425700" cy="3961241"/>
            <a:chOff x="0" y="0"/>
            <a:chExt cx="3234267" cy="5281654"/>
          </a:xfrm>
        </p:grpSpPr>
        <p:grpSp>
          <p:nvGrpSpPr>
            <p:cNvPr id="40" name="Group 40"/>
            <p:cNvGrpSpPr/>
            <p:nvPr/>
          </p:nvGrpSpPr>
          <p:grpSpPr>
            <a:xfrm rot="0">
              <a:off x="0" y="0"/>
              <a:ext cx="3234155" cy="5281654"/>
              <a:chOff x="0" y="0"/>
              <a:chExt cx="638845" cy="1043290"/>
            </a:xfrm>
          </p:grpSpPr>
          <p:sp>
            <p:nvSpPr>
              <p:cNvPr id="41" name="Freeform 41"/>
              <p:cNvSpPr/>
              <p:nvPr>
                <p:custDataLst>
                  <p:tags r:id="rId17"/>
                </p:custDataLst>
              </p:nvPr>
            </p:nvSpPr>
            <p:spPr>
              <a:xfrm>
                <a:off x="0" y="0"/>
                <a:ext cx="638845" cy="1043290"/>
              </a:xfrm>
              <a:custGeom>
                <a:avLst/>
                <a:gdLst/>
                <a:ahLst/>
                <a:cxnLst/>
                <a:rect l="l" t="t" r="r" b="b"/>
                <a:pathLst>
                  <a:path w="638845" h="1043290">
                    <a:moveTo>
                      <a:pt x="54259" y="0"/>
                    </a:moveTo>
                    <a:lnTo>
                      <a:pt x="584586" y="0"/>
                    </a:lnTo>
                    <a:cubicBezTo>
                      <a:pt x="598977" y="0"/>
                      <a:pt x="612778" y="5717"/>
                      <a:pt x="622953" y="15892"/>
                    </a:cubicBezTo>
                    <a:cubicBezTo>
                      <a:pt x="633129" y="26068"/>
                      <a:pt x="638845" y="39869"/>
                      <a:pt x="638845" y="54259"/>
                    </a:cubicBezTo>
                    <a:lnTo>
                      <a:pt x="638845" y="989030"/>
                    </a:lnTo>
                    <a:cubicBezTo>
                      <a:pt x="638845" y="1003421"/>
                      <a:pt x="633129" y="1017222"/>
                      <a:pt x="622953" y="1027397"/>
                    </a:cubicBezTo>
                    <a:cubicBezTo>
                      <a:pt x="612778" y="1037573"/>
                      <a:pt x="598977" y="1043290"/>
                      <a:pt x="584586" y="1043290"/>
                    </a:cubicBezTo>
                    <a:lnTo>
                      <a:pt x="54259" y="1043290"/>
                    </a:lnTo>
                    <a:cubicBezTo>
                      <a:pt x="39869" y="1043290"/>
                      <a:pt x="26068" y="1037573"/>
                      <a:pt x="15892" y="1027397"/>
                    </a:cubicBezTo>
                    <a:cubicBezTo>
                      <a:pt x="5717" y="1017222"/>
                      <a:pt x="0" y="1003421"/>
                      <a:pt x="0" y="989030"/>
                    </a:cubicBezTo>
                    <a:lnTo>
                      <a:pt x="0" y="54259"/>
                    </a:lnTo>
                    <a:cubicBezTo>
                      <a:pt x="0" y="39869"/>
                      <a:pt x="5717" y="26068"/>
                      <a:pt x="15892" y="15892"/>
                    </a:cubicBezTo>
                    <a:cubicBezTo>
                      <a:pt x="26068" y="5717"/>
                      <a:pt x="39869" y="0"/>
                      <a:pt x="54259" y="0"/>
                    </a:cubicBez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152400"/>
                <a:ext cx="638845" cy="11956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sp>
          <p:nvSpPr>
            <p:cNvPr id="43" name="TextBox 43"/>
            <p:cNvSpPr txBox="1"/>
            <p:nvPr>
              <p:custDataLst>
                <p:tags r:id="rId18"/>
              </p:custDataLst>
            </p:nvPr>
          </p:nvSpPr>
          <p:spPr>
            <a:xfrm>
              <a:off x="23707" y="246380"/>
              <a:ext cx="3210560" cy="47531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社交互动：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搭建线上兴趣小组和社区论坛，组织线下健康讲座、节日庆祝等活动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亲情共享：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支持视频通话、照片分享增强家庭成员间的情感连接。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grpSp>
        <p:nvGrpSpPr>
          <p:cNvPr id="44" name="Group 44"/>
          <p:cNvGrpSpPr/>
          <p:nvPr>
            <p:custDataLst>
              <p:tags r:id="rId19"/>
            </p:custDataLst>
          </p:nvPr>
        </p:nvGrpSpPr>
        <p:grpSpPr>
          <a:xfrm rot="0">
            <a:off x="13807144" y="4189183"/>
            <a:ext cx="2434590" cy="4105910"/>
            <a:chOff x="0" y="0"/>
            <a:chExt cx="3246120" cy="5474546"/>
          </a:xfrm>
        </p:grpSpPr>
        <p:grpSp>
          <p:nvGrpSpPr>
            <p:cNvPr id="45" name="Group 45"/>
            <p:cNvGrpSpPr/>
            <p:nvPr/>
          </p:nvGrpSpPr>
          <p:grpSpPr>
            <a:xfrm rot="0">
              <a:off x="0" y="0"/>
              <a:ext cx="3234155" cy="5281654"/>
              <a:chOff x="0" y="0"/>
              <a:chExt cx="638845" cy="1043290"/>
            </a:xfrm>
          </p:grpSpPr>
          <p:sp>
            <p:nvSpPr>
              <p:cNvPr id="46" name="Freeform 46"/>
              <p:cNvSpPr/>
              <p:nvPr>
                <p:custDataLst>
                  <p:tags r:id="rId20"/>
                </p:custDataLst>
              </p:nvPr>
            </p:nvSpPr>
            <p:spPr>
              <a:xfrm>
                <a:off x="0" y="0"/>
                <a:ext cx="638845" cy="1043290"/>
              </a:xfrm>
              <a:custGeom>
                <a:avLst/>
                <a:gdLst/>
                <a:ahLst/>
                <a:cxnLst/>
                <a:rect l="l" t="t" r="r" b="b"/>
                <a:pathLst>
                  <a:path w="638845" h="1043290">
                    <a:moveTo>
                      <a:pt x="54259" y="0"/>
                    </a:moveTo>
                    <a:lnTo>
                      <a:pt x="584586" y="0"/>
                    </a:lnTo>
                    <a:cubicBezTo>
                      <a:pt x="598977" y="0"/>
                      <a:pt x="612778" y="5717"/>
                      <a:pt x="622953" y="15892"/>
                    </a:cubicBezTo>
                    <a:cubicBezTo>
                      <a:pt x="633129" y="26068"/>
                      <a:pt x="638845" y="39869"/>
                      <a:pt x="638845" y="54259"/>
                    </a:cubicBezTo>
                    <a:lnTo>
                      <a:pt x="638845" y="989030"/>
                    </a:lnTo>
                    <a:cubicBezTo>
                      <a:pt x="638845" y="1003421"/>
                      <a:pt x="633129" y="1017222"/>
                      <a:pt x="622953" y="1027397"/>
                    </a:cubicBezTo>
                    <a:cubicBezTo>
                      <a:pt x="612778" y="1037573"/>
                      <a:pt x="598977" y="1043290"/>
                      <a:pt x="584586" y="1043290"/>
                    </a:cubicBezTo>
                    <a:lnTo>
                      <a:pt x="54259" y="1043290"/>
                    </a:lnTo>
                    <a:cubicBezTo>
                      <a:pt x="39869" y="1043290"/>
                      <a:pt x="26068" y="1037573"/>
                      <a:pt x="15892" y="1027397"/>
                    </a:cubicBezTo>
                    <a:cubicBezTo>
                      <a:pt x="5717" y="1017222"/>
                      <a:pt x="0" y="1003421"/>
                      <a:pt x="0" y="989030"/>
                    </a:cubicBezTo>
                    <a:lnTo>
                      <a:pt x="0" y="54259"/>
                    </a:lnTo>
                    <a:cubicBezTo>
                      <a:pt x="0" y="39869"/>
                      <a:pt x="5717" y="26068"/>
                      <a:pt x="15892" y="15892"/>
                    </a:cubicBezTo>
                    <a:cubicBezTo>
                      <a:pt x="26068" y="5717"/>
                      <a:pt x="39869" y="0"/>
                      <a:pt x="54259" y="0"/>
                    </a:cubicBezTo>
                    <a:close/>
                  </a:path>
                </a:pathLst>
              </a:custGeom>
              <a:solidFill>
                <a:srgbClr val="FFD9D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152400"/>
                <a:ext cx="638845" cy="11956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55"/>
                  </a:lnSpc>
                </a:pPr>
              </a:p>
            </p:txBody>
          </p:sp>
        </p:grpSp>
        <p:sp>
          <p:nvSpPr>
            <p:cNvPr id="48" name="TextBox 48"/>
            <p:cNvSpPr txBox="1"/>
            <p:nvPr>
              <p:custDataLst>
                <p:tags r:id="rId21"/>
              </p:custDataLst>
            </p:nvPr>
          </p:nvSpPr>
          <p:spPr>
            <a:xfrm>
              <a:off x="39793" y="226060"/>
              <a:ext cx="3206327" cy="524848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家庭账户：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支持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家庭账户，共同分担服务费用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en-US" altLang="zh-CN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en-US" altLang="zh-CN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24h</a:t>
              </a: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客服：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处理从日常到紧急事件的所有事务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  <a:p>
              <a:pPr indent="0" algn="l" fontAlgn="auto">
                <a:lnSpc>
                  <a:spcPct val="100000"/>
                </a:lnSpc>
              </a:pPr>
              <a:r>
                <a:rPr lang="zh-CN" altLang="en-US" sz="2315" b="1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养老咨询：</a:t>
              </a:r>
              <a:r>
                <a:rPr lang="zh-CN" altLang="en-US" sz="2315" spc="2">
                  <a:solidFill>
                    <a:srgbClr val="866373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提供免费的养老政策、保险、规划咨询</a:t>
              </a:r>
              <a:endPara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 rot="0">
            <a:off x="-1410800" y="-795406"/>
            <a:ext cx="5485447" cy="5190172"/>
            <a:chOff x="0" y="0"/>
            <a:chExt cx="7313930" cy="6920230"/>
          </a:xfrm>
        </p:grpSpPr>
        <p:sp>
          <p:nvSpPr>
            <p:cNvPr id="50" name="Freeform 50"/>
            <p:cNvSpPr/>
            <p:nvPr/>
          </p:nvSpPr>
          <p:spPr>
            <a:xfrm>
              <a:off x="48260" y="38100"/>
              <a:ext cx="7221220" cy="6833870"/>
            </a:xfrm>
            <a:custGeom>
              <a:avLst/>
              <a:gdLst/>
              <a:ahLst/>
              <a:cxnLst/>
              <a:rect l="l" t="t" r="r" b="b"/>
              <a:pathLst>
                <a:path w="7221220" h="6833870">
                  <a:moveTo>
                    <a:pt x="539750" y="6220460"/>
                  </a:moveTo>
                  <a:cubicBezTo>
                    <a:pt x="1380490" y="5754370"/>
                    <a:pt x="1512570" y="5689600"/>
                    <a:pt x="1607820" y="5579110"/>
                  </a:cubicBezTo>
                  <a:cubicBezTo>
                    <a:pt x="1699260" y="5472430"/>
                    <a:pt x="1734820" y="5354320"/>
                    <a:pt x="1798320" y="5199380"/>
                  </a:cubicBezTo>
                  <a:cubicBezTo>
                    <a:pt x="1891030" y="4975860"/>
                    <a:pt x="2000250" y="4597400"/>
                    <a:pt x="2076450" y="4351020"/>
                  </a:cubicBezTo>
                  <a:cubicBezTo>
                    <a:pt x="2134870" y="4161790"/>
                    <a:pt x="2161540" y="3999230"/>
                    <a:pt x="2223770" y="3845560"/>
                  </a:cubicBezTo>
                  <a:cubicBezTo>
                    <a:pt x="2279650" y="3707130"/>
                    <a:pt x="2345690" y="3587750"/>
                    <a:pt x="2423160" y="3464560"/>
                  </a:cubicBezTo>
                  <a:cubicBezTo>
                    <a:pt x="2504440" y="3336290"/>
                    <a:pt x="2604770" y="3206750"/>
                    <a:pt x="2702560" y="3091180"/>
                  </a:cubicBezTo>
                  <a:cubicBezTo>
                    <a:pt x="2796540" y="2980690"/>
                    <a:pt x="2890520" y="2880360"/>
                    <a:pt x="2997200" y="2782570"/>
                  </a:cubicBezTo>
                  <a:cubicBezTo>
                    <a:pt x="3107690" y="2680970"/>
                    <a:pt x="3230880" y="2579370"/>
                    <a:pt x="3352800" y="2491740"/>
                  </a:cubicBezTo>
                  <a:cubicBezTo>
                    <a:pt x="3470910" y="2406650"/>
                    <a:pt x="3548380" y="2348230"/>
                    <a:pt x="3717290" y="2260600"/>
                  </a:cubicBezTo>
                  <a:cubicBezTo>
                    <a:pt x="4048760" y="2087880"/>
                    <a:pt x="4893310" y="1781810"/>
                    <a:pt x="5253990" y="1619250"/>
                  </a:cubicBezTo>
                  <a:cubicBezTo>
                    <a:pt x="5453380" y="1529080"/>
                    <a:pt x="5568950" y="1478280"/>
                    <a:pt x="5712460" y="1395730"/>
                  </a:cubicBezTo>
                  <a:cubicBezTo>
                    <a:pt x="5848350" y="1316990"/>
                    <a:pt x="5972810" y="1233170"/>
                    <a:pt x="6096000" y="1136650"/>
                  </a:cubicBezTo>
                  <a:cubicBezTo>
                    <a:pt x="6221730" y="1037590"/>
                    <a:pt x="6477000" y="875030"/>
                    <a:pt x="6456680" y="808990"/>
                  </a:cubicBezTo>
                  <a:cubicBezTo>
                    <a:pt x="6435090" y="740410"/>
                    <a:pt x="6107430" y="753110"/>
                    <a:pt x="5941060" y="741680"/>
                  </a:cubicBezTo>
                  <a:cubicBezTo>
                    <a:pt x="5786120" y="731520"/>
                    <a:pt x="5668010" y="728980"/>
                    <a:pt x="5490210" y="740410"/>
                  </a:cubicBezTo>
                  <a:cubicBezTo>
                    <a:pt x="5232400" y="756920"/>
                    <a:pt x="4869180" y="811530"/>
                    <a:pt x="4545330" y="864870"/>
                  </a:cubicBezTo>
                  <a:cubicBezTo>
                    <a:pt x="4198620" y="922020"/>
                    <a:pt x="3774440" y="1026160"/>
                    <a:pt x="3473450" y="1076960"/>
                  </a:cubicBezTo>
                  <a:cubicBezTo>
                    <a:pt x="3257550" y="1113790"/>
                    <a:pt x="3096260" y="1131570"/>
                    <a:pt x="2912110" y="1155700"/>
                  </a:cubicBezTo>
                  <a:cubicBezTo>
                    <a:pt x="2734310" y="1179830"/>
                    <a:pt x="2590800" y="1201420"/>
                    <a:pt x="2388870" y="1221740"/>
                  </a:cubicBezTo>
                  <a:cubicBezTo>
                    <a:pt x="2113280" y="1249680"/>
                    <a:pt x="1667510" y="1292860"/>
                    <a:pt x="1405890" y="1296670"/>
                  </a:cubicBezTo>
                  <a:cubicBezTo>
                    <a:pt x="1230630" y="1299210"/>
                    <a:pt x="1115060" y="1286510"/>
                    <a:pt x="969010" y="1275080"/>
                  </a:cubicBezTo>
                  <a:cubicBezTo>
                    <a:pt x="820420" y="1263650"/>
                    <a:pt x="647700" y="1243330"/>
                    <a:pt x="519430" y="1228090"/>
                  </a:cubicBezTo>
                  <a:cubicBezTo>
                    <a:pt x="422910" y="1216660"/>
                    <a:pt x="327660" y="1209040"/>
                    <a:pt x="267970" y="1192530"/>
                  </a:cubicBezTo>
                  <a:cubicBezTo>
                    <a:pt x="232410" y="1182370"/>
                    <a:pt x="212090" y="1173480"/>
                    <a:pt x="186690" y="1158240"/>
                  </a:cubicBezTo>
                  <a:cubicBezTo>
                    <a:pt x="161290" y="1143000"/>
                    <a:pt x="137160" y="1123950"/>
                    <a:pt x="115570" y="1103630"/>
                  </a:cubicBezTo>
                  <a:cubicBezTo>
                    <a:pt x="93980" y="1083310"/>
                    <a:pt x="73660" y="1060450"/>
                    <a:pt x="58420" y="1035050"/>
                  </a:cubicBezTo>
                  <a:cubicBezTo>
                    <a:pt x="41910" y="1009650"/>
                    <a:pt x="29210" y="981710"/>
                    <a:pt x="20320" y="953770"/>
                  </a:cubicBezTo>
                  <a:cubicBezTo>
                    <a:pt x="11430" y="925830"/>
                    <a:pt x="5080" y="895350"/>
                    <a:pt x="2540" y="866140"/>
                  </a:cubicBezTo>
                  <a:cubicBezTo>
                    <a:pt x="0" y="836930"/>
                    <a:pt x="2540" y="806450"/>
                    <a:pt x="7620" y="777240"/>
                  </a:cubicBezTo>
                  <a:cubicBezTo>
                    <a:pt x="12700" y="748030"/>
                    <a:pt x="20320" y="718820"/>
                    <a:pt x="31750" y="692150"/>
                  </a:cubicBezTo>
                  <a:cubicBezTo>
                    <a:pt x="43180" y="665480"/>
                    <a:pt x="59690" y="638810"/>
                    <a:pt x="77470" y="614680"/>
                  </a:cubicBezTo>
                  <a:cubicBezTo>
                    <a:pt x="95250" y="590550"/>
                    <a:pt x="115570" y="568960"/>
                    <a:pt x="138430" y="549910"/>
                  </a:cubicBezTo>
                  <a:cubicBezTo>
                    <a:pt x="161290" y="530860"/>
                    <a:pt x="187960" y="515620"/>
                    <a:pt x="214630" y="502920"/>
                  </a:cubicBezTo>
                  <a:cubicBezTo>
                    <a:pt x="241300" y="490220"/>
                    <a:pt x="259080" y="485140"/>
                    <a:pt x="299720" y="474980"/>
                  </a:cubicBezTo>
                  <a:cubicBezTo>
                    <a:pt x="398780" y="452120"/>
                    <a:pt x="586740" y="417830"/>
                    <a:pt x="817880" y="400050"/>
                  </a:cubicBezTo>
                  <a:cubicBezTo>
                    <a:pt x="1273810" y="365760"/>
                    <a:pt x="2172970" y="411480"/>
                    <a:pt x="2861310" y="381000"/>
                  </a:cubicBezTo>
                  <a:cubicBezTo>
                    <a:pt x="3567430" y="349250"/>
                    <a:pt x="4525010" y="231140"/>
                    <a:pt x="5002530" y="209550"/>
                  </a:cubicBezTo>
                  <a:cubicBezTo>
                    <a:pt x="5242560" y="198120"/>
                    <a:pt x="5372100" y="200660"/>
                    <a:pt x="5544820" y="203200"/>
                  </a:cubicBezTo>
                  <a:cubicBezTo>
                    <a:pt x="5703570" y="205740"/>
                    <a:pt x="5852160" y="205740"/>
                    <a:pt x="6002020" y="224790"/>
                  </a:cubicBezTo>
                  <a:cubicBezTo>
                    <a:pt x="6151880" y="243840"/>
                    <a:pt x="6357620" y="289560"/>
                    <a:pt x="6443980" y="316230"/>
                  </a:cubicBezTo>
                  <a:cubicBezTo>
                    <a:pt x="6482080" y="327660"/>
                    <a:pt x="6498590" y="334010"/>
                    <a:pt x="6522720" y="347980"/>
                  </a:cubicBezTo>
                  <a:cubicBezTo>
                    <a:pt x="6546850" y="361950"/>
                    <a:pt x="6570980" y="378460"/>
                    <a:pt x="6591300" y="397510"/>
                  </a:cubicBezTo>
                  <a:cubicBezTo>
                    <a:pt x="6611620" y="416560"/>
                    <a:pt x="6629400" y="433070"/>
                    <a:pt x="6645910" y="461010"/>
                  </a:cubicBezTo>
                  <a:cubicBezTo>
                    <a:pt x="6668770" y="500380"/>
                    <a:pt x="6694170" y="574040"/>
                    <a:pt x="6701790" y="619760"/>
                  </a:cubicBezTo>
                  <a:cubicBezTo>
                    <a:pt x="6706870" y="651510"/>
                    <a:pt x="6703060" y="675640"/>
                    <a:pt x="6699250" y="703580"/>
                  </a:cubicBezTo>
                  <a:cubicBezTo>
                    <a:pt x="6695440" y="731520"/>
                    <a:pt x="6687820" y="759460"/>
                    <a:pt x="6677660" y="784860"/>
                  </a:cubicBezTo>
                  <a:cubicBezTo>
                    <a:pt x="6667500" y="811530"/>
                    <a:pt x="6653530" y="836930"/>
                    <a:pt x="6637020" y="859790"/>
                  </a:cubicBezTo>
                  <a:cubicBezTo>
                    <a:pt x="6620510" y="882650"/>
                    <a:pt x="6601460" y="902970"/>
                    <a:pt x="6579870" y="920750"/>
                  </a:cubicBezTo>
                  <a:cubicBezTo>
                    <a:pt x="6558280" y="938530"/>
                    <a:pt x="6534150" y="955040"/>
                    <a:pt x="6508750" y="967740"/>
                  </a:cubicBezTo>
                  <a:cubicBezTo>
                    <a:pt x="6483350" y="980440"/>
                    <a:pt x="6456680" y="989330"/>
                    <a:pt x="6428740" y="995680"/>
                  </a:cubicBezTo>
                  <a:cubicBezTo>
                    <a:pt x="6402070" y="1002030"/>
                    <a:pt x="6372860" y="1004570"/>
                    <a:pt x="6344920" y="1004570"/>
                  </a:cubicBezTo>
                  <a:cubicBezTo>
                    <a:pt x="6316980" y="1004570"/>
                    <a:pt x="6304280" y="993140"/>
                    <a:pt x="6261100" y="991870"/>
                  </a:cubicBezTo>
                  <a:cubicBezTo>
                    <a:pt x="6121400" y="989330"/>
                    <a:pt x="5679440" y="1042670"/>
                    <a:pt x="5363210" y="1087120"/>
                  </a:cubicBezTo>
                  <a:cubicBezTo>
                    <a:pt x="5003800" y="1136650"/>
                    <a:pt x="4615180" y="1226820"/>
                    <a:pt x="4217670" y="1283970"/>
                  </a:cubicBezTo>
                  <a:cubicBezTo>
                    <a:pt x="3790950" y="1344930"/>
                    <a:pt x="3061970" y="1443990"/>
                    <a:pt x="2882900" y="1437640"/>
                  </a:cubicBezTo>
                  <a:cubicBezTo>
                    <a:pt x="2837180" y="1436370"/>
                    <a:pt x="2824480" y="1430020"/>
                    <a:pt x="2797810" y="1421130"/>
                  </a:cubicBezTo>
                  <a:cubicBezTo>
                    <a:pt x="2771140" y="1412240"/>
                    <a:pt x="2744470" y="1400810"/>
                    <a:pt x="2720340" y="1385570"/>
                  </a:cubicBezTo>
                  <a:cubicBezTo>
                    <a:pt x="2696210" y="1370330"/>
                    <a:pt x="2672080" y="1352550"/>
                    <a:pt x="2651760" y="1332230"/>
                  </a:cubicBezTo>
                  <a:cubicBezTo>
                    <a:pt x="2631440" y="1311910"/>
                    <a:pt x="2613660" y="1287780"/>
                    <a:pt x="2599690" y="1263650"/>
                  </a:cubicBezTo>
                  <a:cubicBezTo>
                    <a:pt x="2585720" y="1239520"/>
                    <a:pt x="2573020" y="1211580"/>
                    <a:pt x="2565400" y="1184910"/>
                  </a:cubicBezTo>
                  <a:cubicBezTo>
                    <a:pt x="2556510" y="1156970"/>
                    <a:pt x="2551430" y="1127760"/>
                    <a:pt x="2550160" y="1099820"/>
                  </a:cubicBezTo>
                  <a:cubicBezTo>
                    <a:pt x="2548890" y="1070610"/>
                    <a:pt x="2550160" y="1041400"/>
                    <a:pt x="2555240" y="1013460"/>
                  </a:cubicBezTo>
                  <a:cubicBezTo>
                    <a:pt x="2560320" y="985520"/>
                    <a:pt x="2569210" y="957580"/>
                    <a:pt x="2581910" y="930910"/>
                  </a:cubicBezTo>
                  <a:cubicBezTo>
                    <a:pt x="2593340" y="905510"/>
                    <a:pt x="2609850" y="880110"/>
                    <a:pt x="2627630" y="857250"/>
                  </a:cubicBezTo>
                  <a:cubicBezTo>
                    <a:pt x="2645410" y="834390"/>
                    <a:pt x="2665730" y="814070"/>
                    <a:pt x="2688590" y="796290"/>
                  </a:cubicBezTo>
                  <a:cubicBezTo>
                    <a:pt x="2711450" y="778510"/>
                    <a:pt x="2736850" y="764540"/>
                    <a:pt x="2763520" y="753110"/>
                  </a:cubicBezTo>
                  <a:cubicBezTo>
                    <a:pt x="2790190" y="741680"/>
                    <a:pt x="2799080" y="736600"/>
                    <a:pt x="2846070" y="727710"/>
                  </a:cubicBezTo>
                  <a:cubicBezTo>
                    <a:pt x="3072130" y="683260"/>
                    <a:pt x="4542790" y="553720"/>
                    <a:pt x="4864100" y="535940"/>
                  </a:cubicBezTo>
                  <a:cubicBezTo>
                    <a:pt x="4964430" y="530860"/>
                    <a:pt x="5011420" y="525780"/>
                    <a:pt x="5062220" y="533400"/>
                  </a:cubicBezTo>
                  <a:cubicBezTo>
                    <a:pt x="5095240" y="538480"/>
                    <a:pt x="5116830" y="546100"/>
                    <a:pt x="5142230" y="557530"/>
                  </a:cubicBezTo>
                  <a:cubicBezTo>
                    <a:pt x="5167630" y="568960"/>
                    <a:pt x="5191760" y="579120"/>
                    <a:pt x="5215890" y="600710"/>
                  </a:cubicBezTo>
                  <a:cubicBezTo>
                    <a:pt x="5250180" y="631190"/>
                    <a:pt x="5299710" y="692150"/>
                    <a:pt x="5321300" y="732790"/>
                  </a:cubicBezTo>
                  <a:cubicBezTo>
                    <a:pt x="5336540" y="760730"/>
                    <a:pt x="5341620" y="784860"/>
                    <a:pt x="5346700" y="812800"/>
                  </a:cubicBezTo>
                  <a:cubicBezTo>
                    <a:pt x="5351780" y="840740"/>
                    <a:pt x="5354320" y="869950"/>
                    <a:pt x="5353050" y="897890"/>
                  </a:cubicBezTo>
                  <a:cubicBezTo>
                    <a:pt x="5351780" y="925830"/>
                    <a:pt x="5345430" y="953770"/>
                    <a:pt x="5337810" y="980440"/>
                  </a:cubicBezTo>
                  <a:cubicBezTo>
                    <a:pt x="5328920" y="1007110"/>
                    <a:pt x="5317490" y="1033780"/>
                    <a:pt x="5303520" y="1057910"/>
                  </a:cubicBezTo>
                  <a:cubicBezTo>
                    <a:pt x="5289550" y="1082040"/>
                    <a:pt x="5271770" y="1104900"/>
                    <a:pt x="5252720" y="1125220"/>
                  </a:cubicBezTo>
                  <a:cubicBezTo>
                    <a:pt x="5233670" y="1145540"/>
                    <a:pt x="5210810" y="1163320"/>
                    <a:pt x="5186680" y="1178560"/>
                  </a:cubicBezTo>
                  <a:cubicBezTo>
                    <a:pt x="5162550" y="1193800"/>
                    <a:pt x="5135880" y="1205230"/>
                    <a:pt x="5109210" y="1214120"/>
                  </a:cubicBezTo>
                  <a:cubicBezTo>
                    <a:pt x="5082540" y="1223010"/>
                    <a:pt x="5071110" y="1223010"/>
                    <a:pt x="5026660" y="1229360"/>
                  </a:cubicBezTo>
                  <a:cubicBezTo>
                    <a:pt x="4850130" y="1256030"/>
                    <a:pt x="4071620" y="1332230"/>
                    <a:pt x="3702050" y="1380490"/>
                  </a:cubicBezTo>
                  <a:cubicBezTo>
                    <a:pt x="3435350" y="1414780"/>
                    <a:pt x="3228340" y="1446530"/>
                    <a:pt x="3014980" y="1479550"/>
                  </a:cubicBezTo>
                  <a:cubicBezTo>
                    <a:pt x="2829560" y="1507490"/>
                    <a:pt x="2673350" y="1530350"/>
                    <a:pt x="2495550" y="1564640"/>
                  </a:cubicBezTo>
                  <a:cubicBezTo>
                    <a:pt x="2307590" y="1601470"/>
                    <a:pt x="2066290" y="1664970"/>
                    <a:pt x="1915160" y="1692910"/>
                  </a:cubicBezTo>
                  <a:cubicBezTo>
                    <a:pt x="1819910" y="1710690"/>
                    <a:pt x="1741170" y="1727200"/>
                    <a:pt x="1681480" y="1728470"/>
                  </a:cubicBezTo>
                  <a:cubicBezTo>
                    <a:pt x="1644650" y="1728470"/>
                    <a:pt x="1621790" y="1724660"/>
                    <a:pt x="1592580" y="1717040"/>
                  </a:cubicBezTo>
                  <a:cubicBezTo>
                    <a:pt x="1563370" y="1709420"/>
                    <a:pt x="1534160" y="1699260"/>
                    <a:pt x="1507490" y="1685290"/>
                  </a:cubicBezTo>
                  <a:cubicBezTo>
                    <a:pt x="1480820" y="1671320"/>
                    <a:pt x="1456690" y="1653540"/>
                    <a:pt x="1433830" y="1633220"/>
                  </a:cubicBezTo>
                  <a:cubicBezTo>
                    <a:pt x="1412240" y="1612900"/>
                    <a:pt x="1390650" y="1590040"/>
                    <a:pt x="1374140" y="1565910"/>
                  </a:cubicBezTo>
                  <a:cubicBezTo>
                    <a:pt x="1357630" y="1541780"/>
                    <a:pt x="1342390" y="1513840"/>
                    <a:pt x="1332230" y="1485900"/>
                  </a:cubicBezTo>
                  <a:cubicBezTo>
                    <a:pt x="1322070" y="1457960"/>
                    <a:pt x="1314450" y="1427480"/>
                    <a:pt x="1310640" y="1398270"/>
                  </a:cubicBezTo>
                  <a:cubicBezTo>
                    <a:pt x="1306830" y="1369060"/>
                    <a:pt x="1306830" y="1337310"/>
                    <a:pt x="1310640" y="1308100"/>
                  </a:cubicBezTo>
                  <a:cubicBezTo>
                    <a:pt x="1314450" y="1278890"/>
                    <a:pt x="1322070" y="1248410"/>
                    <a:pt x="1332230" y="1220470"/>
                  </a:cubicBezTo>
                  <a:cubicBezTo>
                    <a:pt x="1342390" y="1192530"/>
                    <a:pt x="1357630" y="1164590"/>
                    <a:pt x="1374140" y="1140460"/>
                  </a:cubicBezTo>
                  <a:cubicBezTo>
                    <a:pt x="1390650" y="1116330"/>
                    <a:pt x="1410970" y="1092200"/>
                    <a:pt x="1433830" y="1073150"/>
                  </a:cubicBezTo>
                  <a:cubicBezTo>
                    <a:pt x="1456690" y="1052830"/>
                    <a:pt x="1482090" y="1036320"/>
                    <a:pt x="1508760" y="1022350"/>
                  </a:cubicBezTo>
                  <a:cubicBezTo>
                    <a:pt x="1535430" y="1008380"/>
                    <a:pt x="1550670" y="999490"/>
                    <a:pt x="1592580" y="989330"/>
                  </a:cubicBezTo>
                  <a:cubicBezTo>
                    <a:pt x="1699260" y="962660"/>
                    <a:pt x="1950720" y="965200"/>
                    <a:pt x="2176780" y="927100"/>
                  </a:cubicBezTo>
                  <a:cubicBezTo>
                    <a:pt x="2499360" y="873760"/>
                    <a:pt x="3169920" y="713740"/>
                    <a:pt x="3337560" y="665480"/>
                  </a:cubicBezTo>
                  <a:cubicBezTo>
                    <a:pt x="3384550" y="651510"/>
                    <a:pt x="3397250" y="640080"/>
                    <a:pt x="3426460" y="633730"/>
                  </a:cubicBezTo>
                  <a:cubicBezTo>
                    <a:pt x="3454400" y="627380"/>
                    <a:pt x="3481070" y="626110"/>
                    <a:pt x="3507740" y="626110"/>
                  </a:cubicBezTo>
                  <a:cubicBezTo>
                    <a:pt x="3535680" y="626110"/>
                    <a:pt x="3563620" y="629920"/>
                    <a:pt x="3590290" y="637540"/>
                  </a:cubicBezTo>
                  <a:cubicBezTo>
                    <a:pt x="3616960" y="643890"/>
                    <a:pt x="3639820" y="651510"/>
                    <a:pt x="3666490" y="668020"/>
                  </a:cubicBezTo>
                  <a:cubicBezTo>
                    <a:pt x="3703320" y="692150"/>
                    <a:pt x="3756660" y="734060"/>
                    <a:pt x="3785870" y="778510"/>
                  </a:cubicBezTo>
                  <a:cubicBezTo>
                    <a:pt x="3815080" y="822960"/>
                    <a:pt x="3834130" y="887730"/>
                    <a:pt x="3841750" y="932180"/>
                  </a:cubicBezTo>
                  <a:cubicBezTo>
                    <a:pt x="3846830" y="963930"/>
                    <a:pt x="3843020" y="988060"/>
                    <a:pt x="3839210" y="1014730"/>
                  </a:cubicBezTo>
                  <a:cubicBezTo>
                    <a:pt x="3835400" y="1041400"/>
                    <a:pt x="3829050" y="1069340"/>
                    <a:pt x="3818890" y="1094740"/>
                  </a:cubicBezTo>
                  <a:cubicBezTo>
                    <a:pt x="3808730" y="1120140"/>
                    <a:pt x="3794760" y="1144270"/>
                    <a:pt x="3779520" y="1165860"/>
                  </a:cubicBezTo>
                  <a:cubicBezTo>
                    <a:pt x="3763010" y="1187450"/>
                    <a:pt x="3743960" y="1209040"/>
                    <a:pt x="3723640" y="1226820"/>
                  </a:cubicBezTo>
                  <a:cubicBezTo>
                    <a:pt x="3703320" y="1244600"/>
                    <a:pt x="3679190" y="1259840"/>
                    <a:pt x="3655060" y="1272540"/>
                  </a:cubicBezTo>
                  <a:cubicBezTo>
                    <a:pt x="3630930" y="1285240"/>
                    <a:pt x="3616960" y="1290320"/>
                    <a:pt x="3577590" y="1300480"/>
                  </a:cubicBezTo>
                  <a:cubicBezTo>
                    <a:pt x="3456940" y="1332230"/>
                    <a:pt x="3093720" y="1380490"/>
                    <a:pt x="2829560" y="1430020"/>
                  </a:cubicBezTo>
                  <a:cubicBezTo>
                    <a:pt x="2529840" y="1487170"/>
                    <a:pt x="2136140" y="1584960"/>
                    <a:pt x="1873250" y="1626870"/>
                  </a:cubicBezTo>
                  <a:cubicBezTo>
                    <a:pt x="1691640" y="1656080"/>
                    <a:pt x="1499870" y="1685290"/>
                    <a:pt x="1407160" y="1678940"/>
                  </a:cubicBezTo>
                  <a:cubicBezTo>
                    <a:pt x="1366520" y="1676400"/>
                    <a:pt x="1348740" y="1668780"/>
                    <a:pt x="1322070" y="1658620"/>
                  </a:cubicBezTo>
                  <a:cubicBezTo>
                    <a:pt x="1294130" y="1648460"/>
                    <a:pt x="1267460" y="1634490"/>
                    <a:pt x="1243330" y="1617980"/>
                  </a:cubicBezTo>
                  <a:cubicBezTo>
                    <a:pt x="1219200" y="1601470"/>
                    <a:pt x="1196340" y="1581150"/>
                    <a:pt x="1177290" y="1559560"/>
                  </a:cubicBezTo>
                  <a:cubicBezTo>
                    <a:pt x="1158240" y="1537970"/>
                    <a:pt x="1140460" y="1512570"/>
                    <a:pt x="1126490" y="1487170"/>
                  </a:cubicBezTo>
                  <a:cubicBezTo>
                    <a:pt x="1112520" y="1461770"/>
                    <a:pt x="1102360" y="1432560"/>
                    <a:pt x="1094740" y="1404620"/>
                  </a:cubicBezTo>
                  <a:cubicBezTo>
                    <a:pt x="1087120" y="1376680"/>
                    <a:pt x="1083310" y="1346200"/>
                    <a:pt x="1083310" y="1316990"/>
                  </a:cubicBezTo>
                  <a:cubicBezTo>
                    <a:pt x="1083310" y="1287780"/>
                    <a:pt x="1087120" y="1257300"/>
                    <a:pt x="1093470" y="1229360"/>
                  </a:cubicBezTo>
                  <a:cubicBezTo>
                    <a:pt x="1099820" y="1201420"/>
                    <a:pt x="1109980" y="1172210"/>
                    <a:pt x="1123950" y="1146810"/>
                  </a:cubicBezTo>
                  <a:cubicBezTo>
                    <a:pt x="1136650" y="1121410"/>
                    <a:pt x="1154430" y="1096010"/>
                    <a:pt x="1173480" y="1074420"/>
                  </a:cubicBezTo>
                  <a:cubicBezTo>
                    <a:pt x="1192530" y="1052830"/>
                    <a:pt x="1215390" y="1031240"/>
                    <a:pt x="1239520" y="1014730"/>
                  </a:cubicBezTo>
                  <a:cubicBezTo>
                    <a:pt x="1263650" y="998220"/>
                    <a:pt x="1290320" y="984250"/>
                    <a:pt x="1316990" y="974090"/>
                  </a:cubicBezTo>
                  <a:cubicBezTo>
                    <a:pt x="1344930" y="963930"/>
                    <a:pt x="1367790" y="969010"/>
                    <a:pt x="1403350" y="951230"/>
                  </a:cubicBezTo>
                  <a:cubicBezTo>
                    <a:pt x="1480820" y="914400"/>
                    <a:pt x="1663700" y="750570"/>
                    <a:pt x="1734820" y="706120"/>
                  </a:cubicBezTo>
                  <a:cubicBezTo>
                    <a:pt x="1766570" y="685800"/>
                    <a:pt x="1781810" y="678180"/>
                    <a:pt x="1807210" y="668020"/>
                  </a:cubicBezTo>
                  <a:cubicBezTo>
                    <a:pt x="1832610" y="657860"/>
                    <a:pt x="1860550" y="651510"/>
                    <a:pt x="1887220" y="647700"/>
                  </a:cubicBezTo>
                  <a:cubicBezTo>
                    <a:pt x="1913890" y="643890"/>
                    <a:pt x="1941830" y="643890"/>
                    <a:pt x="1968500" y="646430"/>
                  </a:cubicBezTo>
                  <a:cubicBezTo>
                    <a:pt x="1995170" y="648970"/>
                    <a:pt x="2019300" y="652780"/>
                    <a:pt x="2047240" y="665480"/>
                  </a:cubicBezTo>
                  <a:cubicBezTo>
                    <a:pt x="2087880" y="683260"/>
                    <a:pt x="2150110" y="725170"/>
                    <a:pt x="2181860" y="756920"/>
                  </a:cubicBezTo>
                  <a:cubicBezTo>
                    <a:pt x="2204720" y="778510"/>
                    <a:pt x="2216150" y="800100"/>
                    <a:pt x="2228850" y="824230"/>
                  </a:cubicBezTo>
                  <a:cubicBezTo>
                    <a:pt x="2241550" y="848360"/>
                    <a:pt x="2251710" y="869950"/>
                    <a:pt x="2258060" y="900430"/>
                  </a:cubicBezTo>
                  <a:cubicBezTo>
                    <a:pt x="2265680" y="943610"/>
                    <a:pt x="2266950" y="1019810"/>
                    <a:pt x="2259330" y="1062990"/>
                  </a:cubicBezTo>
                  <a:cubicBezTo>
                    <a:pt x="2254250" y="1093470"/>
                    <a:pt x="2242820" y="1115060"/>
                    <a:pt x="2230120" y="1139190"/>
                  </a:cubicBezTo>
                  <a:cubicBezTo>
                    <a:pt x="2217420" y="1163320"/>
                    <a:pt x="2212340" y="1177290"/>
                    <a:pt x="2184400" y="1206500"/>
                  </a:cubicBezTo>
                  <a:cubicBezTo>
                    <a:pt x="2101850" y="1292860"/>
                    <a:pt x="1774190" y="1488440"/>
                    <a:pt x="1597660" y="1644650"/>
                  </a:cubicBezTo>
                  <a:cubicBezTo>
                    <a:pt x="1431290" y="1791970"/>
                    <a:pt x="1275080" y="1963420"/>
                    <a:pt x="1150620" y="2115820"/>
                  </a:cubicBezTo>
                  <a:cubicBezTo>
                    <a:pt x="1047750" y="2242820"/>
                    <a:pt x="951230" y="2415540"/>
                    <a:pt x="891540" y="2484120"/>
                  </a:cubicBezTo>
                  <a:cubicBezTo>
                    <a:pt x="866140" y="2514600"/>
                    <a:pt x="852170" y="2526030"/>
                    <a:pt x="829310" y="2543810"/>
                  </a:cubicBezTo>
                  <a:cubicBezTo>
                    <a:pt x="806450" y="2560320"/>
                    <a:pt x="781050" y="2575560"/>
                    <a:pt x="755650" y="2586990"/>
                  </a:cubicBezTo>
                  <a:cubicBezTo>
                    <a:pt x="728980" y="2598420"/>
                    <a:pt x="701040" y="2606040"/>
                    <a:pt x="673100" y="2611120"/>
                  </a:cubicBezTo>
                  <a:cubicBezTo>
                    <a:pt x="645160" y="2616200"/>
                    <a:pt x="615950" y="2617470"/>
                    <a:pt x="588010" y="2614930"/>
                  </a:cubicBezTo>
                  <a:cubicBezTo>
                    <a:pt x="560070" y="2612390"/>
                    <a:pt x="530860" y="2607310"/>
                    <a:pt x="504190" y="2598420"/>
                  </a:cubicBezTo>
                  <a:cubicBezTo>
                    <a:pt x="477520" y="2589530"/>
                    <a:pt x="450850" y="2578100"/>
                    <a:pt x="426720" y="2562860"/>
                  </a:cubicBezTo>
                  <a:cubicBezTo>
                    <a:pt x="402590" y="2547620"/>
                    <a:pt x="379730" y="2528570"/>
                    <a:pt x="359410" y="2508250"/>
                  </a:cubicBezTo>
                  <a:cubicBezTo>
                    <a:pt x="339090" y="2487930"/>
                    <a:pt x="322580" y="2470150"/>
                    <a:pt x="307340" y="2440940"/>
                  </a:cubicBezTo>
                  <a:cubicBezTo>
                    <a:pt x="285750" y="2400300"/>
                    <a:pt x="264160" y="2322830"/>
                    <a:pt x="259080" y="2277110"/>
                  </a:cubicBezTo>
                  <a:cubicBezTo>
                    <a:pt x="255270" y="2244090"/>
                    <a:pt x="261620" y="2219960"/>
                    <a:pt x="266700" y="2192020"/>
                  </a:cubicBezTo>
                  <a:cubicBezTo>
                    <a:pt x="271780" y="2164080"/>
                    <a:pt x="275590" y="2147570"/>
                    <a:pt x="293370" y="2110740"/>
                  </a:cubicBezTo>
                  <a:cubicBezTo>
                    <a:pt x="337820" y="2015490"/>
                    <a:pt x="509270" y="1790700"/>
                    <a:pt x="594360" y="1630680"/>
                  </a:cubicBezTo>
                  <a:cubicBezTo>
                    <a:pt x="671830" y="1483360"/>
                    <a:pt x="673100" y="1271270"/>
                    <a:pt x="788670" y="1189990"/>
                  </a:cubicBezTo>
                  <a:cubicBezTo>
                    <a:pt x="910590" y="1103630"/>
                    <a:pt x="1238250" y="1070610"/>
                    <a:pt x="1327150" y="1153160"/>
                  </a:cubicBezTo>
                  <a:cubicBezTo>
                    <a:pt x="1413510" y="1234440"/>
                    <a:pt x="1333500" y="1483360"/>
                    <a:pt x="1329690" y="1666240"/>
                  </a:cubicBezTo>
                  <a:cubicBezTo>
                    <a:pt x="1324610" y="1877060"/>
                    <a:pt x="1311910" y="2080260"/>
                    <a:pt x="1294130" y="2345690"/>
                  </a:cubicBezTo>
                  <a:cubicBezTo>
                    <a:pt x="1268730" y="2722880"/>
                    <a:pt x="1229360" y="3299460"/>
                    <a:pt x="1181100" y="3716020"/>
                  </a:cubicBezTo>
                  <a:cubicBezTo>
                    <a:pt x="1140460" y="4067810"/>
                    <a:pt x="1064260" y="4422140"/>
                    <a:pt x="1033780" y="4683760"/>
                  </a:cubicBezTo>
                  <a:cubicBezTo>
                    <a:pt x="1013460" y="4860290"/>
                    <a:pt x="1028700" y="4975860"/>
                    <a:pt x="999490" y="5128260"/>
                  </a:cubicBezTo>
                  <a:cubicBezTo>
                    <a:pt x="967740" y="5294630"/>
                    <a:pt x="951230" y="5523230"/>
                    <a:pt x="843280" y="5641340"/>
                  </a:cubicBezTo>
                  <a:cubicBezTo>
                    <a:pt x="737870" y="5755640"/>
                    <a:pt x="431800" y="5885180"/>
                    <a:pt x="369570" y="5833110"/>
                  </a:cubicBezTo>
                  <a:cubicBezTo>
                    <a:pt x="304800" y="5778500"/>
                    <a:pt x="458470" y="5510530"/>
                    <a:pt x="486410" y="5290820"/>
                  </a:cubicBezTo>
                  <a:cubicBezTo>
                    <a:pt x="528320" y="4960620"/>
                    <a:pt x="490220" y="4366260"/>
                    <a:pt x="537210" y="4039870"/>
                  </a:cubicBezTo>
                  <a:cubicBezTo>
                    <a:pt x="567690" y="3825240"/>
                    <a:pt x="632460" y="3691890"/>
                    <a:pt x="668020" y="3512820"/>
                  </a:cubicBezTo>
                  <a:cubicBezTo>
                    <a:pt x="703580" y="3332480"/>
                    <a:pt x="736600" y="3141980"/>
                    <a:pt x="751840" y="2961640"/>
                  </a:cubicBezTo>
                  <a:cubicBezTo>
                    <a:pt x="767080" y="2791460"/>
                    <a:pt x="751840" y="2632710"/>
                    <a:pt x="763270" y="2459990"/>
                  </a:cubicBezTo>
                  <a:cubicBezTo>
                    <a:pt x="775970" y="2273300"/>
                    <a:pt x="782320" y="2058670"/>
                    <a:pt x="828040" y="1878330"/>
                  </a:cubicBezTo>
                  <a:cubicBezTo>
                    <a:pt x="869950" y="1710690"/>
                    <a:pt x="976630" y="1548130"/>
                    <a:pt x="1017270" y="1410970"/>
                  </a:cubicBezTo>
                  <a:cubicBezTo>
                    <a:pt x="1047750" y="1309370"/>
                    <a:pt x="1049020" y="1201420"/>
                    <a:pt x="1069340" y="1139190"/>
                  </a:cubicBezTo>
                  <a:cubicBezTo>
                    <a:pt x="1080770" y="1103630"/>
                    <a:pt x="1090930" y="1084580"/>
                    <a:pt x="1106170" y="1060450"/>
                  </a:cubicBezTo>
                  <a:cubicBezTo>
                    <a:pt x="1121410" y="1036320"/>
                    <a:pt x="1140460" y="1013460"/>
                    <a:pt x="1160780" y="993140"/>
                  </a:cubicBezTo>
                  <a:cubicBezTo>
                    <a:pt x="1181100" y="972820"/>
                    <a:pt x="1205230" y="955040"/>
                    <a:pt x="1229360" y="941070"/>
                  </a:cubicBezTo>
                  <a:cubicBezTo>
                    <a:pt x="1253490" y="927100"/>
                    <a:pt x="1281430" y="914400"/>
                    <a:pt x="1308100" y="906780"/>
                  </a:cubicBezTo>
                  <a:cubicBezTo>
                    <a:pt x="1336040" y="899160"/>
                    <a:pt x="1365250" y="894080"/>
                    <a:pt x="1393190" y="892810"/>
                  </a:cubicBezTo>
                  <a:cubicBezTo>
                    <a:pt x="1422400" y="891540"/>
                    <a:pt x="1451610" y="894080"/>
                    <a:pt x="1479550" y="899160"/>
                  </a:cubicBezTo>
                  <a:cubicBezTo>
                    <a:pt x="1507490" y="904240"/>
                    <a:pt x="1536700" y="913130"/>
                    <a:pt x="1562100" y="925830"/>
                  </a:cubicBezTo>
                  <a:cubicBezTo>
                    <a:pt x="1587500" y="937260"/>
                    <a:pt x="1612900" y="953770"/>
                    <a:pt x="1634490" y="971550"/>
                  </a:cubicBezTo>
                  <a:cubicBezTo>
                    <a:pt x="1657350" y="989330"/>
                    <a:pt x="1677670" y="1010920"/>
                    <a:pt x="1695450" y="1033780"/>
                  </a:cubicBezTo>
                  <a:cubicBezTo>
                    <a:pt x="1713230" y="1056640"/>
                    <a:pt x="1727200" y="1082040"/>
                    <a:pt x="1738630" y="1108710"/>
                  </a:cubicBezTo>
                  <a:cubicBezTo>
                    <a:pt x="1750060" y="1135380"/>
                    <a:pt x="1757680" y="1163320"/>
                    <a:pt x="1762760" y="1191260"/>
                  </a:cubicBezTo>
                  <a:cubicBezTo>
                    <a:pt x="1767840" y="1219200"/>
                    <a:pt x="1765300" y="1236980"/>
                    <a:pt x="1766570" y="1277620"/>
                  </a:cubicBezTo>
                  <a:cubicBezTo>
                    <a:pt x="1769110" y="1376680"/>
                    <a:pt x="1772920" y="1564640"/>
                    <a:pt x="1770380" y="1791970"/>
                  </a:cubicBezTo>
                  <a:cubicBezTo>
                    <a:pt x="1765300" y="2236470"/>
                    <a:pt x="1723390" y="3197860"/>
                    <a:pt x="1714500" y="3765550"/>
                  </a:cubicBezTo>
                  <a:cubicBezTo>
                    <a:pt x="1706880" y="4194810"/>
                    <a:pt x="1689100" y="4610100"/>
                    <a:pt x="1709420" y="4898390"/>
                  </a:cubicBezTo>
                  <a:cubicBezTo>
                    <a:pt x="1722120" y="5078730"/>
                    <a:pt x="1746250" y="5185410"/>
                    <a:pt x="1771650" y="5334000"/>
                  </a:cubicBezTo>
                  <a:cubicBezTo>
                    <a:pt x="1799590" y="5490210"/>
                    <a:pt x="1897380" y="5669280"/>
                    <a:pt x="1870710" y="5814060"/>
                  </a:cubicBezTo>
                  <a:cubicBezTo>
                    <a:pt x="1845310" y="5952490"/>
                    <a:pt x="1758950" y="6117590"/>
                    <a:pt x="1634490" y="6187440"/>
                  </a:cubicBezTo>
                  <a:cubicBezTo>
                    <a:pt x="1483360" y="6272530"/>
                    <a:pt x="1089660" y="6296660"/>
                    <a:pt x="977900" y="6196330"/>
                  </a:cubicBezTo>
                  <a:cubicBezTo>
                    <a:pt x="881380" y="6109970"/>
                    <a:pt x="934720" y="5866130"/>
                    <a:pt x="929640" y="5702300"/>
                  </a:cubicBezTo>
                  <a:cubicBezTo>
                    <a:pt x="924560" y="5541010"/>
                    <a:pt x="948690" y="5377180"/>
                    <a:pt x="944880" y="5222240"/>
                  </a:cubicBezTo>
                  <a:cubicBezTo>
                    <a:pt x="941070" y="5074920"/>
                    <a:pt x="908050" y="4902200"/>
                    <a:pt x="909320" y="4792980"/>
                  </a:cubicBezTo>
                  <a:cubicBezTo>
                    <a:pt x="910590" y="4725670"/>
                    <a:pt x="916940" y="4674870"/>
                    <a:pt x="927100" y="4630420"/>
                  </a:cubicBezTo>
                  <a:cubicBezTo>
                    <a:pt x="934720" y="4597400"/>
                    <a:pt x="943610" y="4574540"/>
                    <a:pt x="956310" y="4547870"/>
                  </a:cubicBezTo>
                  <a:cubicBezTo>
                    <a:pt x="969010" y="4522470"/>
                    <a:pt x="984250" y="4497070"/>
                    <a:pt x="1003300" y="4474210"/>
                  </a:cubicBezTo>
                  <a:cubicBezTo>
                    <a:pt x="1021080" y="4452620"/>
                    <a:pt x="1043940" y="4431030"/>
                    <a:pt x="1066800" y="4414520"/>
                  </a:cubicBezTo>
                  <a:cubicBezTo>
                    <a:pt x="1090930" y="4396740"/>
                    <a:pt x="1117600" y="4382770"/>
                    <a:pt x="1144270" y="4371340"/>
                  </a:cubicBezTo>
                  <a:cubicBezTo>
                    <a:pt x="1170940" y="4359910"/>
                    <a:pt x="1200150" y="4352290"/>
                    <a:pt x="1228090" y="4347210"/>
                  </a:cubicBezTo>
                  <a:cubicBezTo>
                    <a:pt x="1257300" y="4342130"/>
                    <a:pt x="1286510" y="4342130"/>
                    <a:pt x="1315720" y="4344670"/>
                  </a:cubicBezTo>
                  <a:cubicBezTo>
                    <a:pt x="1344930" y="4347210"/>
                    <a:pt x="1374140" y="4354830"/>
                    <a:pt x="1400810" y="4363720"/>
                  </a:cubicBezTo>
                  <a:cubicBezTo>
                    <a:pt x="1428750" y="4373880"/>
                    <a:pt x="1455420" y="4386580"/>
                    <a:pt x="1479550" y="4401820"/>
                  </a:cubicBezTo>
                  <a:cubicBezTo>
                    <a:pt x="1503680" y="4417060"/>
                    <a:pt x="1526540" y="4436110"/>
                    <a:pt x="1546860" y="4457700"/>
                  </a:cubicBezTo>
                  <a:cubicBezTo>
                    <a:pt x="1567180" y="4479290"/>
                    <a:pt x="1584960" y="4503420"/>
                    <a:pt x="1598930" y="4528820"/>
                  </a:cubicBezTo>
                  <a:cubicBezTo>
                    <a:pt x="1612900" y="4554220"/>
                    <a:pt x="1624330" y="4582160"/>
                    <a:pt x="1631950" y="4610100"/>
                  </a:cubicBezTo>
                  <a:cubicBezTo>
                    <a:pt x="1639570" y="4638040"/>
                    <a:pt x="1662430" y="4672330"/>
                    <a:pt x="1645920" y="4696460"/>
                  </a:cubicBezTo>
                  <a:cubicBezTo>
                    <a:pt x="1606550" y="4753610"/>
                    <a:pt x="1223010" y="4855210"/>
                    <a:pt x="1173480" y="4795520"/>
                  </a:cubicBezTo>
                  <a:cubicBezTo>
                    <a:pt x="1120140" y="4729480"/>
                    <a:pt x="1327150" y="4475480"/>
                    <a:pt x="1399540" y="4264660"/>
                  </a:cubicBezTo>
                  <a:cubicBezTo>
                    <a:pt x="1498600" y="3973830"/>
                    <a:pt x="1586230" y="3451860"/>
                    <a:pt x="1676400" y="3202940"/>
                  </a:cubicBezTo>
                  <a:cubicBezTo>
                    <a:pt x="1728470" y="3060700"/>
                    <a:pt x="1789430" y="2947670"/>
                    <a:pt x="1828800" y="2880360"/>
                  </a:cubicBezTo>
                  <a:cubicBezTo>
                    <a:pt x="1847850" y="2847340"/>
                    <a:pt x="1859280" y="2830830"/>
                    <a:pt x="1878330" y="2809240"/>
                  </a:cubicBezTo>
                  <a:cubicBezTo>
                    <a:pt x="1897380" y="2787650"/>
                    <a:pt x="1920240" y="2767330"/>
                    <a:pt x="1944370" y="2750820"/>
                  </a:cubicBezTo>
                  <a:cubicBezTo>
                    <a:pt x="1968500" y="2734310"/>
                    <a:pt x="1995170" y="2720340"/>
                    <a:pt x="2021840" y="2710180"/>
                  </a:cubicBezTo>
                  <a:cubicBezTo>
                    <a:pt x="2048510" y="2700020"/>
                    <a:pt x="2077720" y="2693670"/>
                    <a:pt x="2106930" y="2689860"/>
                  </a:cubicBezTo>
                  <a:cubicBezTo>
                    <a:pt x="2134870" y="2686050"/>
                    <a:pt x="2165350" y="2686050"/>
                    <a:pt x="2193290" y="2689860"/>
                  </a:cubicBezTo>
                  <a:cubicBezTo>
                    <a:pt x="2222500" y="2693670"/>
                    <a:pt x="2247900" y="2696210"/>
                    <a:pt x="2278380" y="2710180"/>
                  </a:cubicBezTo>
                  <a:cubicBezTo>
                    <a:pt x="2321560" y="2729230"/>
                    <a:pt x="2388870" y="2776220"/>
                    <a:pt x="2421890" y="2809240"/>
                  </a:cubicBezTo>
                  <a:cubicBezTo>
                    <a:pt x="2446020" y="2833370"/>
                    <a:pt x="2458720" y="2856230"/>
                    <a:pt x="2471420" y="2881630"/>
                  </a:cubicBezTo>
                  <a:cubicBezTo>
                    <a:pt x="2485390" y="2907030"/>
                    <a:pt x="2495550" y="2936240"/>
                    <a:pt x="2501900" y="2964180"/>
                  </a:cubicBezTo>
                  <a:cubicBezTo>
                    <a:pt x="2508250" y="2992120"/>
                    <a:pt x="2512060" y="3021330"/>
                    <a:pt x="2512060" y="3050540"/>
                  </a:cubicBezTo>
                  <a:cubicBezTo>
                    <a:pt x="2512060" y="3079750"/>
                    <a:pt x="2508250" y="3108960"/>
                    <a:pt x="2501900" y="3136900"/>
                  </a:cubicBezTo>
                  <a:cubicBezTo>
                    <a:pt x="2495550" y="3164840"/>
                    <a:pt x="2481580" y="3176270"/>
                    <a:pt x="2470150" y="3219450"/>
                  </a:cubicBezTo>
                  <a:cubicBezTo>
                    <a:pt x="2433320" y="3365500"/>
                    <a:pt x="2393950" y="3924300"/>
                    <a:pt x="2346960" y="4194810"/>
                  </a:cubicBezTo>
                  <a:cubicBezTo>
                    <a:pt x="2313940" y="4389120"/>
                    <a:pt x="2278380" y="4535170"/>
                    <a:pt x="2237740" y="4693920"/>
                  </a:cubicBezTo>
                  <a:cubicBezTo>
                    <a:pt x="2199640" y="4841240"/>
                    <a:pt x="2204720" y="5029200"/>
                    <a:pt x="2112010" y="5116830"/>
                  </a:cubicBezTo>
                  <a:cubicBezTo>
                    <a:pt x="2019300" y="5204460"/>
                    <a:pt x="1764030" y="5280660"/>
                    <a:pt x="1681480" y="5220970"/>
                  </a:cubicBezTo>
                  <a:cubicBezTo>
                    <a:pt x="1587500" y="5151120"/>
                    <a:pt x="1626870" y="4860290"/>
                    <a:pt x="1643380" y="4635500"/>
                  </a:cubicBezTo>
                  <a:cubicBezTo>
                    <a:pt x="1666240" y="4321810"/>
                    <a:pt x="1783080" y="3820160"/>
                    <a:pt x="1885950" y="3521710"/>
                  </a:cubicBezTo>
                  <a:cubicBezTo>
                    <a:pt x="1959610" y="3307080"/>
                    <a:pt x="2035810" y="3147060"/>
                    <a:pt x="2139950" y="2992120"/>
                  </a:cubicBezTo>
                  <a:cubicBezTo>
                    <a:pt x="2237740" y="2847340"/>
                    <a:pt x="2358390" y="2727960"/>
                    <a:pt x="2484120" y="2616200"/>
                  </a:cubicBezTo>
                  <a:cubicBezTo>
                    <a:pt x="2607310" y="2505710"/>
                    <a:pt x="2755900" y="2415540"/>
                    <a:pt x="2886710" y="2325370"/>
                  </a:cubicBezTo>
                  <a:cubicBezTo>
                    <a:pt x="3007360" y="2242820"/>
                    <a:pt x="3107690" y="2170430"/>
                    <a:pt x="3238500" y="2096770"/>
                  </a:cubicBezTo>
                  <a:cubicBezTo>
                    <a:pt x="3390900" y="2010410"/>
                    <a:pt x="3580130" y="1927860"/>
                    <a:pt x="3751580" y="1849120"/>
                  </a:cubicBezTo>
                  <a:cubicBezTo>
                    <a:pt x="3921760" y="1771650"/>
                    <a:pt x="4051300" y="1715770"/>
                    <a:pt x="4263390" y="1628140"/>
                  </a:cubicBezTo>
                  <a:cubicBezTo>
                    <a:pt x="4608830" y="1485900"/>
                    <a:pt x="5311140" y="1212850"/>
                    <a:pt x="5631180" y="1094740"/>
                  </a:cubicBezTo>
                  <a:cubicBezTo>
                    <a:pt x="5802630" y="1031240"/>
                    <a:pt x="5888990" y="1009650"/>
                    <a:pt x="6029960" y="955040"/>
                  </a:cubicBezTo>
                  <a:cubicBezTo>
                    <a:pt x="6195060" y="891540"/>
                    <a:pt x="6459220" y="763270"/>
                    <a:pt x="6560820" y="732790"/>
                  </a:cubicBezTo>
                  <a:cubicBezTo>
                    <a:pt x="6600190" y="721360"/>
                    <a:pt x="6617970" y="718820"/>
                    <a:pt x="6645910" y="717550"/>
                  </a:cubicBezTo>
                  <a:cubicBezTo>
                    <a:pt x="6675120" y="716280"/>
                    <a:pt x="6704330" y="717550"/>
                    <a:pt x="6732270" y="722630"/>
                  </a:cubicBezTo>
                  <a:cubicBezTo>
                    <a:pt x="6760210" y="727710"/>
                    <a:pt x="6788150" y="736600"/>
                    <a:pt x="6814820" y="748030"/>
                  </a:cubicBezTo>
                  <a:cubicBezTo>
                    <a:pt x="6840220" y="759460"/>
                    <a:pt x="6865620" y="774700"/>
                    <a:pt x="6888480" y="792480"/>
                  </a:cubicBezTo>
                  <a:cubicBezTo>
                    <a:pt x="6911340" y="810260"/>
                    <a:pt x="6932930" y="830580"/>
                    <a:pt x="6950710" y="853440"/>
                  </a:cubicBezTo>
                  <a:cubicBezTo>
                    <a:pt x="6968490" y="876300"/>
                    <a:pt x="6983730" y="900430"/>
                    <a:pt x="6995160" y="927100"/>
                  </a:cubicBezTo>
                  <a:cubicBezTo>
                    <a:pt x="7006590" y="953770"/>
                    <a:pt x="7015480" y="982980"/>
                    <a:pt x="7020560" y="1010920"/>
                  </a:cubicBezTo>
                  <a:cubicBezTo>
                    <a:pt x="7025640" y="1038860"/>
                    <a:pt x="7030720" y="1064260"/>
                    <a:pt x="7026910" y="1097280"/>
                  </a:cubicBezTo>
                  <a:cubicBezTo>
                    <a:pt x="7021830" y="1144270"/>
                    <a:pt x="6997700" y="1219200"/>
                    <a:pt x="6976110" y="1261110"/>
                  </a:cubicBezTo>
                  <a:cubicBezTo>
                    <a:pt x="6960870" y="1290320"/>
                    <a:pt x="6943090" y="1309370"/>
                    <a:pt x="6922770" y="1329690"/>
                  </a:cubicBezTo>
                  <a:cubicBezTo>
                    <a:pt x="6902450" y="1350010"/>
                    <a:pt x="6891020" y="1366520"/>
                    <a:pt x="6854190" y="1383030"/>
                  </a:cubicBezTo>
                  <a:cubicBezTo>
                    <a:pt x="6762750" y="1423670"/>
                    <a:pt x="6490970" y="1438910"/>
                    <a:pt x="6327140" y="1475740"/>
                  </a:cubicBezTo>
                  <a:cubicBezTo>
                    <a:pt x="6181090" y="1508760"/>
                    <a:pt x="6056630" y="1548130"/>
                    <a:pt x="5916930" y="1591310"/>
                  </a:cubicBezTo>
                  <a:cubicBezTo>
                    <a:pt x="5768340" y="1637030"/>
                    <a:pt x="5640070" y="1676400"/>
                    <a:pt x="5462270" y="1743710"/>
                  </a:cubicBezTo>
                  <a:cubicBezTo>
                    <a:pt x="5201920" y="1842770"/>
                    <a:pt x="4798060" y="2043430"/>
                    <a:pt x="4514850" y="2147570"/>
                  </a:cubicBezTo>
                  <a:cubicBezTo>
                    <a:pt x="4292600" y="2230120"/>
                    <a:pt x="4137660" y="2274570"/>
                    <a:pt x="3909060" y="2338070"/>
                  </a:cubicBezTo>
                  <a:cubicBezTo>
                    <a:pt x="3614420" y="2420620"/>
                    <a:pt x="3177540" y="2531110"/>
                    <a:pt x="2891790" y="2585720"/>
                  </a:cubicBezTo>
                  <a:cubicBezTo>
                    <a:pt x="2687320" y="2625090"/>
                    <a:pt x="2541270" y="2664460"/>
                    <a:pt x="2362200" y="2661920"/>
                  </a:cubicBezTo>
                  <a:cubicBezTo>
                    <a:pt x="2176780" y="2659380"/>
                    <a:pt x="1916430" y="2664460"/>
                    <a:pt x="1799590" y="2566670"/>
                  </a:cubicBezTo>
                  <a:cubicBezTo>
                    <a:pt x="1697990" y="2481580"/>
                    <a:pt x="1631950" y="2176780"/>
                    <a:pt x="1653540" y="2161540"/>
                  </a:cubicBezTo>
                  <a:cubicBezTo>
                    <a:pt x="1666240" y="2152650"/>
                    <a:pt x="1774190" y="2255520"/>
                    <a:pt x="1769110" y="2264410"/>
                  </a:cubicBezTo>
                  <a:cubicBezTo>
                    <a:pt x="1765300" y="2270760"/>
                    <a:pt x="1710690" y="2252980"/>
                    <a:pt x="1682750" y="2241550"/>
                  </a:cubicBezTo>
                  <a:cubicBezTo>
                    <a:pt x="1654810" y="2231390"/>
                    <a:pt x="1628140" y="2216150"/>
                    <a:pt x="1604010" y="2199640"/>
                  </a:cubicBezTo>
                  <a:cubicBezTo>
                    <a:pt x="1579880" y="2181860"/>
                    <a:pt x="1557020" y="2161540"/>
                    <a:pt x="1537970" y="2138680"/>
                  </a:cubicBezTo>
                  <a:cubicBezTo>
                    <a:pt x="1518920" y="2115820"/>
                    <a:pt x="1502410" y="2091690"/>
                    <a:pt x="1488440" y="2065020"/>
                  </a:cubicBezTo>
                  <a:cubicBezTo>
                    <a:pt x="1474470" y="2038350"/>
                    <a:pt x="1463040" y="2010410"/>
                    <a:pt x="1456690" y="1981200"/>
                  </a:cubicBezTo>
                  <a:cubicBezTo>
                    <a:pt x="1450340" y="1951990"/>
                    <a:pt x="1447800" y="1921510"/>
                    <a:pt x="1447800" y="1892300"/>
                  </a:cubicBezTo>
                  <a:cubicBezTo>
                    <a:pt x="1447800" y="1863090"/>
                    <a:pt x="1451610" y="1832610"/>
                    <a:pt x="1459230" y="1803400"/>
                  </a:cubicBezTo>
                  <a:cubicBezTo>
                    <a:pt x="1466850" y="1774190"/>
                    <a:pt x="1478280" y="1746250"/>
                    <a:pt x="1492250" y="1719580"/>
                  </a:cubicBezTo>
                  <a:cubicBezTo>
                    <a:pt x="1506220" y="1694180"/>
                    <a:pt x="1524000" y="1668780"/>
                    <a:pt x="1543050" y="1647190"/>
                  </a:cubicBezTo>
                  <a:cubicBezTo>
                    <a:pt x="1563370" y="1625600"/>
                    <a:pt x="1586230" y="1605280"/>
                    <a:pt x="1610360" y="1588770"/>
                  </a:cubicBezTo>
                  <a:cubicBezTo>
                    <a:pt x="1634490" y="1572260"/>
                    <a:pt x="1662430" y="1558290"/>
                    <a:pt x="1690370" y="1548130"/>
                  </a:cubicBezTo>
                  <a:cubicBezTo>
                    <a:pt x="1718310" y="1537970"/>
                    <a:pt x="1748790" y="1531620"/>
                    <a:pt x="1778000" y="1527810"/>
                  </a:cubicBezTo>
                  <a:cubicBezTo>
                    <a:pt x="1807210" y="1524000"/>
                    <a:pt x="1827530" y="1535430"/>
                    <a:pt x="1866900" y="1527810"/>
                  </a:cubicBezTo>
                  <a:cubicBezTo>
                    <a:pt x="1958340" y="1508760"/>
                    <a:pt x="2146300" y="1388110"/>
                    <a:pt x="2299970" y="1339850"/>
                  </a:cubicBezTo>
                  <a:cubicBezTo>
                    <a:pt x="2461260" y="1289050"/>
                    <a:pt x="2608580" y="1273810"/>
                    <a:pt x="2813050" y="1236980"/>
                  </a:cubicBezTo>
                  <a:cubicBezTo>
                    <a:pt x="3117850" y="1182370"/>
                    <a:pt x="3660140" y="1097280"/>
                    <a:pt x="3950970" y="1055370"/>
                  </a:cubicBezTo>
                  <a:cubicBezTo>
                    <a:pt x="4131310" y="1029970"/>
                    <a:pt x="4240530" y="1027430"/>
                    <a:pt x="4390390" y="1000760"/>
                  </a:cubicBezTo>
                  <a:cubicBezTo>
                    <a:pt x="4549140" y="972820"/>
                    <a:pt x="4762500" y="932180"/>
                    <a:pt x="4875530" y="889000"/>
                  </a:cubicBezTo>
                  <a:cubicBezTo>
                    <a:pt x="4940300" y="863600"/>
                    <a:pt x="4978400" y="824230"/>
                    <a:pt x="5021580" y="806450"/>
                  </a:cubicBezTo>
                  <a:cubicBezTo>
                    <a:pt x="5052060" y="793750"/>
                    <a:pt x="5077460" y="788670"/>
                    <a:pt x="5105400" y="784860"/>
                  </a:cubicBezTo>
                  <a:cubicBezTo>
                    <a:pt x="5134610" y="781050"/>
                    <a:pt x="5163820" y="781050"/>
                    <a:pt x="5193030" y="783590"/>
                  </a:cubicBezTo>
                  <a:cubicBezTo>
                    <a:pt x="5222240" y="786130"/>
                    <a:pt x="5251450" y="792480"/>
                    <a:pt x="5278120" y="802640"/>
                  </a:cubicBezTo>
                  <a:cubicBezTo>
                    <a:pt x="5304790" y="812800"/>
                    <a:pt x="5331460" y="825500"/>
                    <a:pt x="5355590" y="842010"/>
                  </a:cubicBezTo>
                  <a:cubicBezTo>
                    <a:pt x="5379720" y="857250"/>
                    <a:pt x="5402580" y="876300"/>
                    <a:pt x="5421630" y="897890"/>
                  </a:cubicBezTo>
                  <a:cubicBezTo>
                    <a:pt x="5440680" y="919480"/>
                    <a:pt x="5458460" y="943610"/>
                    <a:pt x="5472430" y="969010"/>
                  </a:cubicBezTo>
                  <a:cubicBezTo>
                    <a:pt x="5486400" y="994410"/>
                    <a:pt x="5497830" y="1022350"/>
                    <a:pt x="5505450" y="1050290"/>
                  </a:cubicBezTo>
                  <a:cubicBezTo>
                    <a:pt x="5513070" y="1078230"/>
                    <a:pt x="5516880" y="1107440"/>
                    <a:pt x="5516880" y="1136650"/>
                  </a:cubicBezTo>
                  <a:cubicBezTo>
                    <a:pt x="5516880" y="1165860"/>
                    <a:pt x="5514340" y="1195070"/>
                    <a:pt x="5507990" y="1223010"/>
                  </a:cubicBezTo>
                  <a:cubicBezTo>
                    <a:pt x="5501640" y="1250950"/>
                    <a:pt x="5491480" y="1278890"/>
                    <a:pt x="5478780" y="1304290"/>
                  </a:cubicBezTo>
                  <a:cubicBezTo>
                    <a:pt x="5466080" y="1329690"/>
                    <a:pt x="5449570" y="1356360"/>
                    <a:pt x="5430520" y="1377950"/>
                  </a:cubicBezTo>
                  <a:cubicBezTo>
                    <a:pt x="5411470" y="1399540"/>
                    <a:pt x="5403850" y="1410970"/>
                    <a:pt x="5365750" y="1436370"/>
                  </a:cubicBezTo>
                  <a:cubicBezTo>
                    <a:pt x="5217160" y="1536700"/>
                    <a:pt x="4474210" y="1855470"/>
                    <a:pt x="4174490" y="2019300"/>
                  </a:cubicBezTo>
                  <a:cubicBezTo>
                    <a:pt x="3985260" y="2122170"/>
                    <a:pt x="3864610" y="2195830"/>
                    <a:pt x="3723640" y="2293620"/>
                  </a:cubicBezTo>
                  <a:cubicBezTo>
                    <a:pt x="3590290" y="2386330"/>
                    <a:pt x="3479800" y="2490470"/>
                    <a:pt x="3348990" y="2588260"/>
                  </a:cubicBezTo>
                  <a:cubicBezTo>
                    <a:pt x="3209290" y="2692400"/>
                    <a:pt x="3037840" y="2783840"/>
                    <a:pt x="2908300" y="2899410"/>
                  </a:cubicBezTo>
                  <a:cubicBezTo>
                    <a:pt x="2786380" y="3008630"/>
                    <a:pt x="2727960" y="3194050"/>
                    <a:pt x="2586990" y="3258820"/>
                  </a:cubicBezTo>
                  <a:cubicBezTo>
                    <a:pt x="2428240" y="3331210"/>
                    <a:pt x="2105660" y="3368040"/>
                    <a:pt x="1983740" y="3271520"/>
                  </a:cubicBezTo>
                  <a:cubicBezTo>
                    <a:pt x="1863090" y="3176270"/>
                    <a:pt x="1844040" y="2861310"/>
                    <a:pt x="1858010" y="2686050"/>
                  </a:cubicBezTo>
                  <a:cubicBezTo>
                    <a:pt x="1870710" y="2536190"/>
                    <a:pt x="1934210" y="2299970"/>
                    <a:pt x="2018030" y="2279650"/>
                  </a:cubicBezTo>
                  <a:cubicBezTo>
                    <a:pt x="2105660" y="2258060"/>
                    <a:pt x="2352040" y="2486660"/>
                    <a:pt x="2378710" y="2593340"/>
                  </a:cubicBezTo>
                  <a:cubicBezTo>
                    <a:pt x="2397760" y="2669540"/>
                    <a:pt x="2319020" y="2773680"/>
                    <a:pt x="2288540" y="2825750"/>
                  </a:cubicBezTo>
                  <a:cubicBezTo>
                    <a:pt x="2270760" y="2857500"/>
                    <a:pt x="2254250" y="2872740"/>
                    <a:pt x="2232660" y="2893060"/>
                  </a:cubicBezTo>
                  <a:cubicBezTo>
                    <a:pt x="2211070" y="2913380"/>
                    <a:pt x="2186940" y="2931160"/>
                    <a:pt x="2161540" y="2945130"/>
                  </a:cubicBezTo>
                  <a:cubicBezTo>
                    <a:pt x="2136140" y="2959100"/>
                    <a:pt x="2109470" y="2971800"/>
                    <a:pt x="2081530" y="2979420"/>
                  </a:cubicBezTo>
                  <a:cubicBezTo>
                    <a:pt x="2053590" y="2987040"/>
                    <a:pt x="2023110" y="2990850"/>
                    <a:pt x="1993900" y="2992120"/>
                  </a:cubicBezTo>
                  <a:cubicBezTo>
                    <a:pt x="1964690" y="2993390"/>
                    <a:pt x="1935480" y="2990850"/>
                    <a:pt x="1907540" y="2984500"/>
                  </a:cubicBezTo>
                  <a:cubicBezTo>
                    <a:pt x="1879600" y="2978150"/>
                    <a:pt x="1850390" y="2967990"/>
                    <a:pt x="1823720" y="2955290"/>
                  </a:cubicBezTo>
                  <a:cubicBezTo>
                    <a:pt x="1797050" y="2942590"/>
                    <a:pt x="1772920" y="2927350"/>
                    <a:pt x="1750060" y="2908300"/>
                  </a:cubicBezTo>
                  <a:cubicBezTo>
                    <a:pt x="1728470" y="2890520"/>
                    <a:pt x="1706880" y="2867660"/>
                    <a:pt x="1690370" y="2844800"/>
                  </a:cubicBezTo>
                  <a:cubicBezTo>
                    <a:pt x="1672590" y="2821940"/>
                    <a:pt x="1658620" y="2795270"/>
                    <a:pt x="1647190" y="2768600"/>
                  </a:cubicBezTo>
                  <a:cubicBezTo>
                    <a:pt x="1635760" y="2741930"/>
                    <a:pt x="1626870" y="2712720"/>
                    <a:pt x="1623060" y="2683510"/>
                  </a:cubicBezTo>
                  <a:cubicBezTo>
                    <a:pt x="1619250" y="2654300"/>
                    <a:pt x="1617980" y="2625090"/>
                    <a:pt x="1620520" y="2595880"/>
                  </a:cubicBezTo>
                  <a:cubicBezTo>
                    <a:pt x="1623060" y="2566670"/>
                    <a:pt x="1628140" y="2547620"/>
                    <a:pt x="1638300" y="2509520"/>
                  </a:cubicBezTo>
                  <a:cubicBezTo>
                    <a:pt x="1661160" y="2428240"/>
                    <a:pt x="1731010" y="2209800"/>
                    <a:pt x="1767840" y="2133600"/>
                  </a:cubicBezTo>
                  <a:cubicBezTo>
                    <a:pt x="1785620" y="2098040"/>
                    <a:pt x="1797050" y="2082800"/>
                    <a:pt x="1816100" y="2059940"/>
                  </a:cubicBezTo>
                  <a:cubicBezTo>
                    <a:pt x="1835150" y="2038350"/>
                    <a:pt x="1856740" y="2016760"/>
                    <a:pt x="1879600" y="2000250"/>
                  </a:cubicBezTo>
                  <a:cubicBezTo>
                    <a:pt x="1902460" y="1983740"/>
                    <a:pt x="1929130" y="1968500"/>
                    <a:pt x="1955800" y="1958340"/>
                  </a:cubicBezTo>
                  <a:cubicBezTo>
                    <a:pt x="1982470" y="1946910"/>
                    <a:pt x="2011680" y="1939290"/>
                    <a:pt x="2040890" y="1935480"/>
                  </a:cubicBezTo>
                  <a:cubicBezTo>
                    <a:pt x="2068830" y="1931670"/>
                    <a:pt x="2098040" y="1930400"/>
                    <a:pt x="2127250" y="1932940"/>
                  </a:cubicBezTo>
                  <a:cubicBezTo>
                    <a:pt x="2156460" y="1935480"/>
                    <a:pt x="2185670" y="1941830"/>
                    <a:pt x="2213610" y="1951990"/>
                  </a:cubicBezTo>
                  <a:cubicBezTo>
                    <a:pt x="2240280" y="1962150"/>
                    <a:pt x="2266950" y="1976120"/>
                    <a:pt x="2291080" y="1991360"/>
                  </a:cubicBezTo>
                  <a:cubicBezTo>
                    <a:pt x="2315210" y="2007870"/>
                    <a:pt x="2338070" y="2025650"/>
                    <a:pt x="2358390" y="2047240"/>
                  </a:cubicBezTo>
                  <a:cubicBezTo>
                    <a:pt x="2377440" y="2068830"/>
                    <a:pt x="2395220" y="2092960"/>
                    <a:pt x="2409190" y="2118360"/>
                  </a:cubicBezTo>
                  <a:cubicBezTo>
                    <a:pt x="2423160" y="2143760"/>
                    <a:pt x="2434590" y="2171700"/>
                    <a:pt x="2442210" y="2199640"/>
                  </a:cubicBezTo>
                  <a:cubicBezTo>
                    <a:pt x="2449830" y="2227580"/>
                    <a:pt x="2454910" y="2256790"/>
                    <a:pt x="2454910" y="2286000"/>
                  </a:cubicBezTo>
                  <a:cubicBezTo>
                    <a:pt x="2454910" y="2315210"/>
                    <a:pt x="2457450" y="2334260"/>
                    <a:pt x="2446020" y="2372360"/>
                  </a:cubicBezTo>
                  <a:cubicBezTo>
                    <a:pt x="2419350" y="2461260"/>
                    <a:pt x="2331720" y="2772410"/>
                    <a:pt x="2230120" y="2794000"/>
                  </a:cubicBezTo>
                  <a:cubicBezTo>
                    <a:pt x="2120900" y="2818130"/>
                    <a:pt x="1786890" y="2472690"/>
                    <a:pt x="1799590" y="2452370"/>
                  </a:cubicBezTo>
                  <a:cubicBezTo>
                    <a:pt x="1811020" y="2433320"/>
                    <a:pt x="2179320" y="2541270"/>
                    <a:pt x="2256790" y="2646680"/>
                  </a:cubicBezTo>
                  <a:cubicBezTo>
                    <a:pt x="2322830" y="2735580"/>
                    <a:pt x="2293620" y="2927350"/>
                    <a:pt x="2293620" y="3002280"/>
                  </a:cubicBezTo>
                  <a:cubicBezTo>
                    <a:pt x="2293620" y="3036570"/>
                    <a:pt x="2293620" y="3049270"/>
                    <a:pt x="2286000" y="3077210"/>
                  </a:cubicBezTo>
                  <a:cubicBezTo>
                    <a:pt x="2274570" y="3116580"/>
                    <a:pt x="2242820" y="3178810"/>
                    <a:pt x="2218690" y="3211830"/>
                  </a:cubicBezTo>
                  <a:cubicBezTo>
                    <a:pt x="2200910" y="3234690"/>
                    <a:pt x="2183130" y="3248660"/>
                    <a:pt x="2162810" y="3263900"/>
                  </a:cubicBezTo>
                  <a:cubicBezTo>
                    <a:pt x="2142490" y="3277870"/>
                    <a:pt x="2119630" y="3290570"/>
                    <a:pt x="2096770" y="3299460"/>
                  </a:cubicBezTo>
                  <a:cubicBezTo>
                    <a:pt x="2073910" y="3308350"/>
                    <a:pt x="2052320" y="3317240"/>
                    <a:pt x="2023110" y="3319780"/>
                  </a:cubicBezTo>
                  <a:cubicBezTo>
                    <a:pt x="1982470" y="3323590"/>
                    <a:pt x="1918970" y="3321050"/>
                    <a:pt x="1873250" y="3304540"/>
                  </a:cubicBezTo>
                  <a:cubicBezTo>
                    <a:pt x="1827530" y="3288030"/>
                    <a:pt x="1780540" y="3256280"/>
                    <a:pt x="1747520" y="3220720"/>
                  </a:cubicBezTo>
                  <a:cubicBezTo>
                    <a:pt x="1714500" y="3185160"/>
                    <a:pt x="1687830" y="3128010"/>
                    <a:pt x="1675130" y="3088640"/>
                  </a:cubicBezTo>
                  <a:cubicBezTo>
                    <a:pt x="1666240" y="3060700"/>
                    <a:pt x="1662430" y="3044190"/>
                    <a:pt x="1664970" y="3013710"/>
                  </a:cubicBezTo>
                  <a:cubicBezTo>
                    <a:pt x="1668780" y="2965450"/>
                    <a:pt x="1694180" y="2875280"/>
                    <a:pt x="1720850" y="2829560"/>
                  </a:cubicBezTo>
                  <a:cubicBezTo>
                    <a:pt x="1739900" y="2796540"/>
                    <a:pt x="1764030" y="2777490"/>
                    <a:pt x="1790700" y="2757170"/>
                  </a:cubicBezTo>
                  <a:cubicBezTo>
                    <a:pt x="1817370" y="2736850"/>
                    <a:pt x="1849120" y="2719070"/>
                    <a:pt x="1880870" y="2708910"/>
                  </a:cubicBezTo>
                  <a:cubicBezTo>
                    <a:pt x="1912620" y="2698750"/>
                    <a:pt x="1948180" y="2693670"/>
                    <a:pt x="1981200" y="2693670"/>
                  </a:cubicBezTo>
                  <a:cubicBezTo>
                    <a:pt x="2014220" y="2693670"/>
                    <a:pt x="2049780" y="2700020"/>
                    <a:pt x="2081530" y="2711450"/>
                  </a:cubicBezTo>
                  <a:cubicBezTo>
                    <a:pt x="2113280" y="2721610"/>
                    <a:pt x="2145030" y="2738120"/>
                    <a:pt x="2171700" y="2758440"/>
                  </a:cubicBezTo>
                  <a:cubicBezTo>
                    <a:pt x="2198370" y="2778760"/>
                    <a:pt x="2222500" y="2805430"/>
                    <a:pt x="2240280" y="2833370"/>
                  </a:cubicBezTo>
                  <a:cubicBezTo>
                    <a:pt x="2259330" y="2861310"/>
                    <a:pt x="2273300" y="2894330"/>
                    <a:pt x="2282190" y="2926080"/>
                  </a:cubicBezTo>
                  <a:cubicBezTo>
                    <a:pt x="2291080" y="2959100"/>
                    <a:pt x="2296160" y="2994660"/>
                    <a:pt x="2293620" y="3027680"/>
                  </a:cubicBezTo>
                  <a:cubicBezTo>
                    <a:pt x="2291080" y="3060700"/>
                    <a:pt x="2283460" y="3096260"/>
                    <a:pt x="2270760" y="3126740"/>
                  </a:cubicBezTo>
                  <a:cubicBezTo>
                    <a:pt x="2258060" y="3157220"/>
                    <a:pt x="2239010" y="3187700"/>
                    <a:pt x="2217420" y="3213100"/>
                  </a:cubicBezTo>
                  <a:cubicBezTo>
                    <a:pt x="2195830" y="3238500"/>
                    <a:pt x="2169160" y="3261360"/>
                    <a:pt x="2139950" y="3277870"/>
                  </a:cubicBezTo>
                  <a:cubicBezTo>
                    <a:pt x="2110740" y="3295650"/>
                    <a:pt x="2077720" y="3309620"/>
                    <a:pt x="2044700" y="3315970"/>
                  </a:cubicBezTo>
                  <a:cubicBezTo>
                    <a:pt x="2011680" y="3322320"/>
                    <a:pt x="1976120" y="3323590"/>
                    <a:pt x="1943100" y="3319780"/>
                  </a:cubicBezTo>
                  <a:cubicBezTo>
                    <a:pt x="1910080" y="3315970"/>
                    <a:pt x="1875790" y="3305810"/>
                    <a:pt x="1845310" y="3291840"/>
                  </a:cubicBezTo>
                  <a:cubicBezTo>
                    <a:pt x="1814830" y="3277870"/>
                    <a:pt x="1785620" y="3257550"/>
                    <a:pt x="1761490" y="3234690"/>
                  </a:cubicBezTo>
                  <a:cubicBezTo>
                    <a:pt x="1737360" y="3211830"/>
                    <a:pt x="1715770" y="3182620"/>
                    <a:pt x="1700530" y="3153410"/>
                  </a:cubicBezTo>
                  <a:cubicBezTo>
                    <a:pt x="1685290" y="3124200"/>
                    <a:pt x="1673860" y="3089910"/>
                    <a:pt x="1668780" y="3056890"/>
                  </a:cubicBezTo>
                  <a:cubicBezTo>
                    <a:pt x="1663700" y="3023870"/>
                    <a:pt x="1664970" y="2988310"/>
                    <a:pt x="1670050" y="2955290"/>
                  </a:cubicBezTo>
                  <a:cubicBezTo>
                    <a:pt x="1675130" y="2922270"/>
                    <a:pt x="1686560" y="2887980"/>
                    <a:pt x="1703070" y="2858770"/>
                  </a:cubicBezTo>
                  <a:cubicBezTo>
                    <a:pt x="1718310" y="2829560"/>
                    <a:pt x="1741170" y="2801620"/>
                    <a:pt x="1765300" y="2778760"/>
                  </a:cubicBezTo>
                  <a:cubicBezTo>
                    <a:pt x="1789430" y="2755900"/>
                    <a:pt x="1818640" y="2735580"/>
                    <a:pt x="1849120" y="2721610"/>
                  </a:cubicBezTo>
                  <a:cubicBezTo>
                    <a:pt x="1879600" y="2707640"/>
                    <a:pt x="1913890" y="2698750"/>
                    <a:pt x="1946910" y="2694940"/>
                  </a:cubicBezTo>
                  <a:cubicBezTo>
                    <a:pt x="1979930" y="2691130"/>
                    <a:pt x="2015490" y="2693670"/>
                    <a:pt x="2048510" y="2701290"/>
                  </a:cubicBezTo>
                  <a:cubicBezTo>
                    <a:pt x="2081530" y="2708910"/>
                    <a:pt x="2114550" y="2721610"/>
                    <a:pt x="2143760" y="2739390"/>
                  </a:cubicBezTo>
                  <a:cubicBezTo>
                    <a:pt x="2171700" y="2757170"/>
                    <a:pt x="2198370" y="2781300"/>
                    <a:pt x="2219960" y="2806700"/>
                  </a:cubicBezTo>
                  <a:cubicBezTo>
                    <a:pt x="2241550" y="2832100"/>
                    <a:pt x="2259330" y="2862580"/>
                    <a:pt x="2272030" y="2893060"/>
                  </a:cubicBezTo>
                  <a:cubicBezTo>
                    <a:pt x="2284730" y="2924810"/>
                    <a:pt x="2292350" y="2960370"/>
                    <a:pt x="2293620" y="2993390"/>
                  </a:cubicBezTo>
                  <a:cubicBezTo>
                    <a:pt x="2294890" y="3026410"/>
                    <a:pt x="2282190" y="3093720"/>
                    <a:pt x="2282190" y="3093720"/>
                  </a:cubicBezTo>
                  <a:cubicBezTo>
                    <a:pt x="2282190" y="3093720"/>
                    <a:pt x="2294890" y="3002280"/>
                    <a:pt x="2293620" y="3002280"/>
                  </a:cubicBezTo>
                  <a:cubicBezTo>
                    <a:pt x="2291080" y="3002280"/>
                    <a:pt x="2277110" y="3110230"/>
                    <a:pt x="2260600" y="3148330"/>
                  </a:cubicBezTo>
                  <a:cubicBezTo>
                    <a:pt x="2249170" y="3175000"/>
                    <a:pt x="2235200" y="3192780"/>
                    <a:pt x="2218690" y="3211830"/>
                  </a:cubicBezTo>
                  <a:cubicBezTo>
                    <a:pt x="2202180" y="3230880"/>
                    <a:pt x="2186940" y="3248660"/>
                    <a:pt x="2162810" y="3263900"/>
                  </a:cubicBezTo>
                  <a:cubicBezTo>
                    <a:pt x="2128520" y="3285490"/>
                    <a:pt x="2071370" y="3313430"/>
                    <a:pt x="2023110" y="3319780"/>
                  </a:cubicBezTo>
                  <a:cubicBezTo>
                    <a:pt x="1974850" y="3326130"/>
                    <a:pt x="1918970" y="3321050"/>
                    <a:pt x="1873250" y="3304540"/>
                  </a:cubicBezTo>
                  <a:cubicBezTo>
                    <a:pt x="1827530" y="3288030"/>
                    <a:pt x="1776730" y="3248660"/>
                    <a:pt x="1747520" y="3220720"/>
                  </a:cubicBezTo>
                  <a:cubicBezTo>
                    <a:pt x="1727200" y="3200400"/>
                    <a:pt x="1715770" y="3181350"/>
                    <a:pt x="1704340" y="3159760"/>
                  </a:cubicBezTo>
                  <a:cubicBezTo>
                    <a:pt x="1691640" y="3138170"/>
                    <a:pt x="1681480" y="3112770"/>
                    <a:pt x="1675130" y="3088640"/>
                  </a:cubicBezTo>
                  <a:cubicBezTo>
                    <a:pt x="1668780" y="3064510"/>
                    <a:pt x="1656080" y="3018790"/>
                    <a:pt x="1664970" y="3013710"/>
                  </a:cubicBezTo>
                  <a:cubicBezTo>
                    <a:pt x="1678940" y="3006090"/>
                    <a:pt x="1784350" y="3141980"/>
                    <a:pt x="1795780" y="3133090"/>
                  </a:cubicBezTo>
                  <a:cubicBezTo>
                    <a:pt x="1816100" y="3117850"/>
                    <a:pt x="1524000" y="2763520"/>
                    <a:pt x="1526540" y="2600960"/>
                  </a:cubicBezTo>
                  <a:cubicBezTo>
                    <a:pt x="1529080" y="2461260"/>
                    <a:pt x="1701800" y="2298700"/>
                    <a:pt x="1738630" y="2216150"/>
                  </a:cubicBezTo>
                  <a:cubicBezTo>
                    <a:pt x="1755140" y="2179320"/>
                    <a:pt x="1755140" y="2160270"/>
                    <a:pt x="1767840" y="2133600"/>
                  </a:cubicBezTo>
                  <a:cubicBezTo>
                    <a:pt x="1780540" y="2108200"/>
                    <a:pt x="1795780" y="2081530"/>
                    <a:pt x="1814830" y="2059940"/>
                  </a:cubicBezTo>
                  <a:cubicBezTo>
                    <a:pt x="1833880" y="2037080"/>
                    <a:pt x="1855470" y="2016760"/>
                    <a:pt x="1879600" y="2000250"/>
                  </a:cubicBezTo>
                  <a:cubicBezTo>
                    <a:pt x="1902460" y="1983740"/>
                    <a:pt x="1929130" y="1968500"/>
                    <a:pt x="1955800" y="1958340"/>
                  </a:cubicBezTo>
                  <a:cubicBezTo>
                    <a:pt x="1982470" y="1946910"/>
                    <a:pt x="2011680" y="1939290"/>
                    <a:pt x="2040890" y="1935480"/>
                  </a:cubicBezTo>
                  <a:cubicBezTo>
                    <a:pt x="2068830" y="1931670"/>
                    <a:pt x="2098040" y="1930400"/>
                    <a:pt x="2127250" y="1932940"/>
                  </a:cubicBezTo>
                  <a:cubicBezTo>
                    <a:pt x="2156460" y="1935480"/>
                    <a:pt x="2185670" y="1941830"/>
                    <a:pt x="2213610" y="1951990"/>
                  </a:cubicBezTo>
                  <a:cubicBezTo>
                    <a:pt x="2240280" y="1962150"/>
                    <a:pt x="2266950" y="1976120"/>
                    <a:pt x="2291080" y="1991360"/>
                  </a:cubicBezTo>
                  <a:cubicBezTo>
                    <a:pt x="2315210" y="2007870"/>
                    <a:pt x="2338070" y="2025650"/>
                    <a:pt x="2358390" y="2047240"/>
                  </a:cubicBezTo>
                  <a:cubicBezTo>
                    <a:pt x="2377440" y="2068830"/>
                    <a:pt x="2395220" y="2092960"/>
                    <a:pt x="2409190" y="2118360"/>
                  </a:cubicBezTo>
                  <a:cubicBezTo>
                    <a:pt x="2423160" y="2143760"/>
                    <a:pt x="2434590" y="2171700"/>
                    <a:pt x="2442210" y="2199640"/>
                  </a:cubicBezTo>
                  <a:cubicBezTo>
                    <a:pt x="2449830" y="2227580"/>
                    <a:pt x="2454910" y="2256790"/>
                    <a:pt x="2454910" y="2286000"/>
                  </a:cubicBezTo>
                  <a:cubicBezTo>
                    <a:pt x="2454910" y="2315210"/>
                    <a:pt x="2453640" y="2334260"/>
                    <a:pt x="2446020" y="2372360"/>
                  </a:cubicBezTo>
                  <a:cubicBezTo>
                    <a:pt x="2429510" y="2453640"/>
                    <a:pt x="2357120" y="2669540"/>
                    <a:pt x="2326640" y="2747010"/>
                  </a:cubicBezTo>
                  <a:cubicBezTo>
                    <a:pt x="2311400" y="2783840"/>
                    <a:pt x="2303780" y="2801620"/>
                    <a:pt x="2288540" y="2825750"/>
                  </a:cubicBezTo>
                  <a:cubicBezTo>
                    <a:pt x="2273300" y="2849880"/>
                    <a:pt x="2254250" y="2872740"/>
                    <a:pt x="2232660" y="2893060"/>
                  </a:cubicBezTo>
                  <a:cubicBezTo>
                    <a:pt x="2212340" y="2913380"/>
                    <a:pt x="2188210" y="2931160"/>
                    <a:pt x="2162810" y="2945130"/>
                  </a:cubicBezTo>
                  <a:cubicBezTo>
                    <a:pt x="2137410" y="2959100"/>
                    <a:pt x="2109470" y="2971800"/>
                    <a:pt x="2081530" y="2979420"/>
                  </a:cubicBezTo>
                  <a:cubicBezTo>
                    <a:pt x="2053590" y="2987040"/>
                    <a:pt x="2023110" y="2990850"/>
                    <a:pt x="1993900" y="2992120"/>
                  </a:cubicBezTo>
                  <a:cubicBezTo>
                    <a:pt x="1964690" y="2993390"/>
                    <a:pt x="1935480" y="2990850"/>
                    <a:pt x="1907540" y="2984500"/>
                  </a:cubicBezTo>
                  <a:cubicBezTo>
                    <a:pt x="1879600" y="2978150"/>
                    <a:pt x="1850390" y="2967990"/>
                    <a:pt x="1823720" y="2955290"/>
                  </a:cubicBezTo>
                  <a:cubicBezTo>
                    <a:pt x="1797050" y="2942590"/>
                    <a:pt x="1772920" y="2927350"/>
                    <a:pt x="1750060" y="2908300"/>
                  </a:cubicBezTo>
                  <a:cubicBezTo>
                    <a:pt x="1728470" y="2890520"/>
                    <a:pt x="1706880" y="2867660"/>
                    <a:pt x="1690370" y="2844800"/>
                  </a:cubicBezTo>
                  <a:cubicBezTo>
                    <a:pt x="1672590" y="2821940"/>
                    <a:pt x="1658620" y="2795270"/>
                    <a:pt x="1647190" y="2768600"/>
                  </a:cubicBezTo>
                  <a:cubicBezTo>
                    <a:pt x="1635760" y="2741930"/>
                    <a:pt x="1626870" y="2712720"/>
                    <a:pt x="1623060" y="2683510"/>
                  </a:cubicBezTo>
                  <a:cubicBezTo>
                    <a:pt x="1619250" y="2654300"/>
                    <a:pt x="1617980" y="2625090"/>
                    <a:pt x="1620520" y="2595880"/>
                  </a:cubicBezTo>
                  <a:cubicBezTo>
                    <a:pt x="1623060" y="2566670"/>
                    <a:pt x="1628140" y="2538730"/>
                    <a:pt x="1638300" y="2509520"/>
                  </a:cubicBezTo>
                  <a:cubicBezTo>
                    <a:pt x="1649730" y="2476500"/>
                    <a:pt x="1662430" y="2453640"/>
                    <a:pt x="1686560" y="2410460"/>
                  </a:cubicBezTo>
                  <a:cubicBezTo>
                    <a:pt x="1736090" y="2321560"/>
                    <a:pt x="1812290" y="2104390"/>
                    <a:pt x="1935480" y="2019300"/>
                  </a:cubicBezTo>
                  <a:cubicBezTo>
                    <a:pt x="2072640" y="1925320"/>
                    <a:pt x="2363470" y="1837690"/>
                    <a:pt x="2495550" y="1906270"/>
                  </a:cubicBezTo>
                  <a:cubicBezTo>
                    <a:pt x="2626360" y="1973580"/>
                    <a:pt x="2721610" y="2260600"/>
                    <a:pt x="2725420" y="2424430"/>
                  </a:cubicBezTo>
                  <a:cubicBezTo>
                    <a:pt x="2727960" y="2569210"/>
                    <a:pt x="2660650" y="2794000"/>
                    <a:pt x="2561590" y="2838450"/>
                  </a:cubicBezTo>
                  <a:cubicBezTo>
                    <a:pt x="2458720" y="2884170"/>
                    <a:pt x="2129790" y="2758440"/>
                    <a:pt x="2109470" y="2670810"/>
                  </a:cubicBezTo>
                  <a:cubicBezTo>
                    <a:pt x="2087880" y="2580640"/>
                    <a:pt x="2332990" y="2407920"/>
                    <a:pt x="2461260" y="2297430"/>
                  </a:cubicBezTo>
                  <a:cubicBezTo>
                    <a:pt x="2588260" y="2188210"/>
                    <a:pt x="2734310" y="2113280"/>
                    <a:pt x="2874010" y="2010410"/>
                  </a:cubicBezTo>
                  <a:cubicBezTo>
                    <a:pt x="3022600" y="1901190"/>
                    <a:pt x="3167380" y="1767840"/>
                    <a:pt x="3327400" y="1659890"/>
                  </a:cubicBezTo>
                  <a:cubicBezTo>
                    <a:pt x="3492500" y="1548130"/>
                    <a:pt x="3638550" y="1465580"/>
                    <a:pt x="3850640" y="1353820"/>
                  </a:cubicBezTo>
                  <a:cubicBezTo>
                    <a:pt x="4160520" y="1191260"/>
                    <a:pt x="4855210" y="866140"/>
                    <a:pt x="5021580" y="806450"/>
                  </a:cubicBezTo>
                  <a:cubicBezTo>
                    <a:pt x="5064760" y="791210"/>
                    <a:pt x="5077460" y="788670"/>
                    <a:pt x="5105400" y="784860"/>
                  </a:cubicBezTo>
                  <a:cubicBezTo>
                    <a:pt x="5134610" y="781050"/>
                    <a:pt x="5163820" y="781050"/>
                    <a:pt x="5193030" y="783590"/>
                  </a:cubicBezTo>
                  <a:cubicBezTo>
                    <a:pt x="5222240" y="786130"/>
                    <a:pt x="5251450" y="792480"/>
                    <a:pt x="5278120" y="802640"/>
                  </a:cubicBezTo>
                  <a:cubicBezTo>
                    <a:pt x="5304790" y="812800"/>
                    <a:pt x="5331460" y="825500"/>
                    <a:pt x="5355590" y="842010"/>
                  </a:cubicBezTo>
                  <a:cubicBezTo>
                    <a:pt x="5379720" y="857250"/>
                    <a:pt x="5402580" y="876300"/>
                    <a:pt x="5421630" y="897890"/>
                  </a:cubicBezTo>
                  <a:cubicBezTo>
                    <a:pt x="5440680" y="919480"/>
                    <a:pt x="5458460" y="943610"/>
                    <a:pt x="5472430" y="969010"/>
                  </a:cubicBezTo>
                  <a:cubicBezTo>
                    <a:pt x="5486400" y="994410"/>
                    <a:pt x="5497830" y="1022350"/>
                    <a:pt x="5505450" y="1050290"/>
                  </a:cubicBezTo>
                  <a:cubicBezTo>
                    <a:pt x="5513070" y="1078230"/>
                    <a:pt x="5516880" y="1107440"/>
                    <a:pt x="5516880" y="1136650"/>
                  </a:cubicBezTo>
                  <a:cubicBezTo>
                    <a:pt x="5516880" y="1165860"/>
                    <a:pt x="5514340" y="1195070"/>
                    <a:pt x="5507990" y="1223010"/>
                  </a:cubicBezTo>
                  <a:cubicBezTo>
                    <a:pt x="5501640" y="1250950"/>
                    <a:pt x="5491480" y="1278890"/>
                    <a:pt x="5478780" y="1304290"/>
                  </a:cubicBezTo>
                  <a:cubicBezTo>
                    <a:pt x="5466080" y="1329690"/>
                    <a:pt x="5449570" y="1356360"/>
                    <a:pt x="5430520" y="1377950"/>
                  </a:cubicBezTo>
                  <a:cubicBezTo>
                    <a:pt x="5411470" y="1399540"/>
                    <a:pt x="5368290" y="1438910"/>
                    <a:pt x="5365750" y="1436370"/>
                  </a:cubicBezTo>
                  <a:cubicBezTo>
                    <a:pt x="5361940" y="1433830"/>
                    <a:pt x="5434330" y="1351280"/>
                    <a:pt x="5426710" y="1342390"/>
                  </a:cubicBezTo>
                  <a:cubicBezTo>
                    <a:pt x="5408930" y="1323340"/>
                    <a:pt x="5106670" y="1567180"/>
                    <a:pt x="4941570" y="1633220"/>
                  </a:cubicBezTo>
                  <a:cubicBezTo>
                    <a:pt x="4790440" y="1692910"/>
                    <a:pt x="4646930" y="1704340"/>
                    <a:pt x="4481830" y="1733550"/>
                  </a:cubicBezTo>
                  <a:cubicBezTo>
                    <a:pt x="4291330" y="1766570"/>
                    <a:pt x="4102100" y="1780540"/>
                    <a:pt x="3863340" y="1814830"/>
                  </a:cubicBezTo>
                  <a:cubicBezTo>
                    <a:pt x="3535680" y="1863090"/>
                    <a:pt x="3063240" y="1922780"/>
                    <a:pt x="2698750" y="2002790"/>
                  </a:cubicBezTo>
                  <a:cubicBezTo>
                    <a:pt x="2369820" y="2075180"/>
                    <a:pt x="1913890" y="2263140"/>
                    <a:pt x="1769110" y="2264410"/>
                  </a:cubicBezTo>
                  <a:cubicBezTo>
                    <a:pt x="1724660" y="2264410"/>
                    <a:pt x="1710690" y="2252980"/>
                    <a:pt x="1682750" y="2241550"/>
                  </a:cubicBezTo>
                  <a:cubicBezTo>
                    <a:pt x="1654810" y="2231390"/>
                    <a:pt x="1628140" y="2216150"/>
                    <a:pt x="1604010" y="2199640"/>
                  </a:cubicBezTo>
                  <a:cubicBezTo>
                    <a:pt x="1579880" y="2181860"/>
                    <a:pt x="1557020" y="2161540"/>
                    <a:pt x="1537970" y="2138680"/>
                  </a:cubicBezTo>
                  <a:cubicBezTo>
                    <a:pt x="1518920" y="2115820"/>
                    <a:pt x="1502410" y="2091690"/>
                    <a:pt x="1488440" y="2065020"/>
                  </a:cubicBezTo>
                  <a:cubicBezTo>
                    <a:pt x="1474470" y="2038350"/>
                    <a:pt x="1463040" y="2010410"/>
                    <a:pt x="1456690" y="1981200"/>
                  </a:cubicBezTo>
                  <a:cubicBezTo>
                    <a:pt x="1450340" y="1951990"/>
                    <a:pt x="1447800" y="1921510"/>
                    <a:pt x="1447800" y="1892300"/>
                  </a:cubicBezTo>
                  <a:cubicBezTo>
                    <a:pt x="1447800" y="1863090"/>
                    <a:pt x="1451610" y="1832610"/>
                    <a:pt x="1459230" y="1803400"/>
                  </a:cubicBezTo>
                  <a:cubicBezTo>
                    <a:pt x="1466850" y="1774190"/>
                    <a:pt x="1478280" y="1746250"/>
                    <a:pt x="1492250" y="1719580"/>
                  </a:cubicBezTo>
                  <a:cubicBezTo>
                    <a:pt x="1506220" y="1694180"/>
                    <a:pt x="1524000" y="1668780"/>
                    <a:pt x="1543050" y="1647190"/>
                  </a:cubicBezTo>
                  <a:cubicBezTo>
                    <a:pt x="1563370" y="1625600"/>
                    <a:pt x="1586230" y="1605280"/>
                    <a:pt x="1610360" y="1588770"/>
                  </a:cubicBezTo>
                  <a:cubicBezTo>
                    <a:pt x="1634490" y="1572260"/>
                    <a:pt x="1662430" y="1558290"/>
                    <a:pt x="1690370" y="1548130"/>
                  </a:cubicBezTo>
                  <a:cubicBezTo>
                    <a:pt x="1718310" y="1537970"/>
                    <a:pt x="1748790" y="1531620"/>
                    <a:pt x="1778000" y="1527810"/>
                  </a:cubicBezTo>
                  <a:cubicBezTo>
                    <a:pt x="1807210" y="1524000"/>
                    <a:pt x="1831340" y="1524000"/>
                    <a:pt x="1866900" y="1527810"/>
                  </a:cubicBezTo>
                  <a:cubicBezTo>
                    <a:pt x="1922780" y="1532890"/>
                    <a:pt x="2001520" y="1531620"/>
                    <a:pt x="2076450" y="1565910"/>
                  </a:cubicBezTo>
                  <a:cubicBezTo>
                    <a:pt x="2189480" y="1617980"/>
                    <a:pt x="2305050" y="1836420"/>
                    <a:pt x="2452370" y="1874520"/>
                  </a:cubicBezTo>
                  <a:cubicBezTo>
                    <a:pt x="2609850" y="1915160"/>
                    <a:pt x="2794000" y="1817370"/>
                    <a:pt x="2998470" y="1771650"/>
                  </a:cubicBezTo>
                  <a:cubicBezTo>
                    <a:pt x="3265170" y="1711960"/>
                    <a:pt x="3652520" y="1610360"/>
                    <a:pt x="3911600" y="1532890"/>
                  </a:cubicBezTo>
                  <a:cubicBezTo>
                    <a:pt x="4105910" y="1474470"/>
                    <a:pt x="4249420" y="1426210"/>
                    <a:pt x="4417060" y="1363980"/>
                  </a:cubicBezTo>
                  <a:cubicBezTo>
                    <a:pt x="4585970" y="1300480"/>
                    <a:pt x="4749800" y="1219200"/>
                    <a:pt x="4921250" y="1153160"/>
                  </a:cubicBezTo>
                  <a:cubicBezTo>
                    <a:pt x="5096510" y="1085850"/>
                    <a:pt x="5275580" y="1022350"/>
                    <a:pt x="5455920" y="962660"/>
                  </a:cubicBezTo>
                  <a:cubicBezTo>
                    <a:pt x="5637530" y="902970"/>
                    <a:pt x="5830570" y="828040"/>
                    <a:pt x="6009640" y="796290"/>
                  </a:cubicBezTo>
                  <a:cubicBezTo>
                    <a:pt x="6170930" y="767080"/>
                    <a:pt x="6390640" y="789940"/>
                    <a:pt x="6480810" y="768350"/>
                  </a:cubicBezTo>
                  <a:cubicBezTo>
                    <a:pt x="6518910" y="759460"/>
                    <a:pt x="6531610" y="741680"/>
                    <a:pt x="6559550" y="732790"/>
                  </a:cubicBezTo>
                  <a:cubicBezTo>
                    <a:pt x="6587490" y="723900"/>
                    <a:pt x="6616700" y="718820"/>
                    <a:pt x="6645910" y="717550"/>
                  </a:cubicBezTo>
                  <a:cubicBezTo>
                    <a:pt x="6675120" y="716280"/>
                    <a:pt x="6704330" y="717550"/>
                    <a:pt x="6732270" y="722630"/>
                  </a:cubicBezTo>
                  <a:cubicBezTo>
                    <a:pt x="6760210" y="727710"/>
                    <a:pt x="6788150" y="736600"/>
                    <a:pt x="6814820" y="748030"/>
                  </a:cubicBezTo>
                  <a:cubicBezTo>
                    <a:pt x="6840220" y="759460"/>
                    <a:pt x="6865620" y="774700"/>
                    <a:pt x="6888480" y="792480"/>
                  </a:cubicBezTo>
                  <a:cubicBezTo>
                    <a:pt x="6911340" y="810260"/>
                    <a:pt x="6932930" y="830580"/>
                    <a:pt x="6950710" y="853440"/>
                  </a:cubicBezTo>
                  <a:cubicBezTo>
                    <a:pt x="6968490" y="876300"/>
                    <a:pt x="6983730" y="900430"/>
                    <a:pt x="6995160" y="927100"/>
                  </a:cubicBezTo>
                  <a:cubicBezTo>
                    <a:pt x="7006590" y="953770"/>
                    <a:pt x="7015480" y="982980"/>
                    <a:pt x="7020560" y="1010920"/>
                  </a:cubicBezTo>
                  <a:cubicBezTo>
                    <a:pt x="7025640" y="1038860"/>
                    <a:pt x="7030720" y="1064260"/>
                    <a:pt x="7026910" y="1097280"/>
                  </a:cubicBezTo>
                  <a:cubicBezTo>
                    <a:pt x="7021830" y="1144270"/>
                    <a:pt x="6997700" y="1219200"/>
                    <a:pt x="6976110" y="1261110"/>
                  </a:cubicBezTo>
                  <a:cubicBezTo>
                    <a:pt x="6960870" y="1290320"/>
                    <a:pt x="6943090" y="1309370"/>
                    <a:pt x="6922770" y="1329690"/>
                  </a:cubicBezTo>
                  <a:cubicBezTo>
                    <a:pt x="6902450" y="1350010"/>
                    <a:pt x="6887210" y="1362710"/>
                    <a:pt x="6854190" y="1383030"/>
                  </a:cubicBezTo>
                  <a:cubicBezTo>
                    <a:pt x="6789420" y="1423670"/>
                    <a:pt x="6675120" y="1482090"/>
                    <a:pt x="6544310" y="1539240"/>
                  </a:cubicBezTo>
                  <a:cubicBezTo>
                    <a:pt x="6329680" y="1633220"/>
                    <a:pt x="5927090" y="1761490"/>
                    <a:pt x="5676900" y="1860550"/>
                  </a:cubicBezTo>
                  <a:cubicBezTo>
                    <a:pt x="5483860" y="1936750"/>
                    <a:pt x="5336540" y="2010410"/>
                    <a:pt x="5167630" y="2076450"/>
                  </a:cubicBezTo>
                  <a:cubicBezTo>
                    <a:pt x="5003800" y="2141220"/>
                    <a:pt x="4838700" y="2190750"/>
                    <a:pt x="4678680" y="2252980"/>
                  </a:cubicBezTo>
                  <a:cubicBezTo>
                    <a:pt x="4519930" y="2313940"/>
                    <a:pt x="4364990" y="2379980"/>
                    <a:pt x="4211320" y="2447290"/>
                  </a:cubicBezTo>
                  <a:cubicBezTo>
                    <a:pt x="4057650" y="2514600"/>
                    <a:pt x="3898900" y="2581910"/>
                    <a:pt x="3755390" y="2656840"/>
                  </a:cubicBezTo>
                  <a:cubicBezTo>
                    <a:pt x="3622040" y="2726690"/>
                    <a:pt x="3502660" y="2799080"/>
                    <a:pt x="3376930" y="2880360"/>
                  </a:cubicBezTo>
                  <a:cubicBezTo>
                    <a:pt x="3244850" y="2965450"/>
                    <a:pt x="3097530" y="3055620"/>
                    <a:pt x="2981960" y="3159760"/>
                  </a:cubicBezTo>
                  <a:cubicBezTo>
                    <a:pt x="2872740" y="3257550"/>
                    <a:pt x="2768600" y="3356610"/>
                    <a:pt x="2696210" y="3479800"/>
                  </a:cubicBezTo>
                  <a:cubicBezTo>
                    <a:pt x="2621280" y="3606800"/>
                    <a:pt x="2590800" y="3757930"/>
                    <a:pt x="2547620" y="3915410"/>
                  </a:cubicBezTo>
                  <a:cubicBezTo>
                    <a:pt x="2498090" y="4094480"/>
                    <a:pt x="2463800" y="4274820"/>
                    <a:pt x="2424430" y="4497070"/>
                  </a:cubicBezTo>
                  <a:cubicBezTo>
                    <a:pt x="2372360" y="4791710"/>
                    <a:pt x="2402840" y="5293360"/>
                    <a:pt x="2278380" y="5533390"/>
                  </a:cubicBezTo>
                  <a:cubicBezTo>
                    <a:pt x="2192020" y="5701030"/>
                    <a:pt x="2052320" y="5852160"/>
                    <a:pt x="1908810" y="5883910"/>
                  </a:cubicBezTo>
                  <a:cubicBezTo>
                    <a:pt x="1764030" y="5916930"/>
                    <a:pt x="1507490" y="5842000"/>
                    <a:pt x="1413510" y="5722620"/>
                  </a:cubicBezTo>
                  <a:cubicBezTo>
                    <a:pt x="1309370" y="5590540"/>
                    <a:pt x="1343660" y="5317490"/>
                    <a:pt x="1363980" y="5082540"/>
                  </a:cubicBezTo>
                  <a:cubicBezTo>
                    <a:pt x="1390650" y="4785360"/>
                    <a:pt x="1568450" y="4366260"/>
                    <a:pt x="1623060" y="4085590"/>
                  </a:cubicBezTo>
                  <a:cubicBezTo>
                    <a:pt x="1662430" y="3883660"/>
                    <a:pt x="1661160" y="3745230"/>
                    <a:pt x="1691640" y="3559810"/>
                  </a:cubicBezTo>
                  <a:cubicBezTo>
                    <a:pt x="1727200" y="3347720"/>
                    <a:pt x="1781810" y="2989580"/>
                    <a:pt x="1828800" y="2880360"/>
                  </a:cubicBezTo>
                  <a:cubicBezTo>
                    <a:pt x="1845310" y="2842260"/>
                    <a:pt x="1859280" y="2830830"/>
                    <a:pt x="1878330" y="2809240"/>
                  </a:cubicBezTo>
                  <a:cubicBezTo>
                    <a:pt x="1897380" y="2787650"/>
                    <a:pt x="1920240" y="2767330"/>
                    <a:pt x="1944370" y="2750820"/>
                  </a:cubicBezTo>
                  <a:cubicBezTo>
                    <a:pt x="1968500" y="2734310"/>
                    <a:pt x="1995170" y="2720340"/>
                    <a:pt x="2021840" y="2710180"/>
                  </a:cubicBezTo>
                  <a:cubicBezTo>
                    <a:pt x="2048510" y="2700020"/>
                    <a:pt x="2077720" y="2693670"/>
                    <a:pt x="2105660" y="2689860"/>
                  </a:cubicBezTo>
                  <a:cubicBezTo>
                    <a:pt x="2134870" y="2686050"/>
                    <a:pt x="2164080" y="2686050"/>
                    <a:pt x="2193290" y="2689860"/>
                  </a:cubicBezTo>
                  <a:cubicBezTo>
                    <a:pt x="2222500" y="2693670"/>
                    <a:pt x="2247900" y="2696210"/>
                    <a:pt x="2278380" y="2710180"/>
                  </a:cubicBezTo>
                  <a:cubicBezTo>
                    <a:pt x="2321560" y="2729230"/>
                    <a:pt x="2388870" y="2776220"/>
                    <a:pt x="2421890" y="2809240"/>
                  </a:cubicBezTo>
                  <a:cubicBezTo>
                    <a:pt x="2446020" y="2833370"/>
                    <a:pt x="2458720" y="2856230"/>
                    <a:pt x="2471420" y="2881630"/>
                  </a:cubicBezTo>
                  <a:cubicBezTo>
                    <a:pt x="2485390" y="2907030"/>
                    <a:pt x="2495550" y="2936240"/>
                    <a:pt x="2501900" y="2964180"/>
                  </a:cubicBezTo>
                  <a:cubicBezTo>
                    <a:pt x="2508250" y="2992120"/>
                    <a:pt x="2512060" y="3021330"/>
                    <a:pt x="2512060" y="3050540"/>
                  </a:cubicBezTo>
                  <a:cubicBezTo>
                    <a:pt x="2512060" y="3079750"/>
                    <a:pt x="2512060" y="3098800"/>
                    <a:pt x="2501900" y="3136900"/>
                  </a:cubicBezTo>
                  <a:cubicBezTo>
                    <a:pt x="2479040" y="3220720"/>
                    <a:pt x="2381250" y="3385820"/>
                    <a:pt x="2336800" y="3528060"/>
                  </a:cubicBezTo>
                  <a:cubicBezTo>
                    <a:pt x="2286000" y="3686810"/>
                    <a:pt x="2268220" y="3879850"/>
                    <a:pt x="2223770" y="4048760"/>
                  </a:cubicBezTo>
                  <a:cubicBezTo>
                    <a:pt x="2180590" y="4213860"/>
                    <a:pt x="2134870" y="4371340"/>
                    <a:pt x="2073910" y="4532630"/>
                  </a:cubicBezTo>
                  <a:cubicBezTo>
                    <a:pt x="2010410" y="4700270"/>
                    <a:pt x="1940560" y="4889500"/>
                    <a:pt x="1847850" y="5036820"/>
                  </a:cubicBezTo>
                  <a:cubicBezTo>
                    <a:pt x="1764030" y="5171440"/>
                    <a:pt x="1677670" y="5360670"/>
                    <a:pt x="1551940" y="5388610"/>
                  </a:cubicBezTo>
                  <a:cubicBezTo>
                    <a:pt x="1410970" y="5420360"/>
                    <a:pt x="1131570" y="5270500"/>
                    <a:pt x="1027430" y="5146040"/>
                  </a:cubicBezTo>
                  <a:cubicBezTo>
                    <a:pt x="937260" y="5036820"/>
                    <a:pt x="927100" y="4805680"/>
                    <a:pt x="919480" y="4716780"/>
                  </a:cubicBezTo>
                  <a:cubicBezTo>
                    <a:pt x="916940" y="4677410"/>
                    <a:pt x="920750" y="4658360"/>
                    <a:pt x="927100" y="4630420"/>
                  </a:cubicBezTo>
                  <a:cubicBezTo>
                    <a:pt x="933450" y="4602480"/>
                    <a:pt x="943610" y="4574540"/>
                    <a:pt x="956310" y="4547870"/>
                  </a:cubicBezTo>
                  <a:cubicBezTo>
                    <a:pt x="969010" y="4522470"/>
                    <a:pt x="984250" y="4497070"/>
                    <a:pt x="1003300" y="4474210"/>
                  </a:cubicBezTo>
                  <a:cubicBezTo>
                    <a:pt x="1021080" y="4452620"/>
                    <a:pt x="1043940" y="4431030"/>
                    <a:pt x="1066800" y="4414520"/>
                  </a:cubicBezTo>
                  <a:cubicBezTo>
                    <a:pt x="1090930" y="4396740"/>
                    <a:pt x="1117600" y="4382770"/>
                    <a:pt x="1144270" y="4371340"/>
                  </a:cubicBezTo>
                  <a:cubicBezTo>
                    <a:pt x="1170940" y="4359910"/>
                    <a:pt x="1200150" y="4352290"/>
                    <a:pt x="1228090" y="4347210"/>
                  </a:cubicBezTo>
                  <a:cubicBezTo>
                    <a:pt x="1257300" y="4342130"/>
                    <a:pt x="1286510" y="4342130"/>
                    <a:pt x="1315720" y="4344670"/>
                  </a:cubicBezTo>
                  <a:cubicBezTo>
                    <a:pt x="1344930" y="4347210"/>
                    <a:pt x="1374140" y="4354830"/>
                    <a:pt x="1400810" y="4363720"/>
                  </a:cubicBezTo>
                  <a:cubicBezTo>
                    <a:pt x="1428750" y="4373880"/>
                    <a:pt x="1455420" y="4386580"/>
                    <a:pt x="1479550" y="4401820"/>
                  </a:cubicBezTo>
                  <a:cubicBezTo>
                    <a:pt x="1503680" y="4417060"/>
                    <a:pt x="1526540" y="4436110"/>
                    <a:pt x="1546860" y="4457700"/>
                  </a:cubicBezTo>
                  <a:cubicBezTo>
                    <a:pt x="1567180" y="4479290"/>
                    <a:pt x="1584960" y="4503420"/>
                    <a:pt x="1598930" y="4528820"/>
                  </a:cubicBezTo>
                  <a:cubicBezTo>
                    <a:pt x="1612900" y="4554220"/>
                    <a:pt x="1624330" y="4582160"/>
                    <a:pt x="1631950" y="4610100"/>
                  </a:cubicBezTo>
                  <a:cubicBezTo>
                    <a:pt x="1639570" y="4638040"/>
                    <a:pt x="1644650" y="4663440"/>
                    <a:pt x="1645920" y="4696460"/>
                  </a:cubicBezTo>
                  <a:cubicBezTo>
                    <a:pt x="1647190" y="4738370"/>
                    <a:pt x="1633220" y="4779010"/>
                    <a:pt x="1633220" y="4842510"/>
                  </a:cubicBezTo>
                  <a:cubicBezTo>
                    <a:pt x="1631950" y="4964430"/>
                    <a:pt x="1678940" y="5207000"/>
                    <a:pt x="1671320" y="5375910"/>
                  </a:cubicBezTo>
                  <a:cubicBezTo>
                    <a:pt x="1664970" y="5530850"/>
                    <a:pt x="1686560" y="5763260"/>
                    <a:pt x="1600200" y="5816600"/>
                  </a:cubicBezTo>
                  <a:cubicBezTo>
                    <a:pt x="1508760" y="5873750"/>
                    <a:pt x="1219200" y="5779770"/>
                    <a:pt x="1113790" y="5670550"/>
                  </a:cubicBezTo>
                  <a:cubicBezTo>
                    <a:pt x="1002030" y="5554980"/>
                    <a:pt x="1000760" y="5356860"/>
                    <a:pt x="970280" y="5119370"/>
                  </a:cubicBezTo>
                  <a:cubicBezTo>
                    <a:pt x="918210" y="4705350"/>
                    <a:pt x="961390" y="3853180"/>
                    <a:pt x="976630" y="3387090"/>
                  </a:cubicBezTo>
                  <a:cubicBezTo>
                    <a:pt x="986790" y="3070860"/>
                    <a:pt x="1012190" y="2894330"/>
                    <a:pt x="1024890" y="2593340"/>
                  </a:cubicBezTo>
                  <a:cubicBezTo>
                    <a:pt x="1041400" y="2198370"/>
                    <a:pt x="1033780" y="1405890"/>
                    <a:pt x="1052830" y="1224280"/>
                  </a:cubicBezTo>
                  <a:cubicBezTo>
                    <a:pt x="1057910" y="1178560"/>
                    <a:pt x="1060450" y="1165860"/>
                    <a:pt x="1069340" y="1139190"/>
                  </a:cubicBezTo>
                  <a:cubicBezTo>
                    <a:pt x="1078230" y="1111250"/>
                    <a:pt x="1090930" y="1084580"/>
                    <a:pt x="1106170" y="1060450"/>
                  </a:cubicBezTo>
                  <a:cubicBezTo>
                    <a:pt x="1121410" y="1036320"/>
                    <a:pt x="1140460" y="1013460"/>
                    <a:pt x="1160780" y="993140"/>
                  </a:cubicBezTo>
                  <a:cubicBezTo>
                    <a:pt x="1181100" y="972820"/>
                    <a:pt x="1205230" y="955040"/>
                    <a:pt x="1229360" y="941070"/>
                  </a:cubicBezTo>
                  <a:cubicBezTo>
                    <a:pt x="1253490" y="927100"/>
                    <a:pt x="1281430" y="914400"/>
                    <a:pt x="1308100" y="906780"/>
                  </a:cubicBezTo>
                  <a:cubicBezTo>
                    <a:pt x="1336040" y="899160"/>
                    <a:pt x="1365250" y="894080"/>
                    <a:pt x="1393190" y="892810"/>
                  </a:cubicBezTo>
                  <a:cubicBezTo>
                    <a:pt x="1422400" y="891540"/>
                    <a:pt x="1451610" y="894080"/>
                    <a:pt x="1479550" y="899160"/>
                  </a:cubicBezTo>
                  <a:cubicBezTo>
                    <a:pt x="1507490" y="904240"/>
                    <a:pt x="1536700" y="913130"/>
                    <a:pt x="1562100" y="925830"/>
                  </a:cubicBezTo>
                  <a:cubicBezTo>
                    <a:pt x="1587500" y="937260"/>
                    <a:pt x="1612900" y="953770"/>
                    <a:pt x="1634490" y="971550"/>
                  </a:cubicBezTo>
                  <a:cubicBezTo>
                    <a:pt x="1656080" y="989330"/>
                    <a:pt x="1676400" y="1010920"/>
                    <a:pt x="1694180" y="1033780"/>
                  </a:cubicBezTo>
                  <a:cubicBezTo>
                    <a:pt x="1711960" y="1056640"/>
                    <a:pt x="1727200" y="1082040"/>
                    <a:pt x="1738630" y="1108710"/>
                  </a:cubicBezTo>
                  <a:cubicBezTo>
                    <a:pt x="1750060" y="1135380"/>
                    <a:pt x="1757680" y="1163320"/>
                    <a:pt x="1762760" y="1191260"/>
                  </a:cubicBezTo>
                  <a:cubicBezTo>
                    <a:pt x="1767840" y="1219200"/>
                    <a:pt x="1766570" y="1249680"/>
                    <a:pt x="1766570" y="1277620"/>
                  </a:cubicBezTo>
                  <a:cubicBezTo>
                    <a:pt x="1766570" y="1304290"/>
                    <a:pt x="1766570" y="1320800"/>
                    <a:pt x="1760220" y="1357630"/>
                  </a:cubicBezTo>
                  <a:cubicBezTo>
                    <a:pt x="1743710" y="1447800"/>
                    <a:pt x="1676400" y="1661160"/>
                    <a:pt x="1630680" y="1808480"/>
                  </a:cubicBezTo>
                  <a:cubicBezTo>
                    <a:pt x="1586230" y="1953260"/>
                    <a:pt x="1512570" y="2084070"/>
                    <a:pt x="1488440" y="2233930"/>
                  </a:cubicBezTo>
                  <a:cubicBezTo>
                    <a:pt x="1463040" y="2391410"/>
                    <a:pt x="1490980" y="2565400"/>
                    <a:pt x="1487170" y="2729230"/>
                  </a:cubicBezTo>
                  <a:cubicBezTo>
                    <a:pt x="1483360" y="2891790"/>
                    <a:pt x="1480820" y="3055620"/>
                    <a:pt x="1464310" y="3213100"/>
                  </a:cubicBezTo>
                  <a:cubicBezTo>
                    <a:pt x="1449070" y="3364230"/>
                    <a:pt x="1422400" y="3501390"/>
                    <a:pt x="1393190" y="3653790"/>
                  </a:cubicBezTo>
                  <a:cubicBezTo>
                    <a:pt x="1361440" y="3821430"/>
                    <a:pt x="1300480" y="4000500"/>
                    <a:pt x="1277620" y="4178300"/>
                  </a:cubicBezTo>
                  <a:cubicBezTo>
                    <a:pt x="1254760" y="4357370"/>
                    <a:pt x="1268730" y="4537710"/>
                    <a:pt x="1258570" y="4724400"/>
                  </a:cubicBezTo>
                  <a:cubicBezTo>
                    <a:pt x="1247140" y="4922520"/>
                    <a:pt x="1258570" y="5114290"/>
                    <a:pt x="1212850" y="5334000"/>
                  </a:cubicBezTo>
                  <a:cubicBezTo>
                    <a:pt x="1155700" y="5609590"/>
                    <a:pt x="1088390" y="6108700"/>
                    <a:pt x="900430" y="6242050"/>
                  </a:cubicBezTo>
                  <a:cubicBezTo>
                    <a:pt x="751840" y="6348730"/>
                    <a:pt x="408940" y="6332220"/>
                    <a:pt x="294640" y="6240780"/>
                  </a:cubicBezTo>
                  <a:cubicBezTo>
                    <a:pt x="196850" y="6163310"/>
                    <a:pt x="203200" y="5955030"/>
                    <a:pt x="193040" y="5808980"/>
                  </a:cubicBezTo>
                  <a:cubicBezTo>
                    <a:pt x="182880" y="5661660"/>
                    <a:pt x="214630" y="5510530"/>
                    <a:pt x="233680" y="5360670"/>
                  </a:cubicBezTo>
                  <a:cubicBezTo>
                    <a:pt x="252730" y="5208270"/>
                    <a:pt x="288290" y="5063490"/>
                    <a:pt x="308610" y="4903470"/>
                  </a:cubicBezTo>
                  <a:cubicBezTo>
                    <a:pt x="331470" y="4726940"/>
                    <a:pt x="340360" y="4516120"/>
                    <a:pt x="363220" y="4343400"/>
                  </a:cubicBezTo>
                  <a:cubicBezTo>
                    <a:pt x="382270" y="4193540"/>
                    <a:pt x="408940" y="4103370"/>
                    <a:pt x="430530" y="3925570"/>
                  </a:cubicBezTo>
                  <a:cubicBezTo>
                    <a:pt x="468630" y="3616960"/>
                    <a:pt x="509270" y="3063240"/>
                    <a:pt x="539750" y="2651760"/>
                  </a:cubicBezTo>
                  <a:cubicBezTo>
                    <a:pt x="568960" y="2265680"/>
                    <a:pt x="568960" y="1818640"/>
                    <a:pt x="613410" y="1526540"/>
                  </a:cubicBezTo>
                  <a:cubicBezTo>
                    <a:pt x="642620" y="1336040"/>
                    <a:pt x="660400" y="1205230"/>
                    <a:pt x="723900" y="1061720"/>
                  </a:cubicBezTo>
                  <a:cubicBezTo>
                    <a:pt x="788670" y="915670"/>
                    <a:pt x="886460" y="669290"/>
                    <a:pt x="1000760" y="657860"/>
                  </a:cubicBezTo>
                  <a:cubicBezTo>
                    <a:pt x="1137920" y="643890"/>
                    <a:pt x="1463040" y="974090"/>
                    <a:pt x="1510030" y="1143000"/>
                  </a:cubicBezTo>
                  <a:cubicBezTo>
                    <a:pt x="1546860" y="1273810"/>
                    <a:pt x="1449070" y="1413510"/>
                    <a:pt x="1398270" y="1549400"/>
                  </a:cubicBezTo>
                  <a:cubicBezTo>
                    <a:pt x="1343660" y="1695450"/>
                    <a:pt x="1270000" y="1840230"/>
                    <a:pt x="1189990" y="1988820"/>
                  </a:cubicBezTo>
                  <a:cubicBezTo>
                    <a:pt x="1102360" y="2151380"/>
                    <a:pt x="957580" y="2401570"/>
                    <a:pt x="891540" y="2484120"/>
                  </a:cubicBezTo>
                  <a:cubicBezTo>
                    <a:pt x="866140" y="2515870"/>
                    <a:pt x="852170" y="2526030"/>
                    <a:pt x="829310" y="2543810"/>
                  </a:cubicBezTo>
                  <a:cubicBezTo>
                    <a:pt x="806450" y="2560320"/>
                    <a:pt x="781050" y="2575560"/>
                    <a:pt x="755650" y="2586990"/>
                  </a:cubicBezTo>
                  <a:cubicBezTo>
                    <a:pt x="728980" y="2598420"/>
                    <a:pt x="701040" y="2606040"/>
                    <a:pt x="673100" y="2611120"/>
                  </a:cubicBezTo>
                  <a:cubicBezTo>
                    <a:pt x="645160" y="2616200"/>
                    <a:pt x="615950" y="2617470"/>
                    <a:pt x="588010" y="2614930"/>
                  </a:cubicBezTo>
                  <a:cubicBezTo>
                    <a:pt x="560070" y="2612390"/>
                    <a:pt x="530860" y="2607310"/>
                    <a:pt x="504190" y="2598420"/>
                  </a:cubicBezTo>
                  <a:cubicBezTo>
                    <a:pt x="477520" y="2589530"/>
                    <a:pt x="450850" y="2578100"/>
                    <a:pt x="426720" y="2562860"/>
                  </a:cubicBezTo>
                  <a:cubicBezTo>
                    <a:pt x="402590" y="2547620"/>
                    <a:pt x="379730" y="2528570"/>
                    <a:pt x="359410" y="2508250"/>
                  </a:cubicBezTo>
                  <a:cubicBezTo>
                    <a:pt x="339090" y="2487930"/>
                    <a:pt x="321310" y="2465070"/>
                    <a:pt x="307340" y="2440940"/>
                  </a:cubicBezTo>
                  <a:cubicBezTo>
                    <a:pt x="293370" y="2416810"/>
                    <a:pt x="281940" y="2388870"/>
                    <a:pt x="274320" y="2362200"/>
                  </a:cubicBezTo>
                  <a:cubicBezTo>
                    <a:pt x="266700" y="2334260"/>
                    <a:pt x="260350" y="2305050"/>
                    <a:pt x="259080" y="2277110"/>
                  </a:cubicBezTo>
                  <a:cubicBezTo>
                    <a:pt x="257810" y="2249170"/>
                    <a:pt x="259080" y="2225040"/>
                    <a:pt x="266700" y="2192020"/>
                  </a:cubicBezTo>
                  <a:cubicBezTo>
                    <a:pt x="279400" y="2138680"/>
                    <a:pt x="306070" y="2066290"/>
                    <a:pt x="346710" y="1992630"/>
                  </a:cubicBezTo>
                  <a:cubicBezTo>
                    <a:pt x="406400" y="1883410"/>
                    <a:pt x="508000" y="1744980"/>
                    <a:pt x="618490" y="1614170"/>
                  </a:cubicBezTo>
                  <a:cubicBezTo>
                    <a:pt x="756920" y="1451610"/>
                    <a:pt x="935990" y="1259840"/>
                    <a:pt x="1126490" y="1106170"/>
                  </a:cubicBezTo>
                  <a:cubicBezTo>
                    <a:pt x="1329690" y="942340"/>
                    <a:pt x="1689100" y="718820"/>
                    <a:pt x="1807210" y="668020"/>
                  </a:cubicBezTo>
                  <a:cubicBezTo>
                    <a:pt x="1844040" y="651510"/>
                    <a:pt x="1859280" y="651510"/>
                    <a:pt x="1885950" y="647700"/>
                  </a:cubicBezTo>
                  <a:cubicBezTo>
                    <a:pt x="1912620" y="643890"/>
                    <a:pt x="1941830" y="643890"/>
                    <a:pt x="1968500" y="646430"/>
                  </a:cubicBezTo>
                  <a:cubicBezTo>
                    <a:pt x="1995170" y="648970"/>
                    <a:pt x="2019300" y="652780"/>
                    <a:pt x="2047240" y="665480"/>
                  </a:cubicBezTo>
                  <a:cubicBezTo>
                    <a:pt x="2087880" y="683260"/>
                    <a:pt x="2150110" y="725170"/>
                    <a:pt x="2181860" y="756920"/>
                  </a:cubicBezTo>
                  <a:cubicBezTo>
                    <a:pt x="2204720" y="778510"/>
                    <a:pt x="2216150" y="800100"/>
                    <a:pt x="2228850" y="824230"/>
                  </a:cubicBezTo>
                  <a:cubicBezTo>
                    <a:pt x="2241550" y="848360"/>
                    <a:pt x="2251710" y="869950"/>
                    <a:pt x="2258060" y="900430"/>
                  </a:cubicBezTo>
                  <a:cubicBezTo>
                    <a:pt x="2265680" y="943610"/>
                    <a:pt x="2266950" y="1019810"/>
                    <a:pt x="2259330" y="1062990"/>
                  </a:cubicBezTo>
                  <a:cubicBezTo>
                    <a:pt x="2254250" y="1093470"/>
                    <a:pt x="2242820" y="1115060"/>
                    <a:pt x="2230120" y="1139190"/>
                  </a:cubicBezTo>
                  <a:cubicBezTo>
                    <a:pt x="2217420" y="1163320"/>
                    <a:pt x="2207260" y="1179830"/>
                    <a:pt x="2184400" y="1206500"/>
                  </a:cubicBezTo>
                  <a:cubicBezTo>
                    <a:pt x="2141220" y="1257300"/>
                    <a:pt x="2065020" y="1339850"/>
                    <a:pt x="1976120" y="1405890"/>
                  </a:cubicBezTo>
                  <a:cubicBezTo>
                    <a:pt x="1852930" y="1497330"/>
                    <a:pt x="1595120" y="1651000"/>
                    <a:pt x="1496060" y="1677670"/>
                  </a:cubicBezTo>
                  <a:cubicBezTo>
                    <a:pt x="1456690" y="1687830"/>
                    <a:pt x="1436370" y="1682750"/>
                    <a:pt x="1407160" y="1678940"/>
                  </a:cubicBezTo>
                  <a:cubicBezTo>
                    <a:pt x="1377950" y="1675130"/>
                    <a:pt x="1348740" y="1668780"/>
                    <a:pt x="1322070" y="1658620"/>
                  </a:cubicBezTo>
                  <a:cubicBezTo>
                    <a:pt x="1294130" y="1648460"/>
                    <a:pt x="1267460" y="1634490"/>
                    <a:pt x="1243330" y="1617980"/>
                  </a:cubicBezTo>
                  <a:cubicBezTo>
                    <a:pt x="1219200" y="1601470"/>
                    <a:pt x="1196340" y="1581150"/>
                    <a:pt x="1177290" y="1559560"/>
                  </a:cubicBezTo>
                  <a:cubicBezTo>
                    <a:pt x="1158240" y="1537970"/>
                    <a:pt x="1140460" y="1512570"/>
                    <a:pt x="1126490" y="1487170"/>
                  </a:cubicBezTo>
                  <a:cubicBezTo>
                    <a:pt x="1112520" y="1461770"/>
                    <a:pt x="1102360" y="1432560"/>
                    <a:pt x="1094740" y="1404620"/>
                  </a:cubicBezTo>
                  <a:cubicBezTo>
                    <a:pt x="1087120" y="1376680"/>
                    <a:pt x="1083310" y="1346200"/>
                    <a:pt x="1083310" y="1316990"/>
                  </a:cubicBezTo>
                  <a:cubicBezTo>
                    <a:pt x="1083310" y="1287780"/>
                    <a:pt x="1087120" y="1257300"/>
                    <a:pt x="1093470" y="1229360"/>
                  </a:cubicBezTo>
                  <a:cubicBezTo>
                    <a:pt x="1099820" y="1201420"/>
                    <a:pt x="1109980" y="1172210"/>
                    <a:pt x="1123950" y="1146810"/>
                  </a:cubicBezTo>
                  <a:cubicBezTo>
                    <a:pt x="1136650" y="1121410"/>
                    <a:pt x="1154430" y="1096010"/>
                    <a:pt x="1173480" y="1074420"/>
                  </a:cubicBezTo>
                  <a:cubicBezTo>
                    <a:pt x="1192530" y="1052830"/>
                    <a:pt x="1215390" y="1031240"/>
                    <a:pt x="1239520" y="1014730"/>
                  </a:cubicBezTo>
                  <a:cubicBezTo>
                    <a:pt x="1263650" y="998220"/>
                    <a:pt x="1271270" y="989330"/>
                    <a:pt x="1316990" y="974090"/>
                  </a:cubicBezTo>
                  <a:cubicBezTo>
                    <a:pt x="1546860" y="897890"/>
                    <a:pt x="3270250" y="628650"/>
                    <a:pt x="3507740" y="626110"/>
                  </a:cubicBezTo>
                  <a:cubicBezTo>
                    <a:pt x="3553460" y="626110"/>
                    <a:pt x="3563620" y="629920"/>
                    <a:pt x="3590290" y="637540"/>
                  </a:cubicBezTo>
                  <a:cubicBezTo>
                    <a:pt x="3616960" y="643890"/>
                    <a:pt x="3639820" y="651510"/>
                    <a:pt x="3666490" y="668020"/>
                  </a:cubicBezTo>
                  <a:cubicBezTo>
                    <a:pt x="3703320" y="692150"/>
                    <a:pt x="3756660" y="734060"/>
                    <a:pt x="3785870" y="778510"/>
                  </a:cubicBezTo>
                  <a:cubicBezTo>
                    <a:pt x="3815080" y="822960"/>
                    <a:pt x="3834130" y="887730"/>
                    <a:pt x="3841750" y="932180"/>
                  </a:cubicBezTo>
                  <a:cubicBezTo>
                    <a:pt x="3846830" y="963930"/>
                    <a:pt x="3844290" y="988060"/>
                    <a:pt x="3840480" y="1014730"/>
                  </a:cubicBezTo>
                  <a:cubicBezTo>
                    <a:pt x="3836670" y="1041400"/>
                    <a:pt x="3829050" y="1069340"/>
                    <a:pt x="3818890" y="1094740"/>
                  </a:cubicBezTo>
                  <a:cubicBezTo>
                    <a:pt x="3808730" y="1120140"/>
                    <a:pt x="3794760" y="1144270"/>
                    <a:pt x="3779520" y="1165860"/>
                  </a:cubicBezTo>
                  <a:cubicBezTo>
                    <a:pt x="3763010" y="1187450"/>
                    <a:pt x="3743960" y="1209040"/>
                    <a:pt x="3723640" y="1226820"/>
                  </a:cubicBezTo>
                  <a:cubicBezTo>
                    <a:pt x="3703320" y="1244600"/>
                    <a:pt x="3679190" y="1259840"/>
                    <a:pt x="3655060" y="1272540"/>
                  </a:cubicBezTo>
                  <a:cubicBezTo>
                    <a:pt x="3630930" y="1285240"/>
                    <a:pt x="3619500" y="1287780"/>
                    <a:pt x="3577590" y="1300480"/>
                  </a:cubicBezTo>
                  <a:cubicBezTo>
                    <a:pt x="3411220" y="1351280"/>
                    <a:pt x="2669540" y="1536700"/>
                    <a:pt x="2320290" y="1611630"/>
                  </a:cubicBezTo>
                  <a:cubicBezTo>
                    <a:pt x="2072640" y="1664970"/>
                    <a:pt x="1797050" y="1725930"/>
                    <a:pt x="1681480" y="1728470"/>
                  </a:cubicBezTo>
                  <a:cubicBezTo>
                    <a:pt x="1638300" y="1729740"/>
                    <a:pt x="1621790" y="1724660"/>
                    <a:pt x="1592580" y="1717040"/>
                  </a:cubicBezTo>
                  <a:cubicBezTo>
                    <a:pt x="1563370" y="1709420"/>
                    <a:pt x="1534160" y="1699260"/>
                    <a:pt x="1507490" y="1685290"/>
                  </a:cubicBezTo>
                  <a:cubicBezTo>
                    <a:pt x="1480820" y="1671320"/>
                    <a:pt x="1456690" y="1653540"/>
                    <a:pt x="1433830" y="1633220"/>
                  </a:cubicBezTo>
                  <a:cubicBezTo>
                    <a:pt x="1412240" y="1612900"/>
                    <a:pt x="1390650" y="1590040"/>
                    <a:pt x="1374140" y="1565910"/>
                  </a:cubicBezTo>
                  <a:cubicBezTo>
                    <a:pt x="1357630" y="1541780"/>
                    <a:pt x="1342390" y="1513840"/>
                    <a:pt x="1332230" y="1485900"/>
                  </a:cubicBezTo>
                  <a:cubicBezTo>
                    <a:pt x="1322070" y="1457960"/>
                    <a:pt x="1314450" y="1427480"/>
                    <a:pt x="1310640" y="1398270"/>
                  </a:cubicBezTo>
                  <a:cubicBezTo>
                    <a:pt x="1306830" y="1369060"/>
                    <a:pt x="1306830" y="1337310"/>
                    <a:pt x="1310640" y="1308100"/>
                  </a:cubicBezTo>
                  <a:cubicBezTo>
                    <a:pt x="1314450" y="1278890"/>
                    <a:pt x="1322070" y="1248410"/>
                    <a:pt x="1332230" y="1220470"/>
                  </a:cubicBezTo>
                  <a:cubicBezTo>
                    <a:pt x="1342390" y="1192530"/>
                    <a:pt x="1357630" y="1164590"/>
                    <a:pt x="1374140" y="1140460"/>
                  </a:cubicBezTo>
                  <a:cubicBezTo>
                    <a:pt x="1390650" y="1116330"/>
                    <a:pt x="1410970" y="1092200"/>
                    <a:pt x="1433830" y="1073150"/>
                  </a:cubicBezTo>
                  <a:cubicBezTo>
                    <a:pt x="1456690" y="1052830"/>
                    <a:pt x="1482090" y="1036320"/>
                    <a:pt x="1508760" y="1022350"/>
                  </a:cubicBezTo>
                  <a:cubicBezTo>
                    <a:pt x="1535430" y="1008380"/>
                    <a:pt x="1549400" y="1002030"/>
                    <a:pt x="1592580" y="989330"/>
                  </a:cubicBezTo>
                  <a:cubicBezTo>
                    <a:pt x="1720850" y="951230"/>
                    <a:pt x="2089150" y="873760"/>
                    <a:pt x="2382520" y="822960"/>
                  </a:cubicBezTo>
                  <a:cubicBezTo>
                    <a:pt x="2747010" y="760730"/>
                    <a:pt x="3239770" y="706120"/>
                    <a:pt x="3613150" y="660400"/>
                  </a:cubicBezTo>
                  <a:cubicBezTo>
                    <a:pt x="3924300" y="622300"/>
                    <a:pt x="4218940" y="586740"/>
                    <a:pt x="4467860" y="563880"/>
                  </a:cubicBezTo>
                  <a:cubicBezTo>
                    <a:pt x="4659630" y="546100"/>
                    <a:pt x="4878070" y="528320"/>
                    <a:pt x="4977130" y="528320"/>
                  </a:cubicBezTo>
                  <a:cubicBezTo>
                    <a:pt x="5017770" y="528320"/>
                    <a:pt x="5034280" y="528320"/>
                    <a:pt x="5062220" y="533400"/>
                  </a:cubicBezTo>
                  <a:cubicBezTo>
                    <a:pt x="5090160" y="538480"/>
                    <a:pt x="5116830" y="546100"/>
                    <a:pt x="5142230" y="557530"/>
                  </a:cubicBezTo>
                  <a:cubicBezTo>
                    <a:pt x="5167630" y="568960"/>
                    <a:pt x="5191760" y="579120"/>
                    <a:pt x="5215890" y="600710"/>
                  </a:cubicBezTo>
                  <a:cubicBezTo>
                    <a:pt x="5250180" y="631190"/>
                    <a:pt x="5299710" y="692150"/>
                    <a:pt x="5321300" y="732790"/>
                  </a:cubicBezTo>
                  <a:cubicBezTo>
                    <a:pt x="5336540" y="760730"/>
                    <a:pt x="5341620" y="784860"/>
                    <a:pt x="5346700" y="812800"/>
                  </a:cubicBezTo>
                  <a:cubicBezTo>
                    <a:pt x="5351780" y="840740"/>
                    <a:pt x="5354320" y="869950"/>
                    <a:pt x="5353050" y="897890"/>
                  </a:cubicBezTo>
                  <a:cubicBezTo>
                    <a:pt x="5351780" y="925830"/>
                    <a:pt x="5345430" y="953770"/>
                    <a:pt x="5337810" y="980440"/>
                  </a:cubicBezTo>
                  <a:cubicBezTo>
                    <a:pt x="5328920" y="1007110"/>
                    <a:pt x="5317490" y="1033780"/>
                    <a:pt x="5303520" y="1057910"/>
                  </a:cubicBezTo>
                  <a:cubicBezTo>
                    <a:pt x="5289550" y="1082040"/>
                    <a:pt x="5271770" y="1104900"/>
                    <a:pt x="5252720" y="1125220"/>
                  </a:cubicBezTo>
                  <a:cubicBezTo>
                    <a:pt x="5233670" y="1145540"/>
                    <a:pt x="5210810" y="1163320"/>
                    <a:pt x="5186680" y="1178560"/>
                  </a:cubicBezTo>
                  <a:cubicBezTo>
                    <a:pt x="5162550" y="1193800"/>
                    <a:pt x="5154930" y="1201420"/>
                    <a:pt x="5109210" y="1214120"/>
                  </a:cubicBezTo>
                  <a:cubicBezTo>
                    <a:pt x="4883150" y="1276350"/>
                    <a:pt x="3208020" y="1416050"/>
                    <a:pt x="2969260" y="1433830"/>
                  </a:cubicBezTo>
                  <a:cubicBezTo>
                    <a:pt x="2921000" y="1437640"/>
                    <a:pt x="2910840" y="1440180"/>
                    <a:pt x="2882900" y="1437640"/>
                  </a:cubicBezTo>
                  <a:cubicBezTo>
                    <a:pt x="2853690" y="1435100"/>
                    <a:pt x="2824480" y="1430020"/>
                    <a:pt x="2797810" y="1421130"/>
                  </a:cubicBezTo>
                  <a:cubicBezTo>
                    <a:pt x="2771140" y="1412240"/>
                    <a:pt x="2744470" y="1400810"/>
                    <a:pt x="2720340" y="1385570"/>
                  </a:cubicBezTo>
                  <a:cubicBezTo>
                    <a:pt x="2696210" y="1370330"/>
                    <a:pt x="2672080" y="1352550"/>
                    <a:pt x="2651760" y="1332230"/>
                  </a:cubicBezTo>
                  <a:cubicBezTo>
                    <a:pt x="2631440" y="1311910"/>
                    <a:pt x="2613660" y="1287780"/>
                    <a:pt x="2599690" y="1263650"/>
                  </a:cubicBezTo>
                  <a:cubicBezTo>
                    <a:pt x="2585720" y="1239520"/>
                    <a:pt x="2573020" y="1211580"/>
                    <a:pt x="2565400" y="1184910"/>
                  </a:cubicBezTo>
                  <a:cubicBezTo>
                    <a:pt x="2556510" y="1156970"/>
                    <a:pt x="2551430" y="1127760"/>
                    <a:pt x="2550160" y="1099820"/>
                  </a:cubicBezTo>
                  <a:cubicBezTo>
                    <a:pt x="2548890" y="1070610"/>
                    <a:pt x="2550160" y="1041400"/>
                    <a:pt x="2555240" y="1013460"/>
                  </a:cubicBezTo>
                  <a:cubicBezTo>
                    <a:pt x="2560320" y="985520"/>
                    <a:pt x="2569210" y="957580"/>
                    <a:pt x="2581910" y="930910"/>
                  </a:cubicBezTo>
                  <a:cubicBezTo>
                    <a:pt x="2593340" y="905510"/>
                    <a:pt x="2609850" y="880110"/>
                    <a:pt x="2627630" y="857250"/>
                  </a:cubicBezTo>
                  <a:cubicBezTo>
                    <a:pt x="2645410" y="834390"/>
                    <a:pt x="2665730" y="814070"/>
                    <a:pt x="2688590" y="796290"/>
                  </a:cubicBezTo>
                  <a:cubicBezTo>
                    <a:pt x="2711450" y="778510"/>
                    <a:pt x="2736850" y="764540"/>
                    <a:pt x="2763520" y="753110"/>
                  </a:cubicBezTo>
                  <a:cubicBezTo>
                    <a:pt x="2790190" y="741680"/>
                    <a:pt x="2811780" y="735330"/>
                    <a:pt x="2846070" y="727710"/>
                  </a:cubicBezTo>
                  <a:cubicBezTo>
                    <a:pt x="2900680" y="715010"/>
                    <a:pt x="2962910" y="706120"/>
                    <a:pt x="3063240" y="692150"/>
                  </a:cubicBezTo>
                  <a:cubicBezTo>
                    <a:pt x="3281680" y="662940"/>
                    <a:pt x="3751580" y="629920"/>
                    <a:pt x="4112260" y="581660"/>
                  </a:cubicBezTo>
                  <a:cubicBezTo>
                    <a:pt x="4498340" y="530860"/>
                    <a:pt x="4963160" y="433070"/>
                    <a:pt x="5306060" y="391160"/>
                  </a:cubicBezTo>
                  <a:cubicBezTo>
                    <a:pt x="5563870" y="359410"/>
                    <a:pt x="5783580" y="345440"/>
                    <a:pt x="5988050" y="332740"/>
                  </a:cubicBezTo>
                  <a:cubicBezTo>
                    <a:pt x="6155690" y="322580"/>
                    <a:pt x="6355080" y="300990"/>
                    <a:pt x="6443980" y="316230"/>
                  </a:cubicBezTo>
                  <a:cubicBezTo>
                    <a:pt x="6482080" y="322580"/>
                    <a:pt x="6498590" y="334010"/>
                    <a:pt x="6522720" y="347980"/>
                  </a:cubicBezTo>
                  <a:cubicBezTo>
                    <a:pt x="6546850" y="361950"/>
                    <a:pt x="6570980" y="378460"/>
                    <a:pt x="6591300" y="397510"/>
                  </a:cubicBezTo>
                  <a:cubicBezTo>
                    <a:pt x="6611620" y="416560"/>
                    <a:pt x="6629400" y="433070"/>
                    <a:pt x="6645910" y="461010"/>
                  </a:cubicBezTo>
                  <a:cubicBezTo>
                    <a:pt x="6668770" y="500380"/>
                    <a:pt x="6694170" y="574040"/>
                    <a:pt x="6701790" y="619760"/>
                  </a:cubicBezTo>
                  <a:cubicBezTo>
                    <a:pt x="6706870" y="651510"/>
                    <a:pt x="6703060" y="675640"/>
                    <a:pt x="6699250" y="703580"/>
                  </a:cubicBezTo>
                  <a:cubicBezTo>
                    <a:pt x="6695440" y="731520"/>
                    <a:pt x="6687820" y="759460"/>
                    <a:pt x="6677660" y="784860"/>
                  </a:cubicBezTo>
                  <a:cubicBezTo>
                    <a:pt x="6667500" y="811530"/>
                    <a:pt x="6653530" y="836930"/>
                    <a:pt x="6637020" y="859790"/>
                  </a:cubicBezTo>
                  <a:cubicBezTo>
                    <a:pt x="6620510" y="882650"/>
                    <a:pt x="6601460" y="902970"/>
                    <a:pt x="6579870" y="920750"/>
                  </a:cubicBezTo>
                  <a:cubicBezTo>
                    <a:pt x="6558280" y="938530"/>
                    <a:pt x="6534150" y="955040"/>
                    <a:pt x="6508750" y="967740"/>
                  </a:cubicBezTo>
                  <a:cubicBezTo>
                    <a:pt x="6483350" y="980440"/>
                    <a:pt x="6456680" y="989330"/>
                    <a:pt x="6428740" y="995680"/>
                  </a:cubicBezTo>
                  <a:cubicBezTo>
                    <a:pt x="6402070" y="1002030"/>
                    <a:pt x="6383020" y="1005840"/>
                    <a:pt x="6344920" y="1004570"/>
                  </a:cubicBezTo>
                  <a:cubicBezTo>
                    <a:pt x="6264910" y="1003300"/>
                    <a:pt x="6103620" y="960120"/>
                    <a:pt x="5975350" y="947420"/>
                  </a:cubicBezTo>
                  <a:cubicBezTo>
                    <a:pt x="5838190" y="933450"/>
                    <a:pt x="5695950" y="932180"/>
                    <a:pt x="5547360" y="929640"/>
                  </a:cubicBezTo>
                  <a:cubicBezTo>
                    <a:pt x="5384800" y="927100"/>
                    <a:pt x="5251450" y="927100"/>
                    <a:pt x="5036820" y="937260"/>
                  </a:cubicBezTo>
                  <a:cubicBezTo>
                    <a:pt x="4669790" y="955040"/>
                    <a:pt x="3944620" y="1033780"/>
                    <a:pt x="3548380" y="1062990"/>
                  </a:cubicBezTo>
                  <a:cubicBezTo>
                    <a:pt x="3285490" y="1082040"/>
                    <a:pt x="3171190" y="1093470"/>
                    <a:pt x="2891790" y="1103630"/>
                  </a:cubicBezTo>
                  <a:cubicBezTo>
                    <a:pt x="2401570" y="1121410"/>
                    <a:pt x="1311910" y="1088390"/>
                    <a:pt x="862330" y="1126490"/>
                  </a:cubicBezTo>
                  <a:cubicBezTo>
                    <a:pt x="636270" y="1145540"/>
                    <a:pt x="454660" y="1209040"/>
                    <a:pt x="355600" y="1207770"/>
                  </a:cubicBezTo>
                  <a:cubicBezTo>
                    <a:pt x="313690" y="1207770"/>
                    <a:pt x="295910" y="1201420"/>
                    <a:pt x="267970" y="1192530"/>
                  </a:cubicBezTo>
                  <a:cubicBezTo>
                    <a:pt x="240030" y="1184910"/>
                    <a:pt x="212090" y="1173480"/>
                    <a:pt x="186690" y="1158240"/>
                  </a:cubicBezTo>
                  <a:cubicBezTo>
                    <a:pt x="161290" y="1143000"/>
                    <a:pt x="137160" y="1123950"/>
                    <a:pt x="115570" y="1103630"/>
                  </a:cubicBezTo>
                  <a:cubicBezTo>
                    <a:pt x="93980" y="1083310"/>
                    <a:pt x="73660" y="1060450"/>
                    <a:pt x="58420" y="1035050"/>
                  </a:cubicBezTo>
                  <a:cubicBezTo>
                    <a:pt x="41910" y="1009650"/>
                    <a:pt x="29210" y="981710"/>
                    <a:pt x="20320" y="953770"/>
                  </a:cubicBezTo>
                  <a:cubicBezTo>
                    <a:pt x="11430" y="925830"/>
                    <a:pt x="5080" y="895350"/>
                    <a:pt x="2540" y="866140"/>
                  </a:cubicBezTo>
                  <a:cubicBezTo>
                    <a:pt x="0" y="836930"/>
                    <a:pt x="1270" y="806450"/>
                    <a:pt x="6350" y="777240"/>
                  </a:cubicBezTo>
                  <a:cubicBezTo>
                    <a:pt x="11430" y="748030"/>
                    <a:pt x="20320" y="718820"/>
                    <a:pt x="31750" y="692150"/>
                  </a:cubicBezTo>
                  <a:cubicBezTo>
                    <a:pt x="43180" y="665480"/>
                    <a:pt x="59690" y="638810"/>
                    <a:pt x="77470" y="614680"/>
                  </a:cubicBezTo>
                  <a:cubicBezTo>
                    <a:pt x="95250" y="590550"/>
                    <a:pt x="115570" y="568960"/>
                    <a:pt x="138430" y="549910"/>
                  </a:cubicBezTo>
                  <a:cubicBezTo>
                    <a:pt x="161290" y="530860"/>
                    <a:pt x="187960" y="515620"/>
                    <a:pt x="214630" y="502920"/>
                  </a:cubicBezTo>
                  <a:cubicBezTo>
                    <a:pt x="241300" y="490220"/>
                    <a:pt x="270510" y="481330"/>
                    <a:pt x="299720" y="474980"/>
                  </a:cubicBezTo>
                  <a:cubicBezTo>
                    <a:pt x="328930" y="468630"/>
                    <a:pt x="344170" y="467360"/>
                    <a:pt x="388620" y="467360"/>
                  </a:cubicBezTo>
                  <a:cubicBezTo>
                    <a:pt x="520700" y="468630"/>
                    <a:pt x="953770" y="537210"/>
                    <a:pt x="1182370" y="546100"/>
                  </a:cubicBezTo>
                  <a:cubicBezTo>
                    <a:pt x="1356360" y="552450"/>
                    <a:pt x="1457960" y="546100"/>
                    <a:pt x="1640840" y="535940"/>
                  </a:cubicBezTo>
                  <a:cubicBezTo>
                    <a:pt x="1912620" y="520700"/>
                    <a:pt x="2258060" y="492760"/>
                    <a:pt x="2655570" y="440690"/>
                  </a:cubicBezTo>
                  <a:cubicBezTo>
                    <a:pt x="3230880" y="365760"/>
                    <a:pt x="4282440" y="160020"/>
                    <a:pt x="4757420" y="92710"/>
                  </a:cubicBezTo>
                  <a:cubicBezTo>
                    <a:pt x="4998720" y="58420"/>
                    <a:pt x="5129530" y="40640"/>
                    <a:pt x="5306060" y="27940"/>
                  </a:cubicBezTo>
                  <a:cubicBezTo>
                    <a:pt x="5469890" y="15240"/>
                    <a:pt x="5629910" y="13970"/>
                    <a:pt x="5783580" y="12700"/>
                  </a:cubicBezTo>
                  <a:cubicBezTo>
                    <a:pt x="5928360" y="11430"/>
                    <a:pt x="6060440" y="0"/>
                    <a:pt x="6203950" y="19050"/>
                  </a:cubicBezTo>
                  <a:cubicBezTo>
                    <a:pt x="6360160" y="39370"/>
                    <a:pt x="6535420" y="80010"/>
                    <a:pt x="6685280" y="140970"/>
                  </a:cubicBezTo>
                  <a:cubicBezTo>
                    <a:pt x="6830060" y="200660"/>
                    <a:pt x="7002780" y="262890"/>
                    <a:pt x="7090410" y="375920"/>
                  </a:cubicBezTo>
                  <a:cubicBezTo>
                    <a:pt x="7176770" y="486410"/>
                    <a:pt x="7221220" y="665480"/>
                    <a:pt x="7214870" y="807720"/>
                  </a:cubicBezTo>
                  <a:cubicBezTo>
                    <a:pt x="7208520" y="952500"/>
                    <a:pt x="7124700" y="1111250"/>
                    <a:pt x="7044690" y="1239520"/>
                  </a:cubicBezTo>
                  <a:cubicBezTo>
                    <a:pt x="6964680" y="1367790"/>
                    <a:pt x="6846570" y="1478280"/>
                    <a:pt x="6733540" y="1579880"/>
                  </a:cubicBezTo>
                  <a:cubicBezTo>
                    <a:pt x="6623050" y="1678940"/>
                    <a:pt x="6501130" y="1757680"/>
                    <a:pt x="6375400" y="1842770"/>
                  </a:cubicBezTo>
                  <a:cubicBezTo>
                    <a:pt x="6243320" y="1931670"/>
                    <a:pt x="6106160" y="2020570"/>
                    <a:pt x="5960110" y="2100580"/>
                  </a:cubicBezTo>
                  <a:cubicBezTo>
                    <a:pt x="5805170" y="2185670"/>
                    <a:pt x="5671820" y="2247900"/>
                    <a:pt x="5468620" y="2338070"/>
                  </a:cubicBezTo>
                  <a:cubicBezTo>
                    <a:pt x="5148580" y="2480310"/>
                    <a:pt x="4514850" y="2693670"/>
                    <a:pt x="4211320" y="2844800"/>
                  </a:cubicBezTo>
                  <a:cubicBezTo>
                    <a:pt x="4028440" y="2936240"/>
                    <a:pt x="3917950" y="3007360"/>
                    <a:pt x="3789680" y="3098800"/>
                  </a:cubicBezTo>
                  <a:cubicBezTo>
                    <a:pt x="3669030" y="3183890"/>
                    <a:pt x="3564890" y="3268980"/>
                    <a:pt x="3459480" y="3371850"/>
                  </a:cubicBezTo>
                  <a:cubicBezTo>
                    <a:pt x="3346450" y="3482340"/>
                    <a:pt x="3229610" y="3615690"/>
                    <a:pt x="3136900" y="3746500"/>
                  </a:cubicBezTo>
                  <a:cubicBezTo>
                    <a:pt x="3048000" y="3870960"/>
                    <a:pt x="2967990" y="3999230"/>
                    <a:pt x="2910840" y="4136390"/>
                  </a:cubicBezTo>
                  <a:cubicBezTo>
                    <a:pt x="2854960" y="4273550"/>
                    <a:pt x="2838450" y="4428490"/>
                    <a:pt x="2797810" y="4572000"/>
                  </a:cubicBezTo>
                  <a:cubicBezTo>
                    <a:pt x="2757170" y="4714240"/>
                    <a:pt x="2715260" y="4850130"/>
                    <a:pt x="2667000" y="4993640"/>
                  </a:cubicBezTo>
                  <a:cubicBezTo>
                    <a:pt x="2616200" y="5144770"/>
                    <a:pt x="2565400" y="5300980"/>
                    <a:pt x="2498090" y="5455920"/>
                  </a:cubicBezTo>
                  <a:cubicBezTo>
                    <a:pt x="2426970" y="5621020"/>
                    <a:pt x="2353310" y="5806440"/>
                    <a:pt x="2249170" y="5952490"/>
                  </a:cubicBezTo>
                  <a:cubicBezTo>
                    <a:pt x="2148840" y="6093460"/>
                    <a:pt x="2019300" y="6220460"/>
                    <a:pt x="1887220" y="6322060"/>
                  </a:cubicBezTo>
                  <a:cubicBezTo>
                    <a:pt x="1762760" y="6418580"/>
                    <a:pt x="1621790" y="6480810"/>
                    <a:pt x="1484630" y="6551930"/>
                  </a:cubicBezTo>
                  <a:cubicBezTo>
                    <a:pt x="1348740" y="6623050"/>
                    <a:pt x="1206500" y="6701790"/>
                    <a:pt x="1068070" y="6748780"/>
                  </a:cubicBezTo>
                  <a:cubicBezTo>
                    <a:pt x="941070" y="6791960"/>
                    <a:pt x="769620" y="6821170"/>
                    <a:pt x="690880" y="6830060"/>
                  </a:cubicBezTo>
                  <a:cubicBezTo>
                    <a:pt x="656590" y="6833870"/>
                    <a:pt x="640080" y="6833870"/>
                    <a:pt x="614680" y="6831330"/>
                  </a:cubicBezTo>
                  <a:cubicBezTo>
                    <a:pt x="589280" y="6828790"/>
                    <a:pt x="566420" y="6824980"/>
                    <a:pt x="539750" y="6812280"/>
                  </a:cubicBezTo>
                  <a:cubicBezTo>
                    <a:pt x="501650" y="6795770"/>
                    <a:pt x="448310" y="6764020"/>
                    <a:pt x="415290" y="6727190"/>
                  </a:cubicBezTo>
                  <a:cubicBezTo>
                    <a:pt x="382270" y="6690360"/>
                    <a:pt x="355600" y="6640830"/>
                    <a:pt x="344170" y="6592570"/>
                  </a:cubicBezTo>
                  <a:cubicBezTo>
                    <a:pt x="332740" y="6545580"/>
                    <a:pt x="336550" y="6482080"/>
                    <a:pt x="344170" y="6441440"/>
                  </a:cubicBezTo>
                  <a:cubicBezTo>
                    <a:pt x="349250" y="6412230"/>
                    <a:pt x="355600" y="6395720"/>
                    <a:pt x="370840" y="6370320"/>
                  </a:cubicBezTo>
                  <a:cubicBezTo>
                    <a:pt x="392430" y="6334760"/>
                    <a:pt x="438150" y="6281420"/>
                    <a:pt x="471170" y="6256020"/>
                  </a:cubicBezTo>
                  <a:cubicBezTo>
                    <a:pt x="494030" y="6238240"/>
                    <a:pt x="539750" y="6220460"/>
                    <a:pt x="539750" y="6220460"/>
                  </a:cubicBezTo>
                </a:path>
              </a:pathLst>
            </a:custGeom>
            <a:solidFill>
              <a:srgbClr val="FFC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 rot="323620">
            <a:off x="-269940" y="-526691"/>
            <a:ext cx="4705398" cy="4926841"/>
            <a:chOff x="0" y="0"/>
            <a:chExt cx="5316220" cy="5566410"/>
          </a:xfrm>
        </p:grpSpPr>
        <p:sp>
          <p:nvSpPr>
            <p:cNvPr id="52" name="Freeform 52"/>
            <p:cNvSpPr/>
            <p:nvPr/>
          </p:nvSpPr>
          <p:spPr>
            <a:xfrm>
              <a:off x="25400" y="48260"/>
              <a:ext cx="5241290" cy="5469890"/>
            </a:xfrm>
            <a:custGeom>
              <a:avLst/>
              <a:gdLst/>
              <a:ahLst/>
              <a:cxnLst/>
              <a:rect l="l" t="t" r="r" b="b"/>
              <a:pathLst>
                <a:path w="5241290" h="5469890">
                  <a:moveTo>
                    <a:pt x="5240020" y="15240"/>
                  </a:moveTo>
                  <a:cubicBezTo>
                    <a:pt x="4798060" y="778510"/>
                    <a:pt x="4678680" y="972820"/>
                    <a:pt x="4547870" y="1121410"/>
                  </a:cubicBezTo>
                  <a:cubicBezTo>
                    <a:pt x="4433570" y="1252220"/>
                    <a:pt x="4298950" y="1365250"/>
                    <a:pt x="4183380" y="1454150"/>
                  </a:cubicBezTo>
                  <a:cubicBezTo>
                    <a:pt x="4090670" y="1525270"/>
                    <a:pt x="4023360" y="1564640"/>
                    <a:pt x="3915410" y="1626870"/>
                  </a:cubicBezTo>
                  <a:cubicBezTo>
                    <a:pt x="3761740" y="1714500"/>
                    <a:pt x="3547110" y="1830070"/>
                    <a:pt x="3343910" y="1916430"/>
                  </a:cubicBezTo>
                  <a:cubicBezTo>
                    <a:pt x="3125470" y="2009140"/>
                    <a:pt x="2832100" y="2085340"/>
                    <a:pt x="2644140" y="2159000"/>
                  </a:cubicBezTo>
                  <a:cubicBezTo>
                    <a:pt x="2514600" y="2209800"/>
                    <a:pt x="2435860" y="2245360"/>
                    <a:pt x="2319020" y="2299970"/>
                  </a:cubicBezTo>
                  <a:cubicBezTo>
                    <a:pt x="2179320" y="2364740"/>
                    <a:pt x="2005330" y="2448560"/>
                    <a:pt x="1864360" y="2526030"/>
                  </a:cubicBezTo>
                  <a:cubicBezTo>
                    <a:pt x="1737360" y="2595880"/>
                    <a:pt x="1621790" y="2668270"/>
                    <a:pt x="1510030" y="2741930"/>
                  </a:cubicBezTo>
                  <a:cubicBezTo>
                    <a:pt x="1405890" y="2810510"/>
                    <a:pt x="1309370" y="2876550"/>
                    <a:pt x="1216660" y="2950210"/>
                  </a:cubicBezTo>
                  <a:cubicBezTo>
                    <a:pt x="1125220" y="3022600"/>
                    <a:pt x="1042670" y="3093720"/>
                    <a:pt x="957580" y="3181350"/>
                  </a:cubicBezTo>
                  <a:cubicBezTo>
                    <a:pt x="862330" y="3280410"/>
                    <a:pt x="749300" y="3421380"/>
                    <a:pt x="680720" y="3517900"/>
                  </a:cubicBezTo>
                  <a:cubicBezTo>
                    <a:pt x="633730" y="3583940"/>
                    <a:pt x="614680" y="3615690"/>
                    <a:pt x="572770" y="3693160"/>
                  </a:cubicBezTo>
                  <a:cubicBezTo>
                    <a:pt x="495300" y="3835400"/>
                    <a:pt x="337820" y="4170680"/>
                    <a:pt x="278130" y="4312920"/>
                  </a:cubicBezTo>
                  <a:cubicBezTo>
                    <a:pt x="247650" y="4384040"/>
                    <a:pt x="238760" y="4410710"/>
                    <a:pt x="218440" y="4478020"/>
                  </a:cubicBezTo>
                  <a:cubicBezTo>
                    <a:pt x="187960" y="4582160"/>
                    <a:pt x="149860" y="4733290"/>
                    <a:pt x="123190" y="4880610"/>
                  </a:cubicBezTo>
                  <a:cubicBezTo>
                    <a:pt x="90170" y="5057140"/>
                    <a:pt x="76200" y="5433060"/>
                    <a:pt x="44450" y="5464810"/>
                  </a:cubicBezTo>
                  <a:cubicBezTo>
                    <a:pt x="39370" y="5469890"/>
                    <a:pt x="30480" y="5469890"/>
                    <a:pt x="27940" y="5467350"/>
                  </a:cubicBezTo>
                  <a:cubicBezTo>
                    <a:pt x="25400" y="5464810"/>
                    <a:pt x="29210" y="5452110"/>
                    <a:pt x="31750" y="5450840"/>
                  </a:cubicBezTo>
                  <a:cubicBezTo>
                    <a:pt x="34290" y="5449570"/>
                    <a:pt x="45720" y="5462270"/>
                    <a:pt x="44450" y="5463540"/>
                  </a:cubicBezTo>
                  <a:cubicBezTo>
                    <a:pt x="43180" y="5464810"/>
                    <a:pt x="30480" y="5466080"/>
                    <a:pt x="25400" y="5459730"/>
                  </a:cubicBezTo>
                  <a:cubicBezTo>
                    <a:pt x="0" y="5424170"/>
                    <a:pt x="71120" y="5052060"/>
                    <a:pt x="102870" y="4875530"/>
                  </a:cubicBezTo>
                  <a:cubicBezTo>
                    <a:pt x="129540" y="4726940"/>
                    <a:pt x="166370" y="4574540"/>
                    <a:pt x="198120" y="4470400"/>
                  </a:cubicBezTo>
                  <a:cubicBezTo>
                    <a:pt x="218440" y="4401820"/>
                    <a:pt x="228600" y="4376420"/>
                    <a:pt x="259080" y="4304030"/>
                  </a:cubicBezTo>
                  <a:cubicBezTo>
                    <a:pt x="318770" y="4161790"/>
                    <a:pt x="478790" y="3823970"/>
                    <a:pt x="556260" y="3681730"/>
                  </a:cubicBezTo>
                  <a:cubicBezTo>
                    <a:pt x="598170" y="3602990"/>
                    <a:pt x="617220" y="3571240"/>
                    <a:pt x="664210" y="3505200"/>
                  </a:cubicBezTo>
                  <a:cubicBezTo>
                    <a:pt x="732790" y="3408680"/>
                    <a:pt x="848360" y="3266440"/>
                    <a:pt x="943610" y="3167380"/>
                  </a:cubicBezTo>
                  <a:cubicBezTo>
                    <a:pt x="1028700" y="3078480"/>
                    <a:pt x="1112520" y="3006090"/>
                    <a:pt x="1203960" y="2932430"/>
                  </a:cubicBezTo>
                  <a:cubicBezTo>
                    <a:pt x="1297940" y="2857500"/>
                    <a:pt x="1385570" y="2797810"/>
                    <a:pt x="1499870" y="2724150"/>
                  </a:cubicBezTo>
                  <a:cubicBezTo>
                    <a:pt x="1644650" y="2630170"/>
                    <a:pt x="1827530" y="2519680"/>
                    <a:pt x="2009140" y="2425700"/>
                  </a:cubicBezTo>
                  <a:cubicBezTo>
                    <a:pt x="2204720" y="2324100"/>
                    <a:pt x="2420620" y="2226310"/>
                    <a:pt x="2637790" y="2139950"/>
                  </a:cubicBezTo>
                  <a:cubicBezTo>
                    <a:pt x="2861310" y="2049780"/>
                    <a:pt x="3116580" y="1991360"/>
                    <a:pt x="3333750" y="1898650"/>
                  </a:cubicBezTo>
                  <a:cubicBezTo>
                    <a:pt x="3536950" y="1812290"/>
                    <a:pt x="3751580" y="1697990"/>
                    <a:pt x="3903980" y="1610360"/>
                  </a:cubicBezTo>
                  <a:cubicBezTo>
                    <a:pt x="4011930" y="1549400"/>
                    <a:pt x="4077970" y="1510030"/>
                    <a:pt x="4170680" y="1438910"/>
                  </a:cubicBezTo>
                  <a:cubicBezTo>
                    <a:pt x="4284980" y="1351280"/>
                    <a:pt x="4417060" y="1239520"/>
                    <a:pt x="4531360" y="1109980"/>
                  </a:cubicBezTo>
                  <a:cubicBezTo>
                    <a:pt x="4660900" y="961390"/>
                    <a:pt x="4787900" y="759460"/>
                    <a:pt x="4895850" y="586740"/>
                  </a:cubicBezTo>
                  <a:cubicBezTo>
                    <a:pt x="4994910" y="426720"/>
                    <a:pt x="5097780" y="212090"/>
                    <a:pt x="5157470" y="110490"/>
                  </a:cubicBezTo>
                  <a:cubicBezTo>
                    <a:pt x="5185410" y="62230"/>
                    <a:pt x="5207000" y="16510"/>
                    <a:pt x="5223510" y="5080"/>
                  </a:cubicBezTo>
                  <a:cubicBezTo>
                    <a:pt x="5229860" y="1270"/>
                    <a:pt x="5236210" y="0"/>
                    <a:pt x="5238750" y="2540"/>
                  </a:cubicBezTo>
                  <a:cubicBezTo>
                    <a:pt x="5241290" y="3810"/>
                    <a:pt x="5240020" y="15240"/>
                    <a:pt x="5240020" y="15240"/>
                  </a:cubicBezTo>
                </a:path>
              </a:pathLst>
            </a:custGeom>
            <a:solidFill>
              <a:srgbClr val="876D7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 rot="9934353">
            <a:off x="14499446" y="-421243"/>
            <a:ext cx="4888023" cy="2899886"/>
            <a:chOff x="0" y="0"/>
            <a:chExt cx="6517364" cy="3866514"/>
          </a:xfrm>
        </p:grpSpPr>
        <p:grpSp>
          <p:nvGrpSpPr>
            <p:cNvPr id="54" name="Group 54"/>
            <p:cNvGrpSpPr/>
            <p:nvPr/>
          </p:nvGrpSpPr>
          <p:grpSpPr>
            <a:xfrm rot="0">
              <a:off x="0" y="1135139"/>
              <a:ext cx="4771460" cy="2034429"/>
              <a:chOff x="0" y="0"/>
              <a:chExt cx="6028690" cy="257048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 rot="0">
              <a:off x="4659319" y="635578"/>
              <a:ext cx="1840711" cy="784019"/>
              <a:chOff x="0" y="0"/>
              <a:chExt cx="3506470" cy="149352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 rot="0">
              <a:off x="4633985" y="636244"/>
              <a:ext cx="1883379" cy="606015"/>
              <a:chOff x="0" y="0"/>
              <a:chExt cx="3587750" cy="115443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60" name="Group 60"/>
            <p:cNvGrpSpPr/>
            <p:nvPr/>
          </p:nvGrpSpPr>
          <p:grpSpPr>
            <a:xfrm rot="-1043704">
              <a:off x="2424074" y="220394"/>
              <a:ext cx="1685124" cy="1377406"/>
              <a:chOff x="0" y="0"/>
              <a:chExt cx="3651250" cy="29845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62" name="Group 62"/>
            <p:cNvGrpSpPr/>
            <p:nvPr/>
          </p:nvGrpSpPr>
          <p:grpSpPr>
            <a:xfrm rot="-1601107">
              <a:off x="717205" y="1022894"/>
              <a:ext cx="1485730" cy="1214423"/>
              <a:chOff x="0" y="0"/>
              <a:chExt cx="3651250" cy="29845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64" name="Group 64"/>
            <p:cNvGrpSpPr/>
            <p:nvPr/>
          </p:nvGrpSpPr>
          <p:grpSpPr>
            <a:xfrm rot="3600434">
              <a:off x="1911016" y="1758746"/>
              <a:ext cx="2049990" cy="1626827"/>
              <a:chOff x="0" y="0"/>
              <a:chExt cx="3876040" cy="307594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66" name="Group 66"/>
            <p:cNvGrpSpPr/>
            <p:nvPr/>
          </p:nvGrpSpPr>
          <p:grpSpPr>
            <a:xfrm rot="3600434">
              <a:off x="3396277" y="1301341"/>
              <a:ext cx="1599834" cy="1269593"/>
              <a:chOff x="0" y="0"/>
              <a:chExt cx="3876040" cy="307594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68" name="Group 68"/>
          <p:cNvGrpSpPr/>
          <p:nvPr/>
        </p:nvGrpSpPr>
        <p:grpSpPr>
          <a:xfrm rot="0">
            <a:off x="12950074" y="6517740"/>
            <a:ext cx="6984682" cy="5138738"/>
            <a:chOff x="0" y="0"/>
            <a:chExt cx="9312910" cy="6851650"/>
          </a:xfrm>
        </p:grpSpPr>
        <p:sp>
          <p:nvSpPr>
            <p:cNvPr id="69" name="Freeform 69"/>
            <p:cNvSpPr/>
            <p:nvPr/>
          </p:nvSpPr>
          <p:spPr>
            <a:xfrm>
              <a:off x="48260" y="48260"/>
              <a:ext cx="9224010" cy="6819900"/>
            </a:xfrm>
            <a:custGeom>
              <a:avLst/>
              <a:gdLst/>
              <a:ahLst/>
              <a:cxnLst/>
              <a:rect l="l" t="t" r="r" b="b"/>
              <a:pathLst>
                <a:path w="9224010" h="6819900">
                  <a:moveTo>
                    <a:pt x="8290560" y="482600"/>
                  </a:moveTo>
                  <a:cubicBezTo>
                    <a:pt x="7711440" y="1572260"/>
                    <a:pt x="7473950" y="1912620"/>
                    <a:pt x="7302500" y="2141220"/>
                  </a:cubicBezTo>
                  <a:cubicBezTo>
                    <a:pt x="7180579" y="2302510"/>
                    <a:pt x="7080250" y="2415540"/>
                    <a:pt x="6971029" y="2541270"/>
                  </a:cubicBezTo>
                  <a:cubicBezTo>
                    <a:pt x="6869429" y="2656840"/>
                    <a:pt x="6791960" y="2740660"/>
                    <a:pt x="6667500" y="2867660"/>
                  </a:cubicBezTo>
                  <a:cubicBezTo>
                    <a:pt x="6480810" y="3058160"/>
                    <a:pt x="6212840" y="3371850"/>
                    <a:pt x="5947410" y="3561080"/>
                  </a:cubicBezTo>
                  <a:cubicBezTo>
                    <a:pt x="5688330" y="3746500"/>
                    <a:pt x="5383530" y="3872230"/>
                    <a:pt x="5097780" y="3999230"/>
                  </a:cubicBezTo>
                  <a:cubicBezTo>
                    <a:pt x="4822190" y="4122420"/>
                    <a:pt x="4574540" y="4210050"/>
                    <a:pt x="4263390" y="4315460"/>
                  </a:cubicBezTo>
                  <a:cubicBezTo>
                    <a:pt x="3876040" y="4446270"/>
                    <a:pt x="3268980" y="4589780"/>
                    <a:pt x="2947670" y="4709160"/>
                  </a:cubicBezTo>
                  <a:cubicBezTo>
                    <a:pt x="2754630" y="4780280"/>
                    <a:pt x="2646680" y="4837430"/>
                    <a:pt x="2495550" y="4909820"/>
                  </a:cubicBezTo>
                  <a:cubicBezTo>
                    <a:pt x="2339340" y="4984750"/>
                    <a:pt x="2194560" y="5048250"/>
                    <a:pt x="2025650" y="5154930"/>
                  </a:cubicBezTo>
                  <a:cubicBezTo>
                    <a:pt x="1804670" y="5294630"/>
                    <a:pt x="1482090" y="5541010"/>
                    <a:pt x="1299210" y="5703570"/>
                  </a:cubicBezTo>
                  <a:cubicBezTo>
                    <a:pt x="1174750" y="5814060"/>
                    <a:pt x="1093470" y="5887720"/>
                    <a:pt x="1007110" y="6008370"/>
                  </a:cubicBezTo>
                  <a:cubicBezTo>
                    <a:pt x="909320" y="6144260"/>
                    <a:pt x="845820" y="6487160"/>
                    <a:pt x="759460" y="6488430"/>
                  </a:cubicBezTo>
                  <a:cubicBezTo>
                    <a:pt x="671830" y="6489700"/>
                    <a:pt x="448310" y="6108700"/>
                    <a:pt x="486410" y="6000750"/>
                  </a:cubicBezTo>
                  <a:cubicBezTo>
                    <a:pt x="519430" y="5906770"/>
                    <a:pt x="735330" y="5885180"/>
                    <a:pt x="882650" y="5845810"/>
                  </a:cubicBezTo>
                  <a:cubicBezTo>
                    <a:pt x="1057910" y="5798820"/>
                    <a:pt x="1219200" y="5784850"/>
                    <a:pt x="1473200" y="5758180"/>
                  </a:cubicBezTo>
                  <a:cubicBezTo>
                    <a:pt x="1926590" y="5709920"/>
                    <a:pt x="2735580" y="5671820"/>
                    <a:pt x="3379470" y="5633720"/>
                  </a:cubicBezTo>
                  <a:cubicBezTo>
                    <a:pt x="4041140" y="5594350"/>
                    <a:pt x="4691380" y="5560060"/>
                    <a:pt x="5393690" y="5527040"/>
                  </a:cubicBezTo>
                  <a:cubicBezTo>
                    <a:pt x="6164580" y="5490210"/>
                    <a:pt x="7522210" y="5179060"/>
                    <a:pt x="7818120" y="5426710"/>
                  </a:cubicBezTo>
                  <a:cubicBezTo>
                    <a:pt x="7959090" y="5544820"/>
                    <a:pt x="7891780" y="5971540"/>
                    <a:pt x="7891780" y="5971540"/>
                  </a:cubicBezTo>
                  <a:cubicBezTo>
                    <a:pt x="7891780" y="5971540"/>
                    <a:pt x="7823200" y="5645150"/>
                    <a:pt x="7821930" y="5478780"/>
                  </a:cubicBezTo>
                  <a:cubicBezTo>
                    <a:pt x="7820660" y="5307330"/>
                    <a:pt x="7876540" y="5158740"/>
                    <a:pt x="7889240" y="4954270"/>
                  </a:cubicBezTo>
                  <a:cubicBezTo>
                    <a:pt x="7907020" y="4671060"/>
                    <a:pt x="7862570" y="4199890"/>
                    <a:pt x="7884160" y="3935730"/>
                  </a:cubicBezTo>
                  <a:cubicBezTo>
                    <a:pt x="7898130" y="3764280"/>
                    <a:pt x="7936230" y="3661410"/>
                    <a:pt x="7954010" y="3516630"/>
                  </a:cubicBezTo>
                  <a:cubicBezTo>
                    <a:pt x="7971790" y="3364230"/>
                    <a:pt x="7964170" y="3201670"/>
                    <a:pt x="7988300" y="3044190"/>
                  </a:cubicBezTo>
                  <a:cubicBezTo>
                    <a:pt x="8013700" y="2881630"/>
                    <a:pt x="8040370" y="2710180"/>
                    <a:pt x="8103870" y="2555240"/>
                  </a:cubicBezTo>
                  <a:cubicBezTo>
                    <a:pt x="8168640" y="2395220"/>
                    <a:pt x="8326120" y="2254250"/>
                    <a:pt x="8378190" y="2099310"/>
                  </a:cubicBezTo>
                  <a:cubicBezTo>
                    <a:pt x="8425180" y="1959610"/>
                    <a:pt x="8427720" y="1821180"/>
                    <a:pt x="8426450" y="1672590"/>
                  </a:cubicBezTo>
                  <a:cubicBezTo>
                    <a:pt x="8425180" y="1511300"/>
                    <a:pt x="8415020" y="1320800"/>
                    <a:pt x="8361680" y="1169670"/>
                  </a:cubicBezTo>
                  <a:cubicBezTo>
                    <a:pt x="8312150" y="1028700"/>
                    <a:pt x="8096250" y="844550"/>
                    <a:pt x="8130540" y="792480"/>
                  </a:cubicBezTo>
                  <a:cubicBezTo>
                    <a:pt x="8164830" y="740410"/>
                    <a:pt x="8533130" y="768350"/>
                    <a:pt x="8569960" y="855980"/>
                  </a:cubicBezTo>
                  <a:cubicBezTo>
                    <a:pt x="8632190" y="1002030"/>
                    <a:pt x="8120379" y="1452880"/>
                    <a:pt x="7851140" y="1849120"/>
                  </a:cubicBezTo>
                  <a:cubicBezTo>
                    <a:pt x="7468870" y="2410460"/>
                    <a:pt x="6807200" y="3559810"/>
                    <a:pt x="6523990" y="3926840"/>
                  </a:cubicBezTo>
                  <a:cubicBezTo>
                    <a:pt x="6412230" y="4071620"/>
                    <a:pt x="6328410" y="4157980"/>
                    <a:pt x="6263640" y="4208780"/>
                  </a:cubicBezTo>
                  <a:cubicBezTo>
                    <a:pt x="6233160" y="4232910"/>
                    <a:pt x="6212840" y="4241800"/>
                    <a:pt x="6186170" y="4253230"/>
                  </a:cubicBezTo>
                  <a:cubicBezTo>
                    <a:pt x="6159500" y="4264660"/>
                    <a:pt x="6130290" y="4273550"/>
                    <a:pt x="6101080" y="4278630"/>
                  </a:cubicBezTo>
                  <a:cubicBezTo>
                    <a:pt x="6071870" y="4283710"/>
                    <a:pt x="6041390" y="4283710"/>
                    <a:pt x="6012180" y="4281170"/>
                  </a:cubicBezTo>
                  <a:cubicBezTo>
                    <a:pt x="5982970" y="4278630"/>
                    <a:pt x="5952490" y="4272280"/>
                    <a:pt x="5924550" y="4263390"/>
                  </a:cubicBezTo>
                  <a:cubicBezTo>
                    <a:pt x="5896610" y="4254500"/>
                    <a:pt x="5869940" y="4240530"/>
                    <a:pt x="5844540" y="4225290"/>
                  </a:cubicBezTo>
                  <a:cubicBezTo>
                    <a:pt x="5820410" y="4210050"/>
                    <a:pt x="5796280" y="4191000"/>
                    <a:pt x="5775960" y="4169410"/>
                  </a:cubicBezTo>
                  <a:cubicBezTo>
                    <a:pt x="5755640" y="4147820"/>
                    <a:pt x="5737860" y="4123690"/>
                    <a:pt x="5722620" y="4098290"/>
                  </a:cubicBezTo>
                  <a:cubicBezTo>
                    <a:pt x="5707380" y="4072890"/>
                    <a:pt x="5694680" y="4044950"/>
                    <a:pt x="5687060" y="4017010"/>
                  </a:cubicBezTo>
                  <a:cubicBezTo>
                    <a:pt x="5678170" y="3989070"/>
                    <a:pt x="5674360" y="3958590"/>
                    <a:pt x="5673090" y="3929380"/>
                  </a:cubicBezTo>
                  <a:cubicBezTo>
                    <a:pt x="5671820" y="3900170"/>
                    <a:pt x="5673090" y="3869690"/>
                    <a:pt x="5679440" y="3840480"/>
                  </a:cubicBezTo>
                  <a:cubicBezTo>
                    <a:pt x="5685790" y="3811270"/>
                    <a:pt x="5695950" y="3783330"/>
                    <a:pt x="5708650" y="3756660"/>
                  </a:cubicBezTo>
                  <a:cubicBezTo>
                    <a:pt x="5721350" y="3729990"/>
                    <a:pt x="5728970" y="3712210"/>
                    <a:pt x="5755640" y="3680460"/>
                  </a:cubicBezTo>
                  <a:cubicBezTo>
                    <a:pt x="5822950" y="3600450"/>
                    <a:pt x="6007100" y="3472180"/>
                    <a:pt x="6170930" y="3312160"/>
                  </a:cubicBezTo>
                  <a:cubicBezTo>
                    <a:pt x="6437630" y="3050540"/>
                    <a:pt x="6847840" y="2561590"/>
                    <a:pt x="7167880" y="2228850"/>
                  </a:cubicBezTo>
                  <a:cubicBezTo>
                    <a:pt x="7452360" y="1934210"/>
                    <a:pt x="7815580" y="1597660"/>
                    <a:pt x="7990840" y="1410970"/>
                  </a:cubicBezTo>
                  <a:cubicBezTo>
                    <a:pt x="8077200" y="1318260"/>
                    <a:pt x="8129270" y="1243330"/>
                    <a:pt x="8177530" y="1196340"/>
                  </a:cubicBezTo>
                  <a:cubicBezTo>
                    <a:pt x="8204200" y="1169670"/>
                    <a:pt x="8220710" y="1155700"/>
                    <a:pt x="8244840" y="1139190"/>
                  </a:cubicBezTo>
                  <a:cubicBezTo>
                    <a:pt x="8268970" y="1122680"/>
                    <a:pt x="8295640" y="1109980"/>
                    <a:pt x="8323580" y="1099820"/>
                  </a:cubicBezTo>
                  <a:cubicBezTo>
                    <a:pt x="8351520" y="1089660"/>
                    <a:pt x="8380730" y="1083310"/>
                    <a:pt x="8409940" y="1080770"/>
                  </a:cubicBezTo>
                  <a:cubicBezTo>
                    <a:pt x="8439150" y="1078230"/>
                    <a:pt x="8469630" y="1078230"/>
                    <a:pt x="8498840" y="1082040"/>
                  </a:cubicBezTo>
                  <a:cubicBezTo>
                    <a:pt x="8528050" y="1085850"/>
                    <a:pt x="8557260" y="1093470"/>
                    <a:pt x="8583930" y="1104900"/>
                  </a:cubicBezTo>
                  <a:cubicBezTo>
                    <a:pt x="8610600" y="1115060"/>
                    <a:pt x="8637270" y="1130300"/>
                    <a:pt x="8661400" y="1146810"/>
                  </a:cubicBezTo>
                  <a:cubicBezTo>
                    <a:pt x="8685530" y="1164590"/>
                    <a:pt x="8707120" y="1184910"/>
                    <a:pt x="8726170" y="1207770"/>
                  </a:cubicBezTo>
                  <a:cubicBezTo>
                    <a:pt x="8745220" y="1230630"/>
                    <a:pt x="8761730" y="1254760"/>
                    <a:pt x="8774430" y="1281430"/>
                  </a:cubicBezTo>
                  <a:cubicBezTo>
                    <a:pt x="8787130" y="1306830"/>
                    <a:pt x="8798560" y="1336040"/>
                    <a:pt x="8804910" y="1363980"/>
                  </a:cubicBezTo>
                  <a:cubicBezTo>
                    <a:pt x="8811260" y="1391920"/>
                    <a:pt x="8813800" y="1422400"/>
                    <a:pt x="8813800" y="1451610"/>
                  </a:cubicBezTo>
                  <a:cubicBezTo>
                    <a:pt x="8813800" y="1480820"/>
                    <a:pt x="8808720" y="1511300"/>
                    <a:pt x="8801100" y="1539240"/>
                  </a:cubicBezTo>
                  <a:cubicBezTo>
                    <a:pt x="8793480" y="1567180"/>
                    <a:pt x="8789670" y="1583690"/>
                    <a:pt x="8768080" y="1621790"/>
                  </a:cubicBezTo>
                  <a:cubicBezTo>
                    <a:pt x="8700770" y="1741170"/>
                    <a:pt x="8393430" y="2108200"/>
                    <a:pt x="8253730" y="2296160"/>
                  </a:cubicBezTo>
                  <a:cubicBezTo>
                    <a:pt x="8155940" y="2428240"/>
                    <a:pt x="8101330" y="2501900"/>
                    <a:pt x="8006080" y="2637790"/>
                  </a:cubicBezTo>
                  <a:cubicBezTo>
                    <a:pt x="7867650" y="2835910"/>
                    <a:pt x="7673340" y="3145790"/>
                    <a:pt x="7509510" y="3374390"/>
                  </a:cubicBezTo>
                  <a:cubicBezTo>
                    <a:pt x="7360920" y="3582670"/>
                    <a:pt x="7153910" y="3862070"/>
                    <a:pt x="7070090" y="3957320"/>
                  </a:cubicBezTo>
                  <a:cubicBezTo>
                    <a:pt x="7040880" y="3990340"/>
                    <a:pt x="7028180" y="4003040"/>
                    <a:pt x="7004050" y="4020820"/>
                  </a:cubicBezTo>
                  <a:cubicBezTo>
                    <a:pt x="6979920" y="4038600"/>
                    <a:pt x="6954520" y="4055110"/>
                    <a:pt x="6926580" y="4066540"/>
                  </a:cubicBezTo>
                  <a:cubicBezTo>
                    <a:pt x="6898640" y="4077970"/>
                    <a:pt x="6868160" y="4086860"/>
                    <a:pt x="6838950" y="4091940"/>
                  </a:cubicBezTo>
                  <a:cubicBezTo>
                    <a:pt x="6809740" y="4097020"/>
                    <a:pt x="6777990" y="4099560"/>
                    <a:pt x="6748780" y="4097020"/>
                  </a:cubicBezTo>
                  <a:cubicBezTo>
                    <a:pt x="6718300" y="4094480"/>
                    <a:pt x="6687820" y="4088130"/>
                    <a:pt x="6659880" y="4079240"/>
                  </a:cubicBezTo>
                  <a:cubicBezTo>
                    <a:pt x="6630670" y="4070350"/>
                    <a:pt x="6602730" y="4056380"/>
                    <a:pt x="6577330" y="4041140"/>
                  </a:cubicBezTo>
                  <a:cubicBezTo>
                    <a:pt x="6551930" y="4024630"/>
                    <a:pt x="6527800" y="4005580"/>
                    <a:pt x="6506210" y="3983990"/>
                  </a:cubicBezTo>
                  <a:cubicBezTo>
                    <a:pt x="6485890" y="3962400"/>
                    <a:pt x="6466840" y="3937000"/>
                    <a:pt x="6451600" y="3911600"/>
                  </a:cubicBezTo>
                  <a:cubicBezTo>
                    <a:pt x="6436360" y="3884930"/>
                    <a:pt x="6423660" y="3856990"/>
                    <a:pt x="6414770" y="3827780"/>
                  </a:cubicBezTo>
                  <a:cubicBezTo>
                    <a:pt x="6405880" y="3798570"/>
                    <a:pt x="6402070" y="3769360"/>
                    <a:pt x="6400800" y="3738880"/>
                  </a:cubicBezTo>
                  <a:cubicBezTo>
                    <a:pt x="6399530" y="3708400"/>
                    <a:pt x="6400800" y="3676650"/>
                    <a:pt x="6407150" y="3647440"/>
                  </a:cubicBezTo>
                  <a:cubicBezTo>
                    <a:pt x="6413500" y="3618230"/>
                    <a:pt x="6416040" y="3599180"/>
                    <a:pt x="6435090" y="3561080"/>
                  </a:cubicBezTo>
                  <a:cubicBezTo>
                    <a:pt x="6484620" y="3460750"/>
                    <a:pt x="6649720" y="3266440"/>
                    <a:pt x="6781800" y="3060700"/>
                  </a:cubicBezTo>
                  <a:cubicBezTo>
                    <a:pt x="6983730" y="2747010"/>
                    <a:pt x="7311390" y="2207260"/>
                    <a:pt x="7504430" y="1849120"/>
                  </a:cubicBezTo>
                  <a:cubicBezTo>
                    <a:pt x="7651750" y="1576070"/>
                    <a:pt x="7796530" y="1224280"/>
                    <a:pt x="7865110" y="1108710"/>
                  </a:cubicBezTo>
                  <a:cubicBezTo>
                    <a:pt x="7887970" y="1070610"/>
                    <a:pt x="7896860" y="1059180"/>
                    <a:pt x="7915910" y="1037590"/>
                  </a:cubicBezTo>
                  <a:cubicBezTo>
                    <a:pt x="7934960" y="1016000"/>
                    <a:pt x="7957820" y="996950"/>
                    <a:pt x="7981950" y="980440"/>
                  </a:cubicBezTo>
                  <a:cubicBezTo>
                    <a:pt x="8006080" y="963930"/>
                    <a:pt x="8032750" y="951230"/>
                    <a:pt x="8060690" y="941070"/>
                  </a:cubicBezTo>
                  <a:cubicBezTo>
                    <a:pt x="8087360" y="930910"/>
                    <a:pt x="8116570" y="924560"/>
                    <a:pt x="8145780" y="922020"/>
                  </a:cubicBezTo>
                  <a:cubicBezTo>
                    <a:pt x="8174990" y="919480"/>
                    <a:pt x="8204200" y="919480"/>
                    <a:pt x="8233410" y="923290"/>
                  </a:cubicBezTo>
                  <a:cubicBezTo>
                    <a:pt x="8262620" y="927100"/>
                    <a:pt x="8288020" y="930910"/>
                    <a:pt x="8318500" y="944880"/>
                  </a:cubicBezTo>
                  <a:cubicBezTo>
                    <a:pt x="8361680" y="965200"/>
                    <a:pt x="8426450" y="1012190"/>
                    <a:pt x="8459470" y="1046480"/>
                  </a:cubicBezTo>
                  <a:cubicBezTo>
                    <a:pt x="8482330" y="1070610"/>
                    <a:pt x="8495030" y="1094740"/>
                    <a:pt x="8507730" y="1120140"/>
                  </a:cubicBezTo>
                  <a:cubicBezTo>
                    <a:pt x="8520430" y="1145540"/>
                    <a:pt x="8531860" y="1173480"/>
                    <a:pt x="8538210" y="1201420"/>
                  </a:cubicBezTo>
                  <a:cubicBezTo>
                    <a:pt x="8544560" y="1229360"/>
                    <a:pt x="8548370" y="1259840"/>
                    <a:pt x="8547100" y="1289050"/>
                  </a:cubicBezTo>
                  <a:cubicBezTo>
                    <a:pt x="8545830" y="1318260"/>
                    <a:pt x="8542020" y="1347470"/>
                    <a:pt x="8534400" y="1375410"/>
                  </a:cubicBezTo>
                  <a:cubicBezTo>
                    <a:pt x="8526780" y="1403350"/>
                    <a:pt x="8515350" y="1413510"/>
                    <a:pt x="8502650" y="1456690"/>
                  </a:cubicBezTo>
                  <a:cubicBezTo>
                    <a:pt x="8460740" y="1602740"/>
                    <a:pt x="8389620" y="2172970"/>
                    <a:pt x="8315960" y="2448560"/>
                  </a:cubicBezTo>
                  <a:cubicBezTo>
                    <a:pt x="8261350" y="2653030"/>
                    <a:pt x="8201660" y="2801620"/>
                    <a:pt x="8133080" y="2970530"/>
                  </a:cubicBezTo>
                  <a:cubicBezTo>
                    <a:pt x="8065770" y="3136900"/>
                    <a:pt x="8002270" y="3265170"/>
                    <a:pt x="7907020" y="3453130"/>
                  </a:cubicBezTo>
                  <a:cubicBezTo>
                    <a:pt x="7768590" y="3727450"/>
                    <a:pt x="7449820" y="4304030"/>
                    <a:pt x="7366000" y="4448810"/>
                  </a:cubicBezTo>
                  <a:cubicBezTo>
                    <a:pt x="7341870" y="4490720"/>
                    <a:pt x="7336790" y="4503420"/>
                    <a:pt x="7317740" y="4527550"/>
                  </a:cubicBezTo>
                  <a:cubicBezTo>
                    <a:pt x="7298690" y="4551680"/>
                    <a:pt x="7277100" y="4573270"/>
                    <a:pt x="7252970" y="4592320"/>
                  </a:cubicBezTo>
                  <a:cubicBezTo>
                    <a:pt x="7228840" y="4611370"/>
                    <a:pt x="7202170" y="4626610"/>
                    <a:pt x="7174230" y="4639310"/>
                  </a:cubicBezTo>
                  <a:cubicBezTo>
                    <a:pt x="7146290" y="4652010"/>
                    <a:pt x="7117080" y="4662170"/>
                    <a:pt x="7087870" y="4667250"/>
                  </a:cubicBezTo>
                  <a:cubicBezTo>
                    <a:pt x="7058660" y="4672330"/>
                    <a:pt x="7026910" y="4673600"/>
                    <a:pt x="6996430" y="4672330"/>
                  </a:cubicBezTo>
                  <a:cubicBezTo>
                    <a:pt x="6965950" y="4671060"/>
                    <a:pt x="6935470" y="4664710"/>
                    <a:pt x="6906260" y="4655820"/>
                  </a:cubicBezTo>
                  <a:cubicBezTo>
                    <a:pt x="6877050" y="4646930"/>
                    <a:pt x="6849110" y="4632960"/>
                    <a:pt x="6822440" y="4617720"/>
                  </a:cubicBezTo>
                  <a:cubicBezTo>
                    <a:pt x="6797040" y="4602480"/>
                    <a:pt x="6771640" y="4583430"/>
                    <a:pt x="6750050" y="4561840"/>
                  </a:cubicBezTo>
                  <a:cubicBezTo>
                    <a:pt x="6728460" y="4540250"/>
                    <a:pt x="6708140" y="4516120"/>
                    <a:pt x="6692900" y="4489450"/>
                  </a:cubicBezTo>
                  <a:cubicBezTo>
                    <a:pt x="6677660" y="4464050"/>
                    <a:pt x="6664960" y="4434840"/>
                    <a:pt x="6656070" y="4405630"/>
                  </a:cubicBezTo>
                  <a:cubicBezTo>
                    <a:pt x="6647180" y="4376420"/>
                    <a:pt x="6640830" y="4345940"/>
                    <a:pt x="6639560" y="4315460"/>
                  </a:cubicBezTo>
                  <a:cubicBezTo>
                    <a:pt x="6638290" y="4284980"/>
                    <a:pt x="6639560" y="4253230"/>
                    <a:pt x="6644640" y="4224020"/>
                  </a:cubicBezTo>
                  <a:cubicBezTo>
                    <a:pt x="6649720" y="4193540"/>
                    <a:pt x="6652260" y="4174490"/>
                    <a:pt x="6672580" y="4136390"/>
                  </a:cubicBezTo>
                  <a:cubicBezTo>
                    <a:pt x="6722110" y="4039870"/>
                    <a:pt x="6874510" y="3873500"/>
                    <a:pt x="7015480" y="3674110"/>
                  </a:cubicBezTo>
                  <a:cubicBezTo>
                    <a:pt x="7265670" y="3322320"/>
                    <a:pt x="7881620" y="2360930"/>
                    <a:pt x="8018780" y="2193290"/>
                  </a:cubicBezTo>
                  <a:cubicBezTo>
                    <a:pt x="8049260" y="2156460"/>
                    <a:pt x="8058150" y="2148840"/>
                    <a:pt x="8081010" y="2129790"/>
                  </a:cubicBezTo>
                  <a:cubicBezTo>
                    <a:pt x="8103870" y="2110740"/>
                    <a:pt x="8129270" y="2094230"/>
                    <a:pt x="8155940" y="2081530"/>
                  </a:cubicBezTo>
                  <a:cubicBezTo>
                    <a:pt x="8182610" y="2068830"/>
                    <a:pt x="8211820" y="2058670"/>
                    <a:pt x="8241030" y="2053590"/>
                  </a:cubicBezTo>
                  <a:cubicBezTo>
                    <a:pt x="8270240" y="2048510"/>
                    <a:pt x="8299450" y="2045970"/>
                    <a:pt x="8328660" y="2047240"/>
                  </a:cubicBezTo>
                  <a:cubicBezTo>
                    <a:pt x="8357870" y="2048510"/>
                    <a:pt x="8389620" y="2052320"/>
                    <a:pt x="8417560" y="2061210"/>
                  </a:cubicBezTo>
                  <a:cubicBezTo>
                    <a:pt x="8445500" y="2068830"/>
                    <a:pt x="8473440" y="2081530"/>
                    <a:pt x="8498840" y="2096770"/>
                  </a:cubicBezTo>
                  <a:cubicBezTo>
                    <a:pt x="8524240" y="2112010"/>
                    <a:pt x="8548370" y="2129790"/>
                    <a:pt x="8569960" y="2150110"/>
                  </a:cubicBezTo>
                  <a:cubicBezTo>
                    <a:pt x="8591550" y="2170430"/>
                    <a:pt x="8610600" y="2194560"/>
                    <a:pt x="8625840" y="2218690"/>
                  </a:cubicBezTo>
                  <a:cubicBezTo>
                    <a:pt x="8641080" y="2244090"/>
                    <a:pt x="8655050" y="2270760"/>
                    <a:pt x="8663940" y="2298700"/>
                  </a:cubicBezTo>
                  <a:cubicBezTo>
                    <a:pt x="8672830" y="2326640"/>
                    <a:pt x="8679180" y="2357120"/>
                    <a:pt x="8681720" y="2386330"/>
                  </a:cubicBezTo>
                  <a:cubicBezTo>
                    <a:pt x="8684260" y="2415540"/>
                    <a:pt x="8682990" y="2446020"/>
                    <a:pt x="8677910" y="2475230"/>
                  </a:cubicBezTo>
                  <a:cubicBezTo>
                    <a:pt x="8672830" y="2504440"/>
                    <a:pt x="8663940" y="2533650"/>
                    <a:pt x="8652510" y="2560320"/>
                  </a:cubicBezTo>
                  <a:cubicBezTo>
                    <a:pt x="8641080" y="2586990"/>
                    <a:pt x="8615680" y="2598420"/>
                    <a:pt x="8608060" y="2637790"/>
                  </a:cubicBezTo>
                  <a:cubicBezTo>
                    <a:pt x="8590280" y="2730500"/>
                    <a:pt x="8686800" y="2951480"/>
                    <a:pt x="8672830" y="3134360"/>
                  </a:cubicBezTo>
                  <a:cubicBezTo>
                    <a:pt x="8656320" y="3368040"/>
                    <a:pt x="8530590" y="3676650"/>
                    <a:pt x="8450580" y="3920490"/>
                  </a:cubicBezTo>
                  <a:cubicBezTo>
                    <a:pt x="8379460" y="4137660"/>
                    <a:pt x="8282940" y="4340860"/>
                    <a:pt x="8220710" y="4530090"/>
                  </a:cubicBezTo>
                  <a:cubicBezTo>
                    <a:pt x="8167370" y="4691380"/>
                    <a:pt x="8131810" y="4894580"/>
                    <a:pt x="8091170" y="4982210"/>
                  </a:cubicBezTo>
                  <a:cubicBezTo>
                    <a:pt x="8073390" y="5021580"/>
                    <a:pt x="8059420" y="5036820"/>
                    <a:pt x="8039100" y="5060950"/>
                  </a:cubicBezTo>
                  <a:cubicBezTo>
                    <a:pt x="8018780" y="5085080"/>
                    <a:pt x="7995920" y="5106670"/>
                    <a:pt x="7970520" y="5124450"/>
                  </a:cubicBezTo>
                  <a:cubicBezTo>
                    <a:pt x="7945120" y="5142230"/>
                    <a:pt x="7917180" y="5158740"/>
                    <a:pt x="7887970" y="5170170"/>
                  </a:cubicBezTo>
                  <a:cubicBezTo>
                    <a:pt x="7858760" y="5181600"/>
                    <a:pt x="7828280" y="5189220"/>
                    <a:pt x="7797800" y="5194300"/>
                  </a:cubicBezTo>
                  <a:cubicBezTo>
                    <a:pt x="7767320" y="5199380"/>
                    <a:pt x="7734300" y="5199380"/>
                    <a:pt x="7703820" y="5196840"/>
                  </a:cubicBezTo>
                  <a:cubicBezTo>
                    <a:pt x="7673340" y="5194300"/>
                    <a:pt x="7641590" y="5186680"/>
                    <a:pt x="7612380" y="5176520"/>
                  </a:cubicBezTo>
                  <a:cubicBezTo>
                    <a:pt x="7583170" y="5166360"/>
                    <a:pt x="7553960" y="5151120"/>
                    <a:pt x="7527290" y="5134610"/>
                  </a:cubicBezTo>
                  <a:cubicBezTo>
                    <a:pt x="7501890" y="5118100"/>
                    <a:pt x="7477760" y="5097780"/>
                    <a:pt x="7456170" y="5074920"/>
                  </a:cubicBezTo>
                  <a:cubicBezTo>
                    <a:pt x="7434580" y="5052060"/>
                    <a:pt x="7415530" y="5025390"/>
                    <a:pt x="7400290" y="4998720"/>
                  </a:cubicBezTo>
                  <a:cubicBezTo>
                    <a:pt x="7385050" y="4970780"/>
                    <a:pt x="7372350" y="4941570"/>
                    <a:pt x="7364730" y="4911090"/>
                  </a:cubicBezTo>
                  <a:cubicBezTo>
                    <a:pt x="7357110" y="4880610"/>
                    <a:pt x="7353300" y="4848860"/>
                    <a:pt x="7352030" y="4818380"/>
                  </a:cubicBezTo>
                  <a:cubicBezTo>
                    <a:pt x="7350760" y="4786630"/>
                    <a:pt x="7350760" y="4767580"/>
                    <a:pt x="7360920" y="4724400"/>
                  </a:cubicBezTo>
                  <a:cubicBezTo>
                    <a:pt x="7383780" y="4624070"/>
                    <a:pt x="7484110" y="4413250"/>
                    <a:pt x="7543800" y="4239260"/>
                  </a:cubicBezTo>
                  <a:cubicBezTo>
                    <a:pt x="7612380" y="4039870"/>
                    <a:pt x="7675880" y="3794760"/>
                    <a:pt x="7747000" y="3592830"/>
                  </a:cubicBezTo>
                  <a:cubicBezTo>
                    <a:pt x="7810500" y="3411220"/>
                    <a:pt x="7891780" y="3171190"/>
                    <a:pt x="7945120" y="3082290"/>
                  </a:cubicBezTo>
                  <a:cubicBezTo>
                    <a:pt x="7966710" y="3046730"/>
                    <a:pt x="7980680" y="3035300"/>
                    <a:pt x="8002270" y="3014980"/>
                  </a:cubicBezTo>
                  <a:cubicBezTo>
                    <a:pt x="8023860" y="2994660"/>
                    <a:pt x="8049260" y="2976880"/>
                    <a:pt x="8074660" y="2962910"/>
                  </a:cubicBezTo>
                  <a:cubicBezTo>
                    <a:pt x="8100060" y="2948940"/>
                    <a:pt x="8129270" y="2937510"/>
                    <a:pt x="8157210" y="2929890"/>
                  </a:cubicBezTo>
                  <a:cubicBezTo>
                    <a:pt x="8185150" y="2922270"/>
                    <a:pt x="8215630" y="2918460"/>
                    <a:pt x="8244840" y="2917190"/>
                  </a:cubicBezTo>
                  <a:cubicBezTo>
                    <a:pt x="8274050" y="2915920"/>
                    <a:pt x="8304530" y="2919730"/>
                    <a:pt x="8333740" y="2926080"/>
                  </a:cubicBezTo>
                  <a:cubicBezTo>
                    <a:pt x="8362950" y="2932430"/>
                    <a:pt x="8390890" y="2943860"/>
                    <a:pt x="8417560" y="2956560"/>
                  </a:cubicBezTo>
                  <a:cubicBezTo>
                    <a:pt x="8444230" y="2969260"/>
                    <a:pt x="8469630" y="2985770"/>
                    <a:pt x="8491220" y="3004820"/>
                  </a:cubicBezTo>
                  <a:cubicBezTo>
                    <a:pt x="8514080" y="3023870"/>
                    <a:pt x="8534400" y="3045460"/>
                    <a:pt x="8550910" y="3069590"/>
                  </a:cubicBezTo>
                  <a:cubicBezTo>
                    <a:pt x="8568690" y="3093720"/>
                    <a:pt x="8582660" y="3120390"/>
                    <a:pt x="8594090" y="3148330"/>
                  </a:cubicBezTo>
                  <a:cubicBezTo>
                    <a:pt x="8605520" y="3175000"/>
                    <a:pt x="8613140" y="3191510"/>
                    <a:pt x="8616950" y="3233420"/>
                  </a:cubicBezTo>
                  <a:cubicBezTo>
                    <a:pt x="8628380" y="3345180"/>
                    <a:pt x="8620760" y="3653790"/>
                    <a:pt x="8578850" y="3860800"/>
                  </a:cubicBezTo>
                  <a:cubicBezTo>
                    <a:pt x="8535670" y="4075430"/>
                    <a:pt x="8437880" y="4305300"/>
                    <a:pt x="8355330" y="4497070"/>
                  </a:cubicBezTo>
                  <a:cubicBezTo>
                    <a:pt x="8282940" y="4665980"/>
                    <a:pt x="8224520" y="4819650"/>
                    <a:pt x="8117840" y="4956810"/>
                  </a:cubicBezTo>
                  <a:cubicBezTo>
                    <a:pt x="8006080" y="5100320"/>
                    <a:pt x="7847330" y="5302250"/>
                    <a:pt x="7694930" y="5335270"/>
                  </a:cubicBezTo>
                  <a:cubicBezTo>
                    <a:pt x="7559040" y="5364480"/>
                    <a:pt x="7396480" y="5173980"/>
                    <a:pt x="7259320" y="5199380"/>
                  </a:cubicBezTo>
                  <a:cubicBezTo>
                    <a:pt x="7109460" y="5227320"/>
                    <a:pt x="6978650" y="5495290"/>
                    <a:pt x="6838950" y="5534660"/>
                  </a:cubicBezTo>
                  <a:cubicBezTo>
                    <a:pt x="6731000" y="5565140"/>
                    <a:pt x="6587490" y="5513070"/>
                    <a:pt x="6516370" y="5492750"/>
                  </a:cubicBezTo>
                  <a:cubicBezTo>
                    <a:pt x="6478270" y="5482590"/>
                    <a:pt x="6459220" y="5471160"/>
                    <a:pt x="6433820" y="5455920"/>
                  </a:cubicBezTo>
                  <a:cubicBezTo>
                    <a:pt x="6408420" y="5440680"/>
                    <a:pt x="6384290" y="5421630"/>
                    <a:pt x="6362700" y="5401310"/>
                  </a:cubicBezTo>
                  <a:cubicBezTo>
                    <a:pt x="6341110" y="5379720"/>
                    <a:pt x="6322060" y="5355590"/>
                    <a:pt x="6305550" y="5330190"/>
                  </a:cubicBezTo>
                  <a:cubicBezTo>
                    <a:pt x="6290310" y="5304790"/>
                    <a:pt x="6276340" y="5276850"/>
                    <a:pt x="6267450" y="5248910"/>
                  </a:cubicBezTo>
                  <a:cubicBezTo>
                    <a:pt x="6258560" y="5220970"/>
                    <a:pt x="6252210" y="5190490"/>
                    <a:pt x="6250940" y="5160010"/>
                  </a:cubicBezTo>
                  <a:cubicBezTo>
                    <a:pt x="6249670" y="5130800"/>
                    <a:pt x="6250940" y="5099050"/>
                    <a:pt x="6256020" y="5069840"/>
                  </a:cubicBezTo>
                  <a:cubicBezTo>
                    <a:pt x="6261100" y="5040630"/>
                    <a:pt x="6269990" y="5011420"/>
                    <a:pt x="6281420" y="4983480"/>
                  </a:cubicBezTo>
                  <a:cubicBezTo>
                    <a:pt x="6292850" y="4956810"/>
                    <a:pt x="6309360" y="4930140"/>
                    <a:pt x="6327140" y="4906010"/>
                  </a:cubicBezTo>
                  <a:cubicBezTo>
                    <a:pt x="6344920" y="4881880"/>
                    <a:pt x="6367780" y="4860290"/>
                    <a:pt x="6390640" y="4841240"/>
                  </a:cubicBezTo>
                  <a:cubicBezTo>
                    <a:pt x="6413500" y="4822190"/>
                    <a:pt x="6440170" y="4806950"/>
                    <a:pt x="6466840" y="4794250"/>
                  </a:cubicBezTo>
                  <a:cubicBezTo>
                    <a:pt x="6493510" y="4781550"/>
                    <a:pt x="6507480" y="4775200"/>
                    <a:pt x="6553200" y="4766310"/>
                  </a:cubicBezTo>
                  <a:cubicBezTo>
                    <a:pt x="6710680" y="4735830"/>
                    <a:pt x="7354570" y="4597400"/>
                    <a:pt x="7626350" y="4690110"/>
                  </a:cubicBezTo>
                  <a:cubicBezTo>
                    <a:pt x="7835900" y="4761230"/>
                    <a:pt x="8078470" y="4960620"/>
                    <a:pt x="8103870" y="5114290"/>
                  </a:cubicBezTo>
                  <a:cubicBezTo>
                    <a:pt x="8126730" y="5251450"/>
                    <a:pt x="7980680" y="5452110"/>
                    <a:pt x="7857490" y="5554980"/>
                  </a:cubicBezTo>
                  <a:cubicBezTo>
                    <a:pt x="7730490" y="5661660"/>
                    <a:pt x="7510780" y="5694680"/>
                    <a:pt x="7344410" y="5731510"/>
                  </a:cubicBezTo>
                  <a:cubicBezTo>
                    <a:pt x="7193280" y="5765800"/>
                    <a:pt x="6954520" y="5793740"/>
                    <a:pt x="6901180" y="5779770"/>
                  </a:cubicBezTo>
                  <a:cubicBezTo>
                    <a:pt x="6887210" y="5775960"/>
                    <a:pt x="6889750" y="5767070"/>
                    <a:pt x="6878320" y="5763260"/>
                  </a:cubicBezTo>
                  <a:cubicBezTo>
                    <a:pt x="6859270" y="5756910"/>
                    <a:pt x="6818630" y="5761990"/>
                    <a:pt x="6790690" y="5756910"/>
                  </a:cubicBezTo>
                  <a:cubicBezTo>
                    <a:pt x="6762750" y="5751830"/>
                    <a:pt x="6734810" y="5742940"/>
                    <a:pt x="6708140" y="5731510"/>
                  </a:cubicBezTo>
                  <a:cubicBezTo>
                    <a:pt x="6681470" y="5720080"/>
                    <a:pt x="6656070" y="5704840"/>
                    <a:pt x="6633210" y="5687060"/>
                  </a:cubicBezTo>
                  <a:cubicBezTo>
                    <a:pt x="6610350" y="5669280"/>
                    <a:pt x="6590030" y="5647690"/>
                    <a:pt x="6572250" y="5624830"/>
                  </a:cubicBezTo>
                  <a:cubicBezTo>
                    <a:pt x="6554470" y="5601970"/>
                    <a:pt x="6537960" y="5576570"/>
                    <a:pt x="6526530" y="5549900"/>
                  </a:cubicBezTo>
                  <a:cubicBezTo>
                    <a:pt x="6515100" y="5523230"/>
                    <a:pt x="6506210" y="5495290"/>
                    <a:pt x="6501130" y="5467350"/>
                  </a:cubicBezTo>
                  <a:cubicBezTo>
                    <a:pt x="6496050" y="5439410"/>
                    <a:pt x="6494780" y="5408930"/>
                    <a:pt x="6496050" y="5379720"/>
                  </a:cubicBezTo>
                  <a:cubicBezTo>
                    <a:pt x="6497320" y="5350510"/>
                    <a:pt x="6502400" y="5322570"/>
                    <a:pt x="6511290" y="5294630"/>
                  </a:cubicBezTo>
                  <a:cubicBezTo>
                    <a:pt x="6520180" y="5267960"/>
                    <a:pt x="6531610" y="5240020"/>
                    <a:pt x="6546850" y="5215890"/>
                  </a:cubicBezTo>
                  <a:cubicBezTo>
                    <a:pt x="6562090" y="5191760"/>
                    <a:pt x="6581140" y="5167630"/>
                    <a:pt x="6601460" y="5147310"/>
                  </a:cubicBezTo>
                  <a:cubicBezTo>
                    <a:pt x="6621780" y="5126990"/>
                    <a:pt x="6645910" y="5107940"/>
                    <a:pt x="6670040" y="5092700"/>
                  </a:cubicBezTo>
                  <a:cubicBezTo>
                    <a:pt x="6694170" y="5077460"/>
                    <a:pt x="6709410" y="5069840"/>
                    <a:pt x="6748780" y="5057140"/>
                  </a:cubicBezTo>
                  <a:cubicBezTo>
                    <a:pt x="6854190" y="5022850"/>
                    <a:pt x="7170420" y="4960620"/>
                    <a:pt x="7353300" y="4930140"/>
                  </a:cubicBezTo>
                  <a:cubicBezTo>
                    <a:pt x="7504430" y="4904740"/>
                    <a:pt x="7682230" y="4883150"/>
                    <a:pt x="7768590" y="4879340"/>
                  </a:cubicBezTo>
                  <a:cubicBezTo>
                    <a:pt x="7807960" y="4878070"/>
                    <a:pt x="7821930" y="4875530"/>
                    <a:pt x="7853680" y="4881880"/>
                  </a:cubicBezTo>
                  <a:cubicBezTo>
                    <a:pt x="7898130" y="4892040"/>
                    <a:pt x="7971790" y="4922520"/>
                    <a:pt x="8009890" y="4947920"/>
                  </a:cubicBezTo>
                  <a:cubicBezTo>
                    <a:pt x="8036560" y="4965700"/>
                    <a:pt x="8053070" y="4984750"/>
                    <a:pt x="8070850" y="5006340"/>
                  </a:cubicBezTo>
                  <a:cubicBezTo>
                    <a:pt x="8088630" y="5027930"/>
                    <a:pt x="8103870" y="5053330"/>
                    <a:pt x="8116570" y="5078730"/>
                  </a:cubicBezTo>
                  <a:cubicBezTo>
                    <a:pt x="8129270" y="5104130"/>
                    <a:pt x="8138160" y="5130800"/>
                    <a:pt x="8144510" y="5158740"/>
                  </a:cubicBezTo>
                  <a:cubicBezTo>
                    <a:pt x="8150860" y="5186680"/>
                    <a:pt x="8152130" y="5215890"/>
                    <a:pt x="8150860" y="5243830"/>
                  </a:cubicBezTo>
                  <a:cubicBezTo>
                    <a:pt x="8149590" y="5271770"/>
                    <a:pt x="8145780" y="5300980"/>
                    <a:pt x="8138160" y="5327650"/>
                  </a:cubicBezTo>
                  <a:cubicBezTo>
                    <a:pt x="8130540" y="5354320"/>
                    <a:pt x="8119110" y="5382260"/>
                    <a:pt x="8105140" y="5406390"/>
                  </a:cubicBezTo>
                  <a:cubicBezTo>
                    <a:pt x="8091170" y="5430520"/>
                    <a:pt x="8073390" y="5454650"/>
                    <a:pt x="8054340" y="5474970"/>
                  </a:cubicBezTo>
                  <a:cubicBezTo>
                    <a:pt x="8035290" y="5495290"/>
                    <a:pt x="8012430" y="5514340"/>
                    <a:pt x="7988300" y="5529580"/>
                  </a:cubicBezTo>
                  <a:cubicBezTo>
                    <a:pt x="7964170" y="5544820"/>
                    <a:pt x="7948930" y="5553710"/>
                    <a:pt x="7910830" y="5566410"/>
                  </a:cubicBezTo>
                  <a:cubicBezTo>
                    <a:pt x="7811770" y="5598160"/>
                    <a:pt x="7565390" y="5640070"/>
                    <a:pt x="7364730" y="5670550"/>
                  </a:cubicBezTo>
                  <a:cubicBezTo>
                    <a:pt x="7122160" y="5707380"/>
                    <a:pt x="6887210" y="5727700"/>
                    <a:pt x="6558280" y="5760720"/>
                  </a:cubicBezTo>
                  <a:cubicBezTo>
                    <a:pt x="6041390" y="5812790"/>
                    <a:pt x="5170170" y="5880100"/>
                    <a:pt x="4560570" y="5941060"/>
                  </a:cubicBezTo>
                  <a:cubicBezTo>
                    <a:pt x="4044950" y="5993130"/>
                    <a:pt x="3442970" y="6054090"/>
                    <a:pt x="3133090" y="6097270"/>
                  </a:cubicBezTo>
                  <a:cubicBezTo>
                    <a:pt x="2983230" y="6118860"/>
                    <a:pt x="2876550" y="6146800"/>
                    <a:pt x="2800350" y="6154420"/>
                  </a:cubicBezTo>
                  <a:cubicBezTo>
                    <a:pt x="2760980" y="6158230"/>
                    <a:pt x="2740660" y="6159500"/>
                    <a:pt x="2711450" y="6156960"/>
                  </a:cubicBezTo>
                  <a:cubicBezTo>
                    <a:pt x="2682240" y="6154420"/>
                    <a:pt x="2653030" y="6148070"/>
                    <a:pt x="2625090" y="6137910"/>
                  </a:cubicBezTo>
                  <a:cubicBezTo>
                    <a:pt x="2597150" y="6127750"/>
                    <a:pt x="2570480" y="6115050"/>
                    <a:pt x="2546350" y="6098540"/>
                  </a:cubicBezTo>
                  <a:cubicBezTo>
                    <a:pt x="2522220" y="6082030"/>
                    <a:pt x="2498090" y="6062980"/>
                    <a:pt x="2477770" y="6041390"/>
                  </a:cubicBezTo>
                  <a:cubicBezTo>
                    <a:pt x="2457450" y="6019800"/>
                    <a:pt x="2439670" y="5995670"/>
                    <a:pt x="2425700" y="5970270"/>
                  </a:cubicBezTo>
                  <a:cubicBezTo>
                    <a:pt x="2411730" y="5944870"/>
                    <a:pt x="2400300" y="5915660"/>
                    <a:pt x="2392680" y="5887720"/>
                  </a:cubicBezTo>
                  <a:cubicBezTo>
                    <a:pt x="2385060" y="5859780"/>
                    <a:pt x="2379980" y="5829300"/>
                    <a:pt x="2379980" y="5800090"/>
                  </a:cubicBezTo>
                  <a:cubicBezTo>
                    <a:pt x="2379980" y="5770880"/>
                    <a:pt x="2382520" y="5740400"/>
                    <a:pt x="2388870" y="5712460"/>
                  </a:cubicBezTo>
                  <a:cubicBezTo>
                    <a:pt x="2395220" y="5683250"/>
                    <a:pt x="2405380" y="5655310"/>
                    <a:pt x="2418080" y="5628640"/>
                  </a:cubicBezTo>
                  <a:cubicBezTo>
                    <a:pt x="2430780" y="5601970"/>
                    <a:pt x="2447290" y="5576570"/>
                    <a:pt x="2466340" y="5554980"/>
                  </a:cubicBezTo>
                  <a:cubicBezTo>
                    <a:pt x="2485390" y="5532120"/>
                    <a:pt x="2506980" y="5513070"/>
                    <a:pt x="2531110" y="5495290"/>
                  </a:cubicBezTo>
                  <a:cubicBezTo>
                    <a:pt x="2553970" y="5478780"/>
                    <a:pt x="2580640" y="5463540"/>
                    <a:pt x="2607310" y="5452110"/>
                  </a:cubicBezTo>
                  <a:cubicBezTo>
                    <a:pt x="2633980" y="5440680"/>
                    <a:pt x="2650490" y="5434330"/>
                    <a:pt x="2693670" y="5427980"/>
                  </a:cubicBezTo>
                  <a:cubicBezTo>
                    <a:pt x="2813050" y="5408930"/>
                    <a:pt x="3093720" y="5412740"/>
                    <a:pt x="3382010" y="5396230"/>
                  </a:cubicBezTo>
                  <a:cubicBezTo>
                    <a:pt x="3869690" y="5368290"/>
                    <a:pt x="5126990" y="5266690"/>
                    <a:pt x="5353050" y="5262880"/>
                  </a:cubicBezTo>
                  <a:cubicBezTo>
                    <a:pt x="5400040" y="5261610"/>
                    <a:pt x="5410200" y="5261610"/>
                    <a:pt x="5438140" y="5265420"/>
                  </a:cubicBezTo>
                  <a:cubicBezTo>
                    <a:pt x="5466080" y="5269230"/>
                    <a:pt x="5494020" y="5276850"/>
                    <a:pt x="5520690" y="5288280"/>
                  </a:cubicBezTo>
                  <a:cubicBezTo>
                    <a:pt x="5546090" y="5298440"/>
                    <a:pt x="5571490" y="5313680"/>
                    <a:pt x="5594350" y="5330190"/>
                  </a:cubicBezTo>
                  <a:cubicBezTo>
                    <a:pt x="5617210" y="5346700"/>
                    <a:pt x="5638800" y="5368290"/>
                    <a:pt x="5656580" y="5389880"/>
                  </a:cubicBezTo>
                  <a:cubicBezTo>
                    <a:pt x="5674360" y="5411470"/>
                    <a:pt x="5689600" y="5435600"/>
                    <a:pt x="5702300" y="5461000"/>
                  </a:cubicBezTo>
                  <a:cubicBezTo>
                    <a:pt x="5715000" y="5486400"/>
                    <a:pt x="5725160" y="5509260"/>
                    <a:pt x="5730240" y="5542280"/>
                  </a:cubicBezTo>
                  <a:cubicBezTo>
                    <a:pt x="5736590" y="5588000"/>
                    <a:pt x="5734050" y="5666740"/>
                    <a:pt x="5723890" y="5711190"/>
                  </a:cubicBezTo>
                  <a:cubicBezTo>
                    <a:pt x="5716270" y="5742940"/>
                    <a:pt x="5704840" y="5765800"/>
                    <a:pt x="5690870" y="5789930"/>
                  </a:cubicBezTo>
                  <a:cubicBezTo>
                    <a:pt x="5676900" y="5814060"/>
                    <a:pt x="5659120" y="5836920"/>
                    <a:pt x="5640070" y="5857240"/>
                  </a:cubicBezTo>
                  <a:cubicBezTo>
                    <a:pt x="5621020" y="5877560"/>
                    <a:pt x="5598160" y="5896610"/>
                    <a:pt x="5574030" y="5911850"/>
                  </a:cubicBezTo>
                  <a:cubicBezTo>
                    <a:pt x="5549900" y="5927090"/>
                    <a:pt x="5524500" y="5939790"/>
                    <a:pt x="5497830" y="5948680"/>
                  </a:cubicBezTo>
                  <a:cubicBezTo>
                    <a:pt x="5471160" y="5957570"/>
                    <a:pt x="5455920" y="5960110"/>
                    <a:pt x="5414010" y="5966460"/>
                  </a:cubicBezTo>
                  <a:cubicBezTo>
                    <a:pt x="5297170" y="5985510"/>
                    <a:pt x="5041900" y="6019800"/>
                    <a:pt x="4738370" y="6047740"/>
                  </a:cubicBezTo>
                  <a:cubicBezTo>
                    <a:pt x="4117340" y="6106160"/>
                    <a:pt x="2649220" y="6176010"/>
                    <a:pt x="1896110" y="6235700"/>
                  </a:cubicBezTo>
                  <a:cubicBezTo>
                    <a:pt x="1398270" y="6275070"/>
                    <a:pt x="834390" y="6343650"/>
                    <a:pt x="657860" y="6351270"/>
                  </a:cubicBezTo>
                  <a:cubicBezTo>
                    <a:pt x="609600" y="6352540"/>
                    <a:pt x="596900" y="6353810"/>
                    <a:pt x="566420" y="6350000"/>
                  </a:cubicBezTo>
                  <a:cubicBezTo>
                    <a:pt x="537210" y="6346190"/>
                    <a:pt x="506730" y="6338570"/>
                    <a:pt x="478790" y="6327140"/>
                  </a:cubicBezTo>
                  <a:cubicBezTo>
                    <a:pt x="450850" y="6315710"/>
                    <a:pt x="424180" y="6300470"/>
                    <a:pt x="400050" y="6282690"/>
                  </a:cubicBezTo>
                  <a:cubicBezTo>
                    <a:pt x="375920" y="6264910"/>
                    <a:pt x="351790" y="6244590"/>
                    <a:pt x="332740" y="6221730"/>
                  </a:cubicBezTo>
                  <a:cubicBezTo>
                    <a:pt x="313690" y="6198870"/>
                    <a:pt x="295910" y="6173470"/>
                    <a:pt x="283210" y="6146800"/>
                  </a:cubicBezTo>
                  <a:cubicBezTo>
                    <a:pt x="269240" y="6120130"/>
                    <a:pt x="259080" y="6090920"/>
                    <a:pt x="252730" y="6061710"/>
                  </a:cubicBezTo>
                  <a:cubicBezTo>
                    <a:pt x="246380" y="6032500"/>
                    <a:pt x="242570" y="6002020"/>
                    <a:pt x="242570" y="5971540"/>
                  </a:cubicBezTo>
                  <a:cubicBezTo>
                    <a:pt x="242570" y="5941060"/>
                    <a:pt x="247650" y="5910580"/>
                    <a:pt x="255270" y="5881370"/>
                  </a:cubicBezTo>
                  <a:cubicBezTo>
                    <a:pt x="262890" y="5852160"/>
                    <a:pt x="275590" y="5824220"/>
                    <a:pt x="289560" y="5797550"/>
                  </a:cubicBezTo>
                  <a:cubicBezTo>
                    <a:pt x="303530" y="5770880"/>
                    <a:pt x="321310" y="5745480"/>
                    <a:pt x="341630" y="5723890"/>
                  </a:cubicBezTo>
                  <a:cubicBezTo>
                    <a:pt x="361950" y="5701030"/>
                    <a:pt x="386080" y="5680710"/>
                    <a:pt x="411480" y="5664200"/>
                  </a:cubicBezTo>
                  <a:cubicBezTo>
                    <a:pt x="436880" y="5647690"/>
                    <a:pt x="463550" y="5633720"/>
                    <a:pt x="491490" y="5623560"/>
                  </a:cubicBezTo>
                  <a:cubicBezTo>
                    <a:pt x="519430" y="5613400"/>
                    <a:pt x="537210" y="5608320"/>
                    <a:pt x="580390" y="5603240"/>
                  </a:cubicBezTo>
                  <a:cubicBezTo>
                    <a:pt x="684530" y="5590540"/>
                    <a:pt x="938530" y="5607050"/>
                    <a:pt x="1123950" y="5586730"/>
                  </a:cubicBezTo>
                  <a:cubicBezTo>
                    <a:pt x="1320800" y="5565140"/>
                    <a:pt x="1540510" y="5511800"/>
                    <a:pt x="1728470" y="5472430"/>
                  </a:cubicBezTo>
                  <a:cubicBezTo>
                    <a:pt x="1894840" y="5438140"/>
                    <a:pt x="2043430" y="5408930"/>
                    <a:pt x="2197100" y="5365750"/>
                  </a:cubicBezTo>
                  <a:cubicBezTo>
                    <a:pt x="2349500" y="5322570"/>
                    <a:pt x="2500630" y="5279390"/>
                    <a:pt x="2646680" y="5214620"/>
                  </a:cubicBezTo>
                  <a:cubicBezTo>
                    <a:pt x="2795270" y="5148580"/>
                    <a:pt x="2932430" y="5050790"/>
                    <a:pt x="3081020" y="4973320"/>
                  </a:cubicBezTo>
                  <a:cubicBezTo>
                    <a:pt x="3234690" y="4893310"/>
                    <a:pt x="3368040" y="4823460"/>
                    <a:pt x="3556000" y="4739640"/>
                  </a:cubicBezTo>
                  <a:cubicBezTo>
                    <a:pt x="3820160" y="4622800"/>
                    <a:pt x="4391660" y="4425950"/>
                    <a:pt x="4523740" y="4358640"/>
                  </a:cubicBezTo>
                  <a:cubicBezTo>
                    <a:pt x="4560570" y="4339590"/>
                    <a:pt x="4565650" y="4326890"/>
                    <a:pt x="4589780" y="4316730"/>
                  </a:cubicBezTo>
                  <a:cubicBezTo>
                    <a:pt x="4616450" y="4305300"/>
                    <a:pt x="4648200" y="4298950"/>
                    <a:pt x="4677410" y="4295140"/>
                  </a:cubicBezTo>
                  <a:cubicBezTo>
                    <a:pt x="4706620" y="4291330"/>
                    <a:pt x="4738370" y="4292600"/>
                    <a:pt x="4767580" y="4296410"/>
                  </a:cubicBezTo>
                  <a:cubicBezTo>
                    <a:pt x="4796790" y="4300220"/>
                    <a:pt x="4826000" y="4307840"/>
                    <a:pt x="4853940" y="4318000"/>
                  </a:cubicBezTo>
                  <a:cubicBezTo>
                    <a:pt x="4881880" y="4328160"/>
                    <a:pt x="4909820" y="4343400"/>
                    <a:pt x="4933950" y="4359910"/>
                  </a:cubicBezTo>
                  <a:cubicBezTo>
                    <a:pt x="4958080" y="4376420"/>
                    <a:pt x="4980940" y="4396740"/>
                    <a:pt x="4999990" y="4419600"/>
                  </a:cubicBezTo>
                  <a:cubicBezTo>
                    <a:pt x="5019040" y="4442460"/>
                    <a:pt x="5036820" y="4467860"/>
                    <a:pt x="5050790" y="4494530"/>
                  </a:cubicBezTo>
                  <a:cubicBezTo>
                    <a:pt x="5064760" y="4521200"/>
                    <a:pt x="5076190" y="4549140"/>
                    <a:pt x="5082540" y="4578350"/>
                  </a:cubicBezTo>
                  <a:cubicBezTo>
                    <a:pt x="5088890" y="4607560"/>
                    <a:pt x="5092700" y="4638040"/>
                    <a:pt x="5092700" y="4667250"/>
                  </a:cubicBezTo>
                  <a:cubicBezTo>
                    <a:pt x="5092700" y="4696460"/>
                    <a:pt x="5090160" y="4726940"/>
                    <a:pt x="5082540" y="4756150"/>
                  </a:cubicBezTo>
                  <a:cubicBezTo>
                    <a:pt x="5074920" y="4785360"/>
                    <a:pt x="5063490" y="4813300"/>
                    <a:pt x="5049520" y="4839970"/>
                  </a:cubicBezTo>
                  <a:cubicBezTo>
                    <a:pt x="5035550" y="4866640"/>
                    <a:pt x="5017770" y="4892040"/>
                    <a:pt x="4998720" y="4913630"/>
                  </a:cubicBezTo>
                  <a:cubicBezTo>
                    <a:pt x="4978400" y="4936490"/>
                    <a:pt x="4955540" y="4956810"/>
                    <a:pt x="4931410" y="4973320"/>
                  </a:cubicBezTo>
                  <a:cubicBezTo>
                    <a:pt x="4907280" y="4989830"/>
                    <a:pt x="4892040" y="4997450"/>
                    <a:pt x="4851400" y="5013960"/>
                  </a:cubicBezTo>
                  <a:cubicBezTo>
                    <a:pt x="4734560" y="5062220"/>
                    <a:pt x="4375150" y="5160010"/>
                    <a:pt x="4156710" y="5242560"/>
                  </a:cubicBezTo>
                  <a:cubicBezTo>
                    <a:pt x="3954780" y="5317490"/>
                    <a:pt x="3803650" y="5383530"/>
                    <a:pt x="3585210" y="5483860"/>
                  </a:cubicBezTo>
                  <a:cubicBezTo>
                    <a:pt x="3279140" y="5624830"/>
                    <a:pt x="2802890" y="5887720"/>
                    <a:pt x="2500630" y="6027420"/>
                  </a:cubicBezTo>
                  <a:cubicBezTo>
                    <a:pt x="2288540" y="6125210"/>
                    <a:pt x="2114550" y="6209030"/>
                    <a:pt x="1953260" y="6261100"/>
                  </a:cubicBezTo>
                  <a:cubicBezTo>
                    <a:pt x="1831340" y="6300470"/>
                    <a:pt x="1700530" y="6324600"/>
                    <a:pt x="1624330" y="6334760"/>
                  </a:cubicBezTo>
                  <a:cubicBezTo>
                    <a:pt x="1583690" y="6339840"/>
                    <a:pt x="1562100" y="6342380"/>
                    <a:pt x="1531620" y="6339840"/>
                  </a:cubicBezTo>
                  <a:cubicBezTo>
                    <a:pt x="1501140" y="6337300"/>
                    <a:pt x="1470660" y="6330950"/>
                    <a:pt x="1441450" y="6322060"/>
                  </a:cubicBezTo>
                  <a:cubicBezTo>
                    <a:pt x="1412240" y="6311900"/>
                    <a:pt x="1383030" y="6299200"/>
                    <a:pt x="1357630" y="6282690"/>
                  </a:cubicBezTo>
                  <a:cubicBezTo>
                    <a:pt x="1330960" y="6266180"/>
                    <a:pt x="1306830" y="6245860"/>
                    <a:pt x="1285240" y="6224270"/>
                  </a:cubicBezTo>
                  <a:cubicBezTo>
                    <a:pt x="1263650" y="6202680"/>
                    <a:pt x="1244600" y="6177280"/>
                    <a:pt x="1229360" y="6150610"/>
                  </a:cubicBezTo>
                  <a:cubicBezTo>
                    <a:pt x="1214120" y="6123940"/>
                    <a:pt x="1201420" y="6096000"/>
                    <a:pt x="1192530" y="6066790"/>
                  </a:cubicBezTo>
                  <a:cubicBezTo>
                    <a:pt x="1183640" y="6037580"/>
                    <a:pt x="1178560" y="6005830"/>
                    <a:pt x="1177290" y="5975350"/>
                  </a:cubicBezTo>
                  <a:cubicBezTo>
                    <a:pt x="1176020" y="5944870"/>
                    <a:pt x="1178560" y="5914390"/>
                    <a:pt x="1184910" y="5883910"/>
                  </a:cubicBezTo>
                  <a:cubicBezTo>
                    <a:pt x="1191260" y="5853430"/>
                    <a:pt x="1200150" y="5822950"/>
                    <a:pt x="1212850" y="5795010"/>
                  </a:cubicBezTo>
                  <a:cubicBezTo>
                    <a:pt x="1225550" y="5767070"/>
                    <a:pt x="1243330" y="5741670"/>
                    <a:pt x="1262380" y="5717540"/>
                  </a:cubicBezTo>
                  <a:cubicBezTo>
                    <a:pt x="1281430" y="5693410"/>
                    <a:pt x="1304290" y="5671820"/>
                    <a:pt x="1328420" y="5652770"/>
                  </a:cubicBezTo>
                  <a:cubicBezTo>
                    <a:pt x="1352550" y="5633720"/>
                    <a:pt x="1380490" y="5618480"/>
                    <a:pt x="1408430" y="5605780"/>
                  </a:cubicBezTo>
                  <a:cubicBezTo>
                    <a:pt x="1436370" y="5594350"/>
                    <a:pt x="1452880" y="5599430"/>
                    <a:pt x="1496060" y="5580380"/>
                  </a:cubicBezTo>
                  <a:cubicBezTo>
                    <a:pt x="1643380" y="5514340"/>
                    <a:pt x="2152650" y="5165090"/>
                    <a:pt x="2418080" y="5008880"/>
                  </a:cubicBezTo>
                  <a:cubicBezTo>
                    <a:pt x="2616200" y="4892040"/>
                    <a:pt x="2764790" y="4801870"/>
                    <a:pt x="2943860" y="4715510"/>
                  </a:cubicBezTo>
                  <a:cubicBezTo>
                    <a:pt x="3120390" y="4630420"/>
                    <a:pt x="3336290" y="4455160"/>
                    <a:pt x="3484880" y="4490720"/>
                  </a:cubicBezTo>
                  <a:cubicBezTo>
                    <a:pt x="3624580" y="4523740"/>
                    <a:pt x="3829050" y="4761230"/>
                    <a:pt x="3820160" y="4884420"/>
                  </a:cubicBezTo>
                  <a:cubicBezTo>
                    <a:pt x="3811270" y="5010150"/>
                    <a:pt x="3585210" y="5121910"/>
                    <a:pt x="3413760" y="5237480"/>
                  </a:cubicBezTo>
                  <a:cubicBezTo>
                    <a:pt x="3177540" y="5396230"/>
                    <a:pt x="2748280" y="5561330"/>
                    <a:pt x="2501900" y="5697220"/>
                  </a:cubicBezTo>
                  <a:cubicBezTo>
                    <a:pt x="2327910" y="5792470"/>
                    <a:pt x="2209800" y="5857240"/>
                    <a:pt x="2066290" y="5958840"/>
                  </a:cubicBezTo>
                  <a:cubicBezTo>
                    <a:pt x="1911350" y="6069330"/>
                    <a:pt x="1696720" y="6273800"/>
                    <a:pt x="1609090" y="6342380"/>
                  </a:cubicBezTo>
                  <a:cubicBezTo>
                    <a:pt x="1574800" y="6369050"/>
                    <a:pt x="1562100" y="6381750"/>
                    <a:pt x="1536700" y="6395720"/>
                  </a:cubicBezTo>
                  <a:cubicBezTo>
                    <a:pt x="1510030" y="6409690"/>
                    <a:pt x="1482090" y="6421120"/>
                    <a:pt x="1452880" y="6428740"/>
                  </a:cubicBezTo>
                  <a:cubicBezTo>
                    <a:pt x="1423670" y="6436360"/>
                    <a:pt x="1393190" y="6441440"/>
                    <a:pt x="1363980" y="6442710"/>
                  </a:cubicBezTo>
                  <a:cubicBezTo>
                    <a:pt x="1333500" y="6443980"/>
                    <a:pt x="1303020" y="6440170"/>
                    <a:pt x="1273810" y="6433820"/>
                  </a:cubicBezTo>
                  <a:cubicBezTo>
                    <a:pt x="1244600" y="6427470"/>
                    <a:pt x="1215390" y="6417310"/>
                    <a:pt x="1188720" y="6403340"/>
                  </a:cubicBezTo>
                  <a:cubicBezTo>
                    <a:pt x="1162050" y="6390640"/>
                    <a:pt x="1136650" y="6372860"/>
                    <a:pt x="1113790" y="6353810"/>
                  </a:cubicBezTo>
                  <a:cubicBezTo>
                    <a:pt x="1090930" y="6334760"/>
                    <a:pt x="1070610" y="6311900"/>
                    <a:pt x="1052830" y="6287770"/>
                  </a:cubicBezTo>
                  <a:cubicBezTo>
                    <a:pt x="1035050" y="6263640"/>
                    <a:pt x="1019810" y="6236970"/>
                    <a:pt x="1008380" y="6209030"/>
                  </a:cubicBezTo>
                  <a:cubicBezTo>
                    <a:pt x="996950" y="6181090"/>
                    <a:pt x="989330" y="6150610"/>
                    <a:pt x="985520" y="6121400"/>
                  </a:cubicBezTo>
                  <a:cubicBezTo>
                    <a:pt x="981710" y="6092190"/>
                    <a:pt x="980440" y="6060440"/>
                    <a:pt x="982980" y="6031230"/>
                  </a:cubicBezTo>
                  <a:cubicBezTo>
                    <a:pt x="985520" y="6002020"/>
                    <a:pt x="993140" y="5971540"/>
                    <a:pt x="1003300" y="5943600"/>
                  </a:cubicBezTo>
                  <a:cubicBezTo>
                    <a:pt x="1013460" y="5915660"/>
                    <a:pt x="1026160" y="5887720"/>
                    <a:pt x="1042670" y="5862320"/>
                  </a:cubicBezTo>
                  <a:cubicBezTo>
                    <a:pt x="1059180" y="5836920"/>
                    <a:pt x="1070610" y="5822950"/>
                    <a:pt x="1101090" y="5793740"/>
                  </a:cubicBezTo>
                  <a:cubicBezTo>
                    <a:pt x="1181100" y="5717540"/>
                    <a:pt x="1372870" y="5558790"/>
                    <a:pt x="1568450" y="5426710"/>
                  </a:cubicBezTo>
                  <a:cubicBezTo>
                    <a:pt x="1859280" y="5229860"/>
                    <a:pt x="2379980" y="4951730"/>
                    <a:pt x="2707640" y="4772660"/>
                  </a:cubicBezTo>
                  <a:cubicBezTo>
                    <a:pt x="2951480" y="4639310"/>
                    <a:pt x="3133090" y="4533900"/>
                    <a:pt x="3354070" y="4438650"/>
                  </a:cubicBezTo>
                  <a:cubicBezTo>
                    <a:pt x="3572510" y="4344670"/>
                    <a:pt x="3773170" y="4283710"/>
                    <a:pt x="4024630" y="4203700"/>
                  </a:cubicBezTo>
                  <a:cubicBezTo>
                    <a:pt x="4340860" y="4102100"/>
                    <a:pt x="4735830" y="4001770"/>
                    <a:pt x="5104130" y="3891280"/>
                  </a:cubicBezTo>
                  <a:cubicBezTo>
                    <a:pt x="5491480" y="3774440"/>
                    <a:pt x="6121399" y="3554730"/>
                    <a:pt x="6292849" y="3519170"/>
                  </a:cubicBezTo>
                  <a:cubicBezTo>
                    <a:pt x="6338570" y="3509010"/>
                    <a:pt x="6352540" y="3509010"/>
                    <a:pt x="6381749" y="3509010"/>
                  </a:cubicBezTo>
                  <a:cubicBezTo>
                    <a:pt x="6410960" y="3509010"/>
                    <a:pt x="6441440" y="3511550"/>
                    <a:pt x="6470650" y="3519170"/>
                  </a:cubicBezTo>
                  <a:cubicBezTo>
                    <a:pt x="6499860" y="3526790"/>
                    <a:pt x="6527800" y="3538220"/>
                    <a:pt x="6554470" y="3552190"/>
                  </a:cubicBezTo>
                  <a:cubicBezTo>
                    <a:pt x="6581140" y="3566160"/>
                    <a:pt x="6606540" y="3583940"/>
                    <a:pt x="6628129" y="3602990"/>
                  </a:cubicBezTo>
                  <a:cubicBezTo>
                    <a:pt x="6650990" y="3623310"/>
                    <a:pt x="6671310" y="3646170"/>
                    <a:pt x="6687820" y="3670300"/>
                  </a:cubicBezTo>
                  <a:cubicBezTo>
                    <a:pt x="6704329" y="3694430"/>
                    <a:pt x="6719570" y="3722370"/>
                    <a:pt x="6729729" y="3750310"/>
                  </a:cubicBezTo>
                  <a:cubicBezTo>
                    <a:pt x="6739890" y="3778250"/>
                    <a:pt x="6747510" y="3808730"/>
                    <a:pt x="6751320" y="3837940"/>
                  </a:cubicBezTo>
                  <a:cubicBezTo>
                    <a:pt x="6755129" y="3867150"/>
                    <a:pt x="6753860" y="3898900"/>
                    <a:pt x="6750050" y="3928110"/>
                  </a:cubicBezTo>
                  <a:cubicBezTo>
                    <a:pt x="6746240" y="3957320"/>
                    <a:pt x="6738620" y="3986530"/>
                    <a:pt x="6728460" y="4014470"/>
                  </a:cubicBezTo>
                  <a:cubicBezTo>
                    <a:pt x="6718300" y="4042410"/>
                    <a:pt x="6703060" y="4070350"/>
                    <a:pt x="6686550" y="4094480"/>
                  </a:cubicBezTo>
                  <a:cubicBezTo>
                    <a:pt x="6670040" y="4118610"/>
                    <a:pt x="6649720" y="4141470"/>
                    <a:pt x="6626860" y="4161790"/>
                  </a:cubicBezTo>
                  <a:cubicBezTo>
                    <a:pt x="6605270" y="4180840"/>
                    <a:pt x="6579870" y="4198620"/>
                    <a:pt x="6553200" y="4212590"/>
                  </a:cubicBezTo>
                  <a:cubicBezTo>
                    <a:pt x="6526529" y="4226560"/>
                    <a:pt x="6508750" y="4232910"/>
                    <a:pt x="6468110" y="4244340"/>
                  </a:cubicBezTo>
                  <a:cubicBezTo>
                    <a:pt x="6370320" y="4271010"/>
                    <a:pt x="6130290" y="4288790"/>
                    <a:pt x="5957570" y="4329430"/>
                  </a:cubicBezTo>
                  <a:cubicBezTo>
                    <a:pt x="5774690" y="4372610"/>
                    <a:pt x="5596890" y="4429760"/>
                    <a:pt x="5402580" y="4497070"/>
                  </a:cubicBezTo>
                  <a:cubicBezTo>
                    <a:pt x="5181599" y="4573270"/>
                    <a:pt x="4926330" y="4669790"/>
                    <a:pt x="4705349" y="4771390"/>
                  </a:cubicBezTo>
                  <a:cubicBezTo>
                    <a:pt x="4494530" y="4869180"/>
                    <a:pt x="4300220" y="4980940"/>
                    <a:pt x="4103370" y="5092700"/>
                  </a:cubicBezTo>
                  <a:cubicBezTo>
                    <a:pt x="3907790" y="5204460"/>
                    <a:pt x="3634740" y="5386070"/>
                    <a:pt x="3529330" y="5440680"/>
                  </a:cubicBezTo>
                  <a:cubicBezTo>
                    <a:pt x="3491230" y="5459730"/>
                    <a:pt x="3475990" y="5467350"/>
                    <a:pt x="3448049" y="5474970"/>
                  </a:cubicBezTo>
                  <a:cubicBezTo>
                    <a:pt x="3420110" y="5482590"/>
                    <a:pt x="3388360" y="5487670"/>
                    <a:pt x="3359149" y="5488940"/>
                  </a:cubicBezTo>
                  <a:cubicBezTo>
                    <a:pt x="3329940" y="5490210"/>
                    <a:pt x="3299460" y="5487670"/>
                    <a:pt x="3270249" y="5481320"/>
                  </a:cubicBezTo>
                  <a:cubicBezTo>
                    <a:pt x="3241040" y="5474970"/>
                    <a:pt x="3213099" y="5464810"/>
                    <a:pt x="3186430" y="5452110"/>
                  </a:cubicBezTo>
                  <a:cubicBezTo>
                    <a:pt x="3159759" y="5439410"/>
                    <a:pt x="3134359" y="5422900"/>
                    <a:pt x="3111500" y="5403850"/>
                  </a:cubicBezTo>
                  <a:cubicBezTo>
                    <a:pt x="3088640" y="5384800"/>
                    <a:pt x="3068320" y="5361940"/>
                    <a:pt x="3050540" y="5337810"/>
                  </a:cubicBezTo>
                  <a:cubicBezTo>
                    <a:pt x="3032759" y="5313680"/>
                    <a:pt x="3017520" y="5287010"/>
                    <a:pt x="3006090" y="5260340"/>
                  </a:cubicBezTo>
                  <a:cubicBezTo>
                    <a:pt x="2994659" y="5233670"/>
                    <a:pt x="2988309" y="5204460"/>
                    <a:pt x="2983230" y="5175250"/>
                  </a:cubicBezTo>
                  <a:cubicBezTo>
                    <a:pt x="2978150" y="5146040"/>
                    <a:pt x="2976880" y="5115560"/>
                    <a:pt x="2979420" y="5086350"/>
                  </a:cubicBezTo>
                  <a:cubicBezTo>
                    <a:pt x="2981959" y="5057140"/>
                    <a:pt x="2988309" y="5026660"/>
                    <a:pt x="2998470" y="4998720"/>
                  </a:cubicBezTo>
                  <a:cubicBezTo>
                    <a:pt x="3008630" y="4970780"/>
                    <a:pt x="3021330" y="4942840"/>
                    <a:pt x="3037840" y="4918710"/>
                  </a:cubicBezTo>
                  <a:cubicBezTo>
                    <a:pt x="3054350" y="4893310"/>
                    <a:pt x="3073400" y="4870450"/>
                    <a:pt x="3094990" y="4850130"/>
                  </a:cubicBezTo>
                  <a:cubicBezTo>
                    <a:pt x="3116580" y="4829810"/>
                    <a:pt x="3130550" y="4817110"/>
                    <a:pt x="3166109" y="4796790"/>
                  </a:cubicBezTo>
                  <a:cubicBezTo>
                    <a:pt x="3251199" y="4749800"/>
                    <a:pt x="3453130" y="4691380"/>
                    <a:pt x="3623310" y="4621530"/>
                  </a:cubicBezTo>
                  <a:cubicBezTo>
                    <a:pt x="3844290" y="4531360"/>
                    <a:pt x="4156710" y="4384040"/>
                    <a:pt x="4377690" y="4295140"/>
                  </a:cubicBezTo>
                  <a:cubicBezTo>
                    <a:pt x="4547870" y="4226560"/>
                    <a:pt x="4681220" y="4179570"/>
                    <a:pt x="4832349" y="4124960"/>
                  </a:cubicBezTo>
                  <a:cubicBezTo>
                    <a:pt x="4979670" y="4071620"/>
                    <a:pt x="5090160" y="4030980"/>
                    <a:pt x="5273040" y="3970020"/>
                  </a:cubicBezTo>
                  <a:cubicBezTo>
                    <a:pt x="5568949" y="3870960"/>
                    <a:pt x="6277610" y="3648710"/>
                    <a:pt x="6445249" y="3602990"/>
                  </a:cubicBezTo>
                  <a:cubicBezTo>
                    <a:pt x="6489700" y="3590290"/>
                    <a:pt x="6502400" y="3586480"/>
                    <a:pt x="6531610" y="3582670"/>
                  </a:cubicBezTo>
                  <a:cubicBezTo>
                    <a:pt x="6560820" y="3578860"/>
                    <a:pt x="6592570" y="3580130"/>
                    <a:pt x="6621779" y="3583940"/>
                  </a:cubicBezTo>
                  <a:cubicBezTo>
                    <a:pt x="6650990" y="3587750"/>
                    <a:pt x="6680200" y="3594100"/>
                    <a:pt x="6708140" y="3605530"/>
                  </a:cubicBezTo>
                  <a:cubicBezTo>
                    <a:pt x="6734810" y="3615690"/>
                    <a:pt x="6761479" y="3632200"/>
                    <a:pt x="6785610" y="3648710"/>
                  </a:cubicBezTo>
                  <a:cubicBezTo>
                    <a:pt x="6809740" y="3666490"/>
                    <a:pt x="6832600" y="3686810"/>
                    <a:pt x="6851650" y="3708400"/>
                  </a:cubicBezTo>
                  <a:cubicBezTo>
                    <a:pt x="6870700" y="3731260"/>
                    <a:pt x="6888479" y="3755390"/>
                    <a:pt x="6902450" y="3782060"/>
                  </a:cubicBezTo>
                  <a:cubicBezTo>
                    <a:pt x="6916420" y="3808730"/>
                    <a:pt x="6926579" y="3836670"/>
                    <a:pt x="6932929" y="3865880"/>
                  </a:cubicBezTo>
                  <a:cubicBezTo>
                    <a:pt x="6939279" y="3895090"/>
                    <a:pt x="6943090" y="3925570"/>
                    <a:pt x="6943090" y="3954780"/>
                  </a:cubicBezTo>
                  <a:cubicBezTo>
                    <a:pt x="6943090" y="3983990"/>
                    <a:pt x="6939279" y="4014470"/>
                    <a:pt x="6931660" y="4042410"/>
                  </a:cubicBezTo>
                  <a:cubicBezTo>
                    <a:pt x="6924040" y="4071620"/>
                    <a:pt x="6912610" y="4099560"/>
                    <a:pt x="6898640" y="4126230"/>
                  </a:cubicBezTo>
                  <a:cubicBezTo>
                    <a:pt x="6884670" y="4151630"/>
                    <a:pt x="6866890" y="4177030"/>
                    <a:pt x="6846570" y="4198620"/>
                  </a:cubicBezTo>
                  <a:cubicBezTo>
                    <a:pt x="6826250" y="4220210"/>
                    <a:pt x="6814820" y="4232910"/>
                    <a:pt x="6779260" y="4257040"/>
                  </a:cubicBezTo>
                  <a:cubicBezTo>
                    <a:pt x="6682740" y="4321810"/>
                    <a:pt x="6435090" y="4442460"/>
                    <a:pt x="6203949" y="4555490"/>
                  </a:cubicBezTo>
                  <a:cubicBezTo>
                    <a:pt x="5863590" y="4721860"/>
                    <a:pt x="5320030" y="4939030"/>
                    <a:pt x="4926330" y="5139690"/>
                  </a:cubicBezTo>
                  <a:cubicBezTo>
                    <a:pt x="4574540" y="5318760"/>
                    <a:pt x="4161790" y="5580380"/>
                    <a:pt x="3950970" y="5692140"/>
                  </a:cubicBezTo>
                  <a:cubicBezTo>
                    <a:pt x="3851910" y="5744210"/>
                    <a:pt x="3788410" y="5778500"/>
                    <a:pt x="3731260" y="5802630"/>
                  </a:cubicBezTo>
                  <a:cubicBezTo>
                    <a:pt x="3696970" y="5816600"/>
                    <a:pt x="3675380" y="5825490"/>
                    <a:pt x="3646170" y="5831840"/>
                  </a:cubicBezTo>
                  <a:cubicBezTo>
                    <a:pt x="3616960" y="5838190"/>
                    <a:pt x="3586480" y="5840730"/>
                    <a:pt x="3555999" y="5839460"/>
                  </a:cubicBezTo>
                  <a:cubicBezTo>
                    <a:pt x="3526790" y="5838190"/>
                    <a:pt x="3496310" y="5834380"/>
                    <a:pt x="3467099" y="5825490"/>
                  </a:cubicBezTo>
                  <a:cubicBezTo>
                    <a:pt x="3439160" y="5817870"/>
                    <a:pt x="3409949" y="5805170"/>
                    <a:pt x="3384549" y="5789930"/>
                  </a:cubicBezTo>
                  <a:cubicBezTo>
                    <a:pt x="3359149" y="5774690"/>
                    <a:pt x="3333749" y="5756910"/>
                    <a:pt x="3312160" y="5736590"/>
                  </a:cubicBezTo>
                  <a:cubicBezTo>
                    <a:pt x="3290570" y="5716270"/>
                    <a:pt x="3271520" y="5692140"/>
                    <a:pt x="3255010" y="5666740"/>
                  </a:cubicBezTo>
                  <a:cubicBezTo>
                    <a:pt x="3238499" y="5641340"/>
                    <a:pt x="3225799" y="5613400"/>
                    <a:pt x="3215640" y="5585460"/>
                  </a:cubicBezTo>
                  <a:cubicBezTo>
                    <a:pt x="3205480" y="5557520"/>
                    <a:pt x="3199130" y="5527040"/>
                    <a:pt x="3196590" y="5497830"/>
                  </a:cubicBezTo>
                  <a:cubicBezTo>
                    <a:pt x="3194050" y="5468620"/>
                    <a:pt x="3194050" y="5436870"/>
                    <a:pt x="3199130" y="5407660"/>
                  </a:cubicBezTo>
                  <a:cubicBezTo>
                    <a:pt x="3204210" y="5378450"/>
                    <a:pt x="3213099" y="5349240"/>
                    <a:pt x="3224530" y="5321300"/>
                  </a:cubicBezTo>
                  <a:cubicBezTo>
                    <a:pt x="3235960" y="5293360"/>
                    <a:pt x="3251199" y="5266690"/>
                    <a:pt x="3268980" y="5242560"/>
                  </a:cubicBezTo>
                  <a:cubicBezTo>
                    <a:pt x="3286760" y="5218430"/>
                    <a:pt x="3308349" y="5196840"/>
                    <a:pt x="3331210" y="5177790"/>
                  </a:cubicBezTo>
                  <a:cubicBezTo>
                    <a:pt x="3354070" y="5158740"/>
                    <a:pt x="3365499" y="5152390"/>
                    <a:pt x="3406140" y="5128260"/>
                  </a:cubicBezTo>
                  <a:cubicBezTo>
                    <a:pt x="3552190" y="5041900"/>
                    <a:pt x="4145280" y="4725670"/>
                    <a:pt x="4452620" y="4575810"/>
                  </a:cubicBezTo>
                  <a:cubicBezTo>
                    <a:pt x="4688840" y="4460240"/>
                    <a:pt x="4885690" y="4375150"/>
                    <a:pt x="5087620" y="4290060"/>
                  </a:cubicBezTo>
                  <a:cubicBezTo>
                    <a:pt x="5269230" y="4212590"/>
                    <a:pt x="5424170" y="4154170"/>
                    <a:pt x="5610860" y="4083050"/>
                  </a:cubicBezTo>
                  <a:cubicBezTo>
                    <a:pt x="5824220" y="4003040"/>
                    <a:pt x="6090920" y="3895090"/>
                    <a:pt x="6303010" y="3835400"/>
                  </a:cubicBezTo>
                  <a:cubicBezTo>
                    <a:pt x="6478270" y="3785870"/>
                    <a:pt x="6793229" y="3746500"/>
                    <a:pt x="6791960" y="3733800"/>
                  </a:cubicBezTo>
                  <a:cubicBezTo>
                    <a:pt x="6791960" y="3727450"/>
                    <a:pt x="6659879" y="3736340"/>
                    <a:pt x="6659879" y="3731260"/>
                  </a:cubicBezTo>
                  <a:cubicBezTo>
                    <a:pt x="6659879" y="3727450"/>
                    <a:pt x="6717029" y="3713480"/>
                    <a:pt x="6746240" y="3709670"/>
                  </a:cubicBezTo>
                  <a:cubicBezTo>
                    <a:pt x="6775450" y="3705860"/>
                    <a:pt x="6805929" y="3705860"/>
                    <a:pt x="6835140" y="3709670"/>
                  </a:cubicBezTo>
                  <a:cubicBezTo>
                    <a:pt x="6864350" y="3713480"/>
                    <a:pt x="6894829" y="3721100"/>
                    <a:pt x="6922770" y="3731260"/>
                  </a:cubicBezTo>
                  <a:cubicBezTo>
                    <a:pt x="6950710" y="3741420"/>
                    <a:pt x="6977379" y="3756660"/>
                    <a:pt x="7001510" y="3773170"/>
                  </a:cubicBezTo>
                  <a:cubicBezTo>
                    <a:pt x="7025640" y="3789680"/>
                    <a:pt x="7048500" y="3811270"/>
                    <a:pt x="7067550" y="3832860"/>
                  </a:cubicBezTo>
                  <a:cubicBezTo>
                    <a:pt x="7086600" y="3855720"/>
                    <a:pt x="7104379" y="3879850"/>
                    <a:pt x="7118350" y="3906520"/>
                  </a:cubicBezTo>
                  <a:cubicBezTo>
                    <a:pt x="7132320" y="3931920"/>
                    <a:pt x="7142479" y="3961130"/>
                    <a:pt x="7150100" y="3989070"/>
                  </a:cubicBezTo>
                  <a:cubicBezTo>
                    <a:pt x="7157720" y="4018280"/>
                    <a:pt x="7160260" y="4048760"/>
                    <a:pt x="7160260" y="4077970"/>
                  </a:cubicBezTo>
                  <a:cubicBezTo>
                    <a:pt x="7160260" y="4107180"/>
                    <a:pt x="7157720" y="4137660"/>
                    <a:pt x="7150100" y="4166870"/>
                  </a:cubicBezTo>
                  <a:cubicBezTo>
                    <a:pt x="7142479" y="4194810"/>
                    <a:pt x="7132320" y="4224020"/>
                    <a:pt x="7118350" y="4249420"/>
                  </a:cubicBezTo>
                  <a:cubicBezTo>
                    <a:pt x="7104379" y="4276090"/>
                    <a:pt x="7086600" y="4301490"/>
                    <a:pt x="7067550" y="4323080"/>
                  </a:cubicBezTo>
                  <a:cubicBezTo>
                    <a:pt x="7047229" y="4345940"/>
                    <a:pt x="7034529" y="4357370"/>
                    <a:pt x="7000240" y="4382770"/>
                  </a:cubicBezTo>
                  <a:cubicBezTo>
                    <a:pt x="6917690" y="4445000"/>
                    <a:pt x="6739890" y="4554220"/>
                    <a:pt x="6551929" y="4664710"/>
                  </a:cubicBezTo>
                  <a:cubicBezTo>
                    <a:pt x="6248400" y="4842510"/>
                    <a:pt x="5618480" y="5154930"/>
                    <a:pt x="5336540" y="5322570"/>
                  </a:cubicBezTo>
                  <a:cubicBezTo>
                    <a:pt x="5181600" y="5415280"/>
                    <a:pt x="5110480" y="5477510"/>
                    <a:pt x="4983480" y="5553710"/>
                  </a:cubicBezTo>
                  <a:cubicBezTo>
                    <a:pt x="4842510" y="5637530"/>
                    <a:pt x="4621530" y="5769610"/>
                    <a:pt x="4526280" y="5802630"/>
                  </a:cubicBezTo>
                  <a:cubicBezTo>
                    <a:pt x="4485640" y="5816600"/>
                    <a:pt x="4466590" y="5816600"/>
                    <a:pt x="4436110" y="5817870"/>
                  </a:cubicBezTo>
                  <a:cubicBezTo>
                    <a:pt x="4405630" y="5819140"/>
                    <a:pt x="4373880" y="5817870"/>
                    <a:pt x="4344670" y="5811520"/>
                  </a:cubicBezTo>
                  <a:cubicBezTo>
                    <a:pt x="4315460" y="5805170"/>
                    <a:pt x="4284980" y="5796280"/>
                    <a:pt x="4258310" y="5783580"/>
                  </a:cubicBezTo>
                  <a:cubicBezTo>
                    <a:pt x="4230370" y="5770880"/>
                    <a:pt x="4203700" y="5754370"/>
                    <a:pt x="4180840" y="5735320"/>
                  </a:cubicBezTo>
                  <a:cubicBezTo>
                    <a:pt x="4156710" y="5716270"/>
                    <a:pt x="4135120" y="5693410"/>
                    <a:pt x="4117340" y="5669280"/>
                  </a:cubicBezTo>
                  <a:cubicBezTo>
                    <a:pt x="4098290" y="5645150"/>
                    <a:pt x="4083050" y="5618480"/>
                    <a:pt x="4070350" y="5590540"/>
                  </a:cubicBezTo>
                  <a:cubicBezTo>
                    <a:pt x="4058920" y="5562600"/>
                    <a:pt x="4050030" y="5532120"/>
                    <a:pt x="4044950" y="5502910"/>
                  </a:cubicBezTo>
                  <a:cubicBezTo>
                    <a:pt x="4039870" y="5473700"/>
                    <a:pt x="4037330" y="5443220"/>
                    <a:pt x="4039870" y="5412740"/>
                  </a:cubicBezTo>
                  <a:cubicBezTo>
                    <a:pt x="4042410" y="5382260"/>
                    <a:pt x="4047490" y="5351780"/>
                    <a:pt x="4057650" y="5322570"/>
                  </a:cubicBezTo>
                  <a:cubicBezTo>
                    <a:pt x="4066540" y="5293360"/>
                    <a:pt x="4080510" y="5265420"/>
                    <a:pt x="4097020" y="5240020"/>
                  </a:cubicBezTo>
                  <a:cubicBezTo>
                    <a:pt x="4113530" y="5214620"/>
                    <a:pt x="4132580" y="5190490"/>
                    <a:pt x="4154170" y="5168900"/>
                  </a:cubicBezTo>
                  <a:cubicBezTo>
                    <a:pt x="4175760" y="5147310"/>
                    <a:pt x="4185920" y="5138420"/>
                    <a:pt x="4226560" y="5113020"/>
                  </a:cubicBezTo>
                  <a:cubicBezTo>
                    <a:pt x="4376420" y="5020310"/>
                    <a:pt x="5024120" y="4742180"/>
                    <a:pt x="5349240" y="4570730"/>
                  </a:cubicBezTo>
                  <a:cubicBezTo>
                    <a:pt x="5608320" y="4434840"/>
                    <a:pt x="5815330" y="4296410"/>
                    <a:pt x="6033770" y="4179570"/>
                  </a:cubicBezTo>
                  <a:cubicBezTo>
                    <a:pt x="6228080" y="4075430"/>
                    <a:pt x="6405880" y="3973830"/>
                    <a:pt x="6593840" y="3897630"/>
                  </a:cubicBezTo>
                  <a:cubicBezTo>
                    <a:pt x="6771640" y="3825240"/>
                    <a:pt x="7134860" y="3741420"/>
                    <a:pt x="7132320" y="3727450"/>
                  </a:cubicBezTo>
                  <a:cubicBezTo>
                    <a:pt x="7131050" y="3721100"/>
                    <a:pt x="7024370" y="3737610"/>
                    <a:pt x="7024370" y="3733800"/>
                  </a:cubicBezTo>
                  <a:cubicBezTo>
                    <a:pt x="7024370" y="3729990"/>
                    <a:pt x="7082790" y="3714750"/>
                    <a:pt x="7112000" y="3709670"/>
                  </a:cubicBezTo>
                  <a:cubicBezTo>
                    <a:pt x="7141210" y="3704590"/>
                    <a:pt x="7172960" y="3703320"/>
                    <a:pt x="7202170" y="3705860"/>
                  </a:cubicBezTo>
                  <a:cubicBezTo>
                    <a:pt x="7232650" y="3708400"/>
                    <a:pt x="7263130" y="3716020"/>
                    <a:pt x="7291070" y="3724910"/>
                  </a:cubicBezTo>
                  <a:cubicBezTo>
                    <a:pt x="7320280" y="3735070"/>
                    <a:pt x="7348220" y="3746500"/>
                    <a:pt x="7373620" y="3763010"/>
                  </a:cubicBezTo>
                  <a:cubicBezTo>
                    <a:pt x="7399020" y="3779520"/>
                    <a:pt x="7423150" y="3799840"/>
                    <a:pt x="7443470" y="3821430"/>
                  </a:cubicBezTo>
                  <a:cubicBezTo>
                    <a:pt x="7463790" y="3843020"/>
                    <a:pt x="7481570" y="3868420"/>
                    <a:pt x="7496810" y="3893820"/>
                  </a:cubicBezTo>
                  <a:cubicBezTo>
                    <a:pt x="7512050" y="3920490"/>
                    <a:pt x="7523479" y="3948430"/>
                    <a:pt x="7532370" y="3977640"/>
                  </a:cubicBezTo>
                  <a:cubicBezTo>
                    <a:pt x="7539990" y="4006850"/>
                    <a:pt x="7545070" y="4037330"/>
                    <a:pt x="7546340" y="4066540"/>
                  </a:cubicBezTo>
                  <a:cubicBezTo>
                    <a:pt x="7547610" y="4097020"/>
                    <a:pt x="7545070" y="4127500"/>
                    <a:pt x="7538720" y="4156710"/>
                  </a:cubicBezTo>
                  <a:cubicBezTo>
                    <a:pt x="7532370" y="4185920"/>
                    <a:pt x="7522210" y="4216400"/>
                    <a:pt x="7509510" y="4243070"/>
                  </a:cubicBezTo>
                  <a:cubicBezTo>
                    <a:pt x="7496810" y="4269740"/>
                    <a:pt x="7480300" y="4296410"/>
                    <a:pt x="7461250" y="4319270"/>
                  </a:cubicBezTo>
                  <a:cubicBezTo>
                    <a:pt x="7442200" y="4342130"/>
                    <a:pt x="7419340" y="4364990"/>
                    <a:pt x="7395210" y="4382770"/>
                  </a:cubicBezTo>
                  <a:cubicBezTo>
                    <a:pt x="7371080" y="4400550"/>
                    <a:pt x="7350760" y="4401820"/>
                    <a:pt x="7316470" y="4427220"/>
                  </a:cubicBezTo>
                  <a:cubicBezTo>
                    <a:pt x="7230110" y="4489450"/>
                    <a:pt x="7044690" y="4683760"/>
                    <a:pt x="6898640" y="4800600"/>
                  </a:cubicBezTo>
                  <a:cubicBezTo>
                    <a:pt x="6752590" y="4917440"/>
                    <a:pt x="6619240" y="5003800"/>
                    <a:pt x="6442710" y="5125720"/>
                  </a:cubicBezTo>
                  <a:cubicBezTo>
                    <a:pt x="6206490" y="5288280"/>
                    <a:pt x="5740400" y="5621020"/>
                    <a:pt x="5600700" y="5685790"/>
                  </a:cubicBezTo>
                  <a:cubicBezTo>
                    <a:pt x="5558790" y="5704840"/>
                    <a:pt x="5542280" y="5706110"/>
                    <a:pt x="5513070" y="5711190"/>
                  </a:cubicBezTo>
                  <a:cubicBezTo>
                    <a:pt x="5483860" y="5716270"/>
                    <a:pt x="5452110" y="5717540"/>
                    <a:pt x="5422900" y="5715000"/>
                  </a:cubicBezTo>
                  <a:cubicBezTo>
                    <a:pt x="5392420" y="5712460"/>
                    <a:pt x="5361940" y="5706110"/>
                    <a:pt x="5334000" y="5697220"/>
                  </a:cubicBezTo>
                  <a:cubicBezTo>
                    <a:pt x="5304790" y="5687060"/>
                    <a:pt x="5276850" y="5674360"/>
                    <a:pt x="5251450" y="5657850"/>
                  </a:cubicBezTo>
                  <a:cubicBezTo>
                    <a:pt x="5226050" y="5641340"/>
                    <a:pt x="5201920" y="5622290"/>
                    <a:pt x="5181600" y="5600700"/>
                  </a:cubicBezTo>
                  <a:cubicBezTo>
                    <a:pt x="5161280" y="5579110"/>
                    <a:pt x="5142230" y="5553710"/>
                    <a:pt x="5126990" y="5528310"/>
                  </a:cubicBezTo>
                  <a:cubicBezTo>
                    <a:pt x="5111750" y="5502910"/>
                    <a:pt x="5100320" y="5474970"/>
                    <a:pt x="5091430" y="5445760"/>
                  </a:cubicBezTo>
                  <a:cubicBezTo>
                    <a:pt x="5082540" y="5416550"/>
                    <a:pt x="5077460" y="5386070"/>
                    <a:pt x="5076190" y="5355590"/>
                  </a:cubicBezTo>
                  <a:cubicBezTo>
                    <a:pt x="5074920" y="5325110"/>
                    <a:pt x="5077460" y="5294630"/>
                    <a:pt x="5083810" y="5265420"/>
                  </a:cubicBezTo>
                  <a:cubicBezTo>
                    <a:pt x="5090160" y="5236210"/>
                    <a:pt x="5100320" y="5205730"/>
                    <a:pt x="5113020" y="5179060"/>
                  </a:cubicBezTo>
                  <a:cubicBezTo>
                    <a:pt x="5125720" y="5152390"/>
                    <a:pt x="5142230" y="5125720"/>
                    <a:pt x="5161280" y="5102860"/>
                  </a:cubicBezTo>
                  <a:cubicBezTo>
                    <a:pt x="5180330" y="5080000"/>
                    <a:pt x="5190490" y="5063490"/>
                    <a:pt x="5226050" y="5039360"/>
                  </a:cubicBezTo>
                  <a:cubicBezTo>
                    <a:pt x="5320030" y="4977130"/>
                    <a:pt x="5614670" y="4889500"/>
                    <a:pt x="5798820" y="4799330"/>
                  </a:cubicBezTo>
                  <a:cubicBezTo>
                    <a:pt x="5980430" y="4710430"/>
                    <a:pt x="6120130" y="4611370"/>
                    <a:pt x="6322060" y="4503420"/>
                  </a:cubicBezTo>
                  <a:cubicBezTo>
                    <a:pt x="6591300" y="4358640"/>
                    <a:pt x="7030720" y="4151630"/>
                    <a:pt x="7277100" y="4015740"/>
                  </a:cubicBezTo>
                  <a:cubicBezTo>
                    <a:pt x="7435850" y="3928110"/>
                    <a:pt x="7571740" y="3836670"/>
                    <a:pt x="7663179" y="3785870"/>
                  </a:cubicBezTo>
                  <a:cubicBezTo>
                    <a:pt x="7712710" y="3757930"/>
                    <a:pt x="7741920" y="3740150"/>
                    <a:pt x="7778750" y="3726180"/>
                  </a:cubicBezTo>
                  <a:cubicBezTo>
                    <a:pt x="7809229" y="3714750"/>
                    <a:pt x="7837170" y="3707130"/>
                    <a:pt x="7867650" y="3703320"/>
                  </a:cubicBezTo>
                  <a:cubicBezTo>
                    <a:pt x="7896860" y="3699510"/>
                    <a:pt x="7928610" y="3699510"/>
                    <a:pt x="7957820" y="3702050"/>
                  </a:cubicBezTo>
                  <a:cubicBezTo>
                    <a:pt x="7988300" y="3704590"/>
                    <a:pt x="8018779" y="3712210"/>
                    <a:pt x="8046720" y="3722370"/>
                  </a:cubicBezTo>
                  <a:cubicBezTo>
                    <a:pt x="8074660" y="3732530"/>
                    <a:pt x="8102600" y="3747770"/>
                    <a:pt x="8128000" y="3764280"/>
                  </a:cubicBezTo>
                  <a:cubicBezTo>
                    <a:pt x="8153400" y="3780790"/>
                    <a:pt x="8177529" y="3801110"/>
                    <a:pt x="8197850" y="3822700"/>
                  </a:cubicBezTo>
                  <a:cubicBezTo>
                    <a:pt x="8218170" y="3845560"/>
                    <a:pt x="8237220" y="3870960"/>
                    <a:pt x="8251190" y="3897630"/>
                  </a:cubicBezTo>
                  <a:cubicBezTo>
                    <a:pt x="8265160" y="3924300"/>
                    <a:pt x="8276590" y="3953510"/>
                    <a:pt x="8284210" y="3982720"/>
                  </a:cubicBezTo>
                  <a:cubicBezTo>
                    <a:pt x="8291829" y="4011930"/>
                    <a:pt x="8296910" y="4042410"/>
                    <a:pt x="8296910" y="4072890"/>
                  </a:cubicBezTo>
                  <a:cubicBezTo>
                    <a:pt x="8296910" y="4103370"/>
                    <a:pt x="8293100" y="4133850"/>
                    <a:pt x="8286750" y="4163060"/>
                  </a:cubicBezTo>
                  <a:cubicBezTo>
                    <a:pt x="8280400" y="4192270"/>
                    <a:pt x="8270240" y="4222750"/>
                    <a:pt x="8256270" y="4249420"/>
                  </a:cubicBezTo>
                  <a:cubicBezTo>
                    <a:pt x="8242300" y="4276090"/>
                    <a:pt x="8225790" y="4302760"/>
                    <a:pt x="8205470" y="4325620"/>
                  </a:cubicBezTo>
                  <a:cubicBezTo>
                    <a:pt x="8186420" y="4348480"/>
                    <a:pt x="8173720" y="4357370"/>
                    <a:pt x="8138160" y="4386580"/>
                  </a:cubicBezTo>
                  <a:cubicBezTo>
                    <a:pt x="8026400" y="4478020"/>
                    <a:pt x="7616190" y="4813300"/>
                    <a:pt x="7419340" y="4925060"/>
                  </a:cubicBezTo>
                  <a:cubicBezTo>
                    <a:pt x="7298690" y="4993640"/>
                    <a:pt x="7192010" y="5033010"/>
                    <a:pt x="7105650" y="5054600"/>
                  </a:cubicBezTo>
                  <a:cubicBezTo>
                    <a:pt x="7047229" y="5068570"/>
                    <a:pt x="6996429" y="5073650"/>
                    <a:pt x="6955790" y="5069840"/>
                  </a:cubicBezTo>
                  <a:cubicBezTo>
                    <a:pt x="6926579" y="5067300"/>
                    <a:pt x="6910070" y="5063490"/>
                    <a:pt x="6883400" y="5050790"/>
                  </a:cubicBezTo>
                  <a:cubicBezTo>
                    <a:pt x="6846570" y="5033010"/>
                    <a:pt x="6788150" y="4992370"/>
                    <a:pt x="6760210" y="4963160"/>
                  </a:cubicBezTo>
                  <a:cubicBezTo>
                    <a:pt x="6739890" y="4941570"/>
                    <a:pt x="6729729" y="4922520"/>
                    <a:pt x="6718300" y="4899660"/>
                  </a:cubicBezTo>
                  <a:cubicBezTo>
                    <a:pt x="6706870" y="4876800"/>
                    <a:pt x="6697979" y="4857750"/>
                    <a:pt x="6692900" y="4828540"/>
                  </a:cubicBezTo>
                  <a:cubicBezTo>
                    <a:pt x="6686550" y="4787900"/>
                    <a:pt x="6687820" y="4719320"/>
                    <a:pt x="6695440" y="4678680"/>
                  </a:cubicBezTo>
                  <a:cubicBezTo>
                    <a:pt x="6700520" y="4649470"/>
                    <a:pt x="6708140" y="4632960"/>
                    <a:pt x="6723379" y="4607560"/>
                  </a:cubicBezTo>
                  <a:cubicBezTo>
                    <a:pt x="6744970" y="4573270"/>
                    <a:pt x="6817360" y="4491990"/>
                    <a:pt x="6824979" y="4497070"/>
                  </a:cubicBezTo>
                  <a:cubicBezTo>
                    <a:pt x="6835140" y="4503420"/>
                    <a:pt x="6697979" y="4785360"/>
                    <a:pt x="6685279" y="4781550"/>
                  </a:cubicBezTo>
                  <a:cubicBezTo>
                    <a:pt x="6677660" y="4779010"/>
                    <a:pt x="6686550" y="4712970"/>
                    <a:pt x="6695440" y="4679950"/>
                  </a:cubicBezTo>
                  <a:cubicBezTo>
                    <a:pt x="6704329" y="4646930"/>
                    <a:pt x="6718300" y="4613910"/>
                    <a:pt x="6736079" y="4585970"/>
                  </a:cubicBezTo>
                  <a:cubicBezTo>
                    <a:pt x="6753860" y="4558030"/>
                    <a:pt x="6777990" y="4531360"/>
                    <a:pt x="6804660" y="4511040"/>
                  </a:cubicBezTo>
                  <a:cubicBezTo>
                    <a:pt x="6831329" y="4490720"/>
                    <a:pt x="6861810" y="4474210"/>
                    <a:pt x="6893560" y="4462780"/>
                  </a:cubicBezTo>
                  <a:cubicBezTo>
                    <a:pt x="6925310" y="4451350"/>
                    <a:pt x="6960870" y="4443730"/>
                    <a:pt x="6993890" y="4443730"/>
                  </a:cubicBezTo>
                  <a:cubicBezTo>
                    <a:pt x="7026910" y="4443730"/>
                    <a:pt x="7062470" y="4448810"/>
                    <a:pt x="7094220" y="4458970"/>
                  </a:cubicBezTo>
                  <a:cubicBezTo>
                    <a:pt x="7125970" y="4469130"/>
                    <a:pt x="7158990" y="4484370"/>
                    <a:pt x="7185660" y="4504690"/>
                  </a:cubicBezTo>
                  <a:cubicBezTo>
                    <a:pt x="7212329" y="4523740"/>
                    <a:pt x="7237729" y="4550410"/>
                    <a:pt x="7256779" y="4577080"/>
                  </a:cubicBezTo>
                  <a:cubicBezTo>
                    <a:pt x="7275829" y="4605020"/>
                    <a:pt x="7291070" y="4636770"/>
                    <a:pt x="7301229" y="4668520"/>
                  </a:cubicBezTo>
                  <a:cubicBezTo>
                    <a:pt x="7311390" y="4700270"/>
                    <a:pt x="7315200" y="4737100"/>
                    <a:pt x="7313929" y="4770120"/>
                  </a:cubicBezTo>
                  <a:cubicBezTo>
                    <a:pt x="7312660" y="4803140"/>
                    <a:pt x="7305040" y="4837430"/>
                    <a:pt x="7293610" y="4869180"/>
                  </a:cubicBezTo>
                  <a:cubicBezTo>
                    <a:pt x="7282179" y="4900930"/>
                    <a:pt x="7264400" y="4931410"/>
                    <a:pt x="7242810" y="4958080"/>
                  </a:cubicBezTo>
                  <a:cubicBezTo>
                    <a:pt x="7221220" y="4983480"/>
                    <a:pt x="7194550" y="5007610"/>
                    <a:pt x="7166610" y="5025390"/>
                  </a:cubicBezTo>
                  <a:cubicBezTo>
                    <a:pt x="7138670" y="5043170"/>
                    <a:pt x="7105650" y="5055870"/>
                    <a:pt x="7072629" y="5063490"/>
                  </a:cubicBezTo>
                  <a:cubicBezTo>
                    <a:pt x="7039610" y="5071110"/>
                    <a:pt x="7004050" y="5073650"/>
                    <a:pt x="6971029" y="5071110"/>
                  </a:cubicBezTo>
                  <a:cubicBezTo>
                    <a:pt x="6938010" y="5068570"/>
                    <a:pt x="6902450" y="5059680"/>
                    <a:pt x="6871970" y="5045710"/>
                  </a:cubicBezTo>
                  <a:cubicBezTo>
                    <a:pt x="6841490" y="5031740"/>
                    <a:pt x="6811010" y="5012690"/>
                    <a:pt x="6786879" y="4989830"/>
                  </a:cubicBezTo>
                  <a:cubicBezTo>
                    <a:pt x="6762750" y="4966970"/>
                    <a:pt x="6741160" y="4939030"/>
                    <a:pt x="6724650" y="4909820"/>
                  </a:cubicBezTo>
                  <a:cubicBezTo>
                    <a:pt x="6708140" y="4880610"/>
                    <a:pt x="6696710" y="4847590"/>
                    <a:pt x="6690360" y="4814570"/>
                  </a:cubicBezTo>
                  <a:cubicBezTo>
                    <a:pt x="6684010" y="4781550"/>
                    <a:pt x="6682740" y="4745990"/>
                    <a:pt x="6687820" y="4712970"/>
                  </a:cubicBezTo>
                  <a:cubicBezTo>
                    <a:pt x="6692900" y="4679950"/>
                    <a:pt x="6704329" y="4645660"/>
                    <a:pt x="6719570" y="4616450"/>
                  </a:cubicBezTo>
                  <a:cubicBezTo>
                    <a:pt x="6734810" y="4585970"/>
                    <a:pt x="6755129" y="4558030"/>
                    <a:pt x="6779260" y="4533900"/>
                  </a:cubicBezTo>
                  <a:cubicBezTo>
                    <a:pt x="6803390" y="4511040"/>
                    <a:pt x="6831329" y="4489450"/>
                    <a:pt x="6861810" y="4475480"/>
                  </a:cubicBezTo>
                  <a:cubicBezTo>
                    <a:pt x="6892290" y="4460240"/>
                    <a:pt x="6926579" y="4450080"/>
                    <a:pt x="6959600" y="4446270"/>
                  </a:cubicBezTo>
                  <a:cubicBezTo>
                    <a:pt x="6992620" y="4442460"/>
                    <a:pt x="7028179" y="4443730"/>
                    <a:pt x="7061200" y="4450080"/>
                  </a:cubicBezTo>
                  <a:cubicBezTo>
                    <a:pt x="7094220" y="4456430"/>
                    <a:pt x="7127240" y="4469130"/>
                    <a:pt x="7156450" y="4485640"/>
                  </a:cubicBezTo>
                  <a:cubicBezTo>
                    <a:pt x="7185660" y="4502150"/>
                    <a:pt x="7213600" y="4525010"/>
                    <a:pt x="7235190" y="4550410"/>
                  </a:cubicBezTo>
                  <a:cubicBezTo>
                    <a:pt x="7258050" y="4575810"/>
                    <a:pt x="7284720" y="4596130"/>
                    <a:pt x="7289800" y="4636770"/>
                  </a:cubicBezTo>
                  <a:cubicBezTo>
                    <a:pt x="7301229" y="4718050"/>
                    <a:pt x="7222490" y="4963160"/>
                    <a:pt x="7174229" y="5020310"/>
                  </a:cubicBezTo>
                  <a:cubicBezTo>
                    <a:pt x="7152640" y="5045710"/>
                    <a:pt x="7133590" y="5046980"/>
                    <a:pt x="7105650" y="5054600"/>
                  </a:cubicBezTo>
                  <a:cubicBezTo>
                    <a:pt x="7066279" y="5066030"/>
                    <a:pt x="6996429" y="5073650"/>
                    <a:pt x="6955790" y="5069840"/>
                  </a:cubicBezTo>
                  <a:cubicBezTo>
                    <a:pt x="6926579" y="5067300"/>
                    <a:pt x="6910070" y="5063490"/>
                    <a:pt x="6883400" y="5050790"/>
                  </a:cubicBezTo>
                  <a:cubicBezTo>
                    <a:pt x="6846570" y="5033010"/>
                    <a:pt x="6791960" y="4999990"/>
                    <a:pt x="6760210" y="4963160"/>
                  </a:cubicBezTo>
                  <a:cubicBezTo>
                    <a:pt x="6728460" y="4926330"/>
                    <a:pt x="6703060" y="4875530"/>
                    <a:pt x="6692900" y="4828540"/>
                  </a:cubicBezTo>
                  <a:cubicBezTo>
                    <a:pt x="6682740" y="4781550"/>
                    <a:pt x="6687820" y="4719320"/>
                    <a:pt x="6695440" y="4678680"/>
                  </a:cubicBezTo>
                  <a:cubicBezTo>
                    <a:pt x="6700520" y="4649470"/>
                    <a:pt x="6708140" y="4632960"/>
                    <a:pt x="6723379" y="4607560"/>
                  </a:cubicBezTo>
                  <a:cubicBezTo>
                    <a:pt x="6744970" y="4573270"/>
                    <a:pt x="6817360" y="4526280"/>
                    <a:pt x="6824979" y="4497070"/>
                  </a:cubicBezTo>
                  <a:cubicBezTo>
                    <a:pt x="6828790" y="4481830"/>
                    <a:pt x="6811010" y="4475480"/>
                    <a:pt x="6817360" y="4458970"/>
                  </a:cubicBezTo>
                  <a:cubicBezTo>
                    <a:pt x="6838950" y="4398010"/>
                    <a:pt x="7078979" y="4231640"/>
                    <a:pt x="7221220" y="4119880"/>
                  </a:cubicBezTo>
                  <a:cubicBezTo>
                    <a:pt x="7372350" y="4001770"/>
                    <a:pt x="7604760" y="3830320"/>
                    <a:pt x="7698739" y="3770630"/>
                  </a:cubicBezTo>
                  <a:cubicBezTo>
                    <a:pt x="7735570" y="3746500"/>
                    <a:pt x="7750810" y="3737610"/>
                    <a:pt x="7778750" y="3726180"/>
                  </a:cubicBezTo>
                  <a:cubicBezTo>
                    <a:pt x="7806689" y="3714750"/>
                    <a:pt x="7837170" y="3707130"/>
                    <a:pt x="7867650" y="3703320"/>
                  </a:cubicBezTo>
                  <a:cubicBezTo>
                    <a:pt x="7896860" y="3699510"/>
                    <a:pt x="7928610" y="3699510"/>
                    <a:pt x="7957820" y="3702050"/>
                  </a:cubicBezTo>
                  <a:cubicBezTo>
                    <a:pt x="7988300" y="3704590"/>
                    <a:pt x="8018779" y="3712210"/>
                    <a:pt x="8046720" y="3722370"/>
                  </a:cubicBezTo>
                  <a:cubicBezTo>
                    <a:pt x="8074660" y="3732530"/>
                    <a:pt x="8102600" y="3747770"/>
                    <a:pt x="8128000" y="3764280"/>
                  </a:cubicBezTo>
                  <a:cubicBezTo>
                    <a:pt x="8153400" y="3780790"/>
                    <a:pt x="8177529" y="3801110"/>
                    <a:pt x="8197850" y="3822700"/>
                  </a:cubicBezTo>
                  <a:cubicBezTo>
                    <a:pt x="8218170" y="3845560"/>
                    <a:pt x="8237220" y="3870960"/>
                    <a:pt x="8251189" y="3897630"/>
                  </a:cubicBezTo>
                  <a:cubicBezTo>
                    <a:pt x="8265160" y="3924300"/>
                    <a:pt x="8276589" y="3953510"/>
                    <a:pt x="8284210" y="3982720"/>
                  </a:cubicBezTo>
                  <a:cubicBezTo>
                    <a:pt x="8291829" y="4011930"/>
                    <a:pt x="8296910" y="4042410"/>
                    <a:pt x="8296910" y="4072890"/>
                  </a:cubicBezTo>
                  <a:cubicBezTo>
                    <a:pt x="8296910" y="4103370"/>
                    <a:pt x="8293100" y="4133850"/>
                    <a:pt x="8286750" y="4163060"/>
                  </a:cubicBezTo>
                  <a:cubicBezTo>
                    <a:pt x="8280400" y="4192270"/>
                    <a:pt x="8270239" y="4222750"/>
                    <a:pt x="8256270" y="4249420"/>
                  </a:cubicBezTo>
                  <a:cubicBezTo>
                    <a:pt x="8242300" y="4276090"/>
                    <a:pt x="8224520" y="4301490"/>
                    <a:pt x="8205470" y="4324350"/>
                  </a:cubicBezTo>
                  <a:cubicBezTo>
                    <a:pt x="8185150" y="4347210"/>
                    <a:pt x="8173720" y="4361180"/>
                    <a:pt x="8138160" y="4386580"/>
                  </a:cubicBezTo>
                  <a:cubicBezTo>
                    <a:pt x="8049260" y="4452620"/>
                    <a:pt x="7824470" y="4579620"/>
                    <a:pt x="7627620" y="4686300"/>
                  </a:cubicBezTo>
                  <a:cubicBezTo>
                    <a:pt x="7367270" y="4827270"/>
                    <a:pt x="6974839" y="5002530"/>
                    <a:pt x="6704329" y="5146040"/>
                  </a:cubicBezTo>
                  <a:cubicBezTo>
                    <a:pt x="6485890" y="5261610"/>
                    <a:pt x="6306820" y="5389880"/>
                    <a:pt x="6122670" y="5474970"/>
                  </a:cubicBezTo>
                  <a:cubicBezTo>
                    <a:pt x="5967730" y="5547360"/>
                    <a:pt x="5764530" y="5599430"/>
                    <a:pt x="5678170" y="5640070"/>
                  </a:cubicBezTo>
                  <a:cubicBezTo>
                    <a:pt x="5640070" y="5657850"/>
                    <a:pt x="5628640" y="5674360"/>
                    <a:pt x="5600699" y="5685790"/>
                  </a:cubicBezTo>
                  <a:cubicBezTo>
                    <a:pt x="5572760" y="5697220"/>
                    <a:pt x="5542280" y="5706110"/>
                    <a:pt x="5513070" y="5711190"/>
                  </a:cubicBezTo>
                  <a:cubicBezTo>
                    <a:pt x="5483860" y="5716270"/>
                    <a:pt x="5452110" y="5717540"/>
                    <a:pt x="5422899" y="5715000"/>
                  </a:cubicBezTo>
                  <a:cubicBezTo>
                    <a:pt x="5392420" y="5712460"/>
                    <a:pt x="5361940" y="5706110"/>
                    <a:pt x="5333999" y="5697220"/>
                  </a:cubicBezTo>
                  <a:cubicBezTo>
                    <a:pt x="5304790" y="5687060"/>
                    <a:pt x="5276849" y="5674360"/>
                    <a:pt x="5251449" y="5657850"/>
                  </a:cubicBezTo>
                  <a:cubicBezTo>
                    <a:pt x="5226049" y="5641340"/>
                    <a:pt x="5201920" y="5622290"/>
                    <a:pt x="5181599" y="5600700"/>
                  </a:cubicBezTo>
                  <a:cubicBezTo>
                    <a:pt x="5161280" y="5579110"/>
                    <a:pt x="5142230" y="5553710"/>
                    <a:pt x="5126990" y="5528310"/>
                  </a:cubicBezTo>
                  <a:cubicBezTo>
                    <a:pt x="5111749" y="5502910"/>
                    <a:pt x="5100320" y="5474970"/>
                    <a:pt x="5091430" y="5445760"/>
                  </a:cubicBezTo>
                  <a:cubicBezTo>
                    <a:pt x="5082540" y="5416550"/>
                    <a:pt x="5077460" y="5386070"/>
                    <a:pt x="5076190" y="5355590"/>
                  </a:cubicBezTo>
                  <a:cubicBezTo>
                    <a:pt x="5074920" y="5325110"/>
                    <a:pt x="5077460" y="5294630"/>
                    <a:pt x="5083810" y="5265420"/>
                  </a:cubicBezTo>
                  <a:cubicBezTo>
                    <a:pt x="5090160" y="5236210"/>
                    <a:pt x="5099049" y="5205730"/>
                    <a:pt x="5111749" y="5179060"/>
                  </a:cubicBezTo>
                  <a:cubicBezTo>
                    <a:pt x="5124449" y="5152390"/>
                    <a:pt x="5142230" y="5125720"/>
                    <a:pt x="5161280" y="5102860"/>
                  </a:cubicBezTo>
                  <a:cubicBezTo>
                    <a:pt x="5180330" y="5080000"/>
                    <a:pt x="5198110" y="5064760"/>
                    <a:pt x="5226049" y="5039360"/>
                  </a:cubicBezTo>
                  <a:cubicBezTo>
                    <a:pt x="5273040" y="4997450"/>
                    <a:pt x="5341620" y="4931410"/>
                    <a:pt x="5419090" y="4876800"/>
                  </a:cubicBezTo>
                  <a:cubicBezTo>
                    <a:pt x="5518149" y="4805680"/>
                    <a:pt x="5636260" y="4751070"/>
                    <a:pt x="5781040" y="4657090"/>
                  </a:cubicBezTo>
                  <a:cubicBezTo>
                    <a:pt x="6007099" y="4511040"/>
                    <a:pt x="6405880" y="4240530"/>
                    <a:pt x="6631940" y="4066540"/>
                  </a:cubicBezTo>
                  <a:cubicBezTo>
                    <a:pt x="6790690" y="3944620"/>
                    <a:pt x="6936740" y="3779520"/>
                    <a:pt x="7024370" y="3733800"/>
                  </a:cubicBezTo>
                  <a:cubicBezTo>
                    <a:pt x="7061200" y="3714750"/>
                    <a:pt x="7082790" y="3714750"/>
                    <a:pt x="7112000" y="3709670"/>
                  </a:cubicBezTo>
                  <a:cubicBezTo>
                    <a:pt x="7141210" y="3704590"/>
                    <a:pt x="7172960" y="3703320"/>
                    <a:pt x="7202170" y="3705860"/>
                  </a:cubicBezTo>
                  <a:cubicBezTo>
                    <a:pt x="7232650" y="3708400"/>
                    <a:pt x="7263129" y="3714750"/>
                    <a:pt x="7291070" y="3724910"/>
                  </a:cubicBezTo>
                  <a:cubicBezTo>
                    <a:pt x="7319010" y="3733800"/>
                    <a:pt x="7346950" y="3746500"/>
                    <a:pt x="7372350" y="3763010"/>
                  </a:cubicBezTo>
                  <a:cubicBezTo>
                    <a:pt x="7397750" y="3779520"/>
                    <a:pt x="7423150" y="3799840"/>
                    <a:pt x="7443470" y="3821430"/>
                  </a:cubicBezTo>
                  <a:cubicBezTo>
                    <a:pt x="7463790" y="3843020"/>
                    <a:pt x="7481570" y="3868420"/>
                    <a:pt x="7496810" y="3893820"/>
                  </a:cubicBezTo>
                  <a:cubicBezTo>
                    <a:pt x="7512050" y="3920490"/>
                    <a:pt x="7523479" y="3948430"/>
                    <a:pt x="7532370" y="3977640"/>
                  </a:cubicBezTo>
                  <a:cubicBezTo>
                    <a:pt x="7539990" y="4006850"/>
                    <a:pt x="7545070" y="4037330"/>
                    <a:pt x="7546340" y="4066540"/>
                  </a:cubicBezTo>
                  <a:cubicBezTo>
                    <a:pt x="7547610" y="4097020"/>
                    <a:pt x="7545070" y="4127500"/>
                    <a:pt x="7538720" y="4156710"/>
                  </a:cubicBezTo>
                  <a:cubicBezTo>
                    <a:pt x="7532370" y="4185920"/>
                    <a:pt x="7522210" y="4216400"/>
                    <a:pt x="7509510" y="4243070"/>
                  </a:cubicBezTo>
                  <a:cubicBezTo>
                    <a:pt x="7496810" y="4269740"/>
                    <a:pt x="7480300" y="4296410"/>
                    <a:pt x="7461250" y="4319270"/>
                  </a:cubicBezTo>
                  <a:cubicBezTo>
                    <a:pt x="7442200" y="4342130"/>
                    <a:pt x="7419340" y="4364990"/>
                    <a:pt x="7395210" y="4382770"/>
                  </a:cubicBezTo>
                  <a:cubicBezTo>
                    <a:pt x="7371079" y="4400550"/>
                    <a:pt x="7353300" y="4409440"/>
                    <a:pt x="7316470" y="4427220"/>
                  </a:cubicBezTo>
                  <a:cubicBezTo>
                    <a:pt x="7233920" y="4466590"/>
                    <a:pt x="7051040" y="4522470"/>
                    <a:pt x="6910070" y="4584700"/>
                  </a:cubicBezTo>
                  <a:cubicBezTo>
                    <a:pt x="6748779" y="4655820"/>
                    <a:pt x="6584950" y="4740910"/>
                    <a:pt x="6404610" y="4837430"/>
                  </a:cubicBezTo>
                  <a:cubicBezTo>
                    <a:pt x="6188710" y="4953000"/>
                    <a:pt x="5933440" y="5113020"/>
                    <a:pt x="5703570" y="5236210"/>
                  </a:cubicBezTo>
                  <a:cubicBezTo>
                    <a:pt x="5486399" y="5353050"/>
                    <a:pt x="5266690" y="5464810"/>
                    <a:pt x="5060950" y="5562600"/>
                  </a:cubicBezTo>
                  <a:cubicBezTo>
                    <a:pt x="4875530" y="5651500"/>
                    <a:pt x="4631690" y="5770880"/>
                    <a:pt x="4526280" y="5802630"/>
                  </a:cubicBezTo>
                  <a:cubicBezTo>
                    <a:pt x="4484370" y="5815330"/>
                    <a:pt x="4466590" y="5816600"/>
                    <a:pt x="4436110" y="5817870"/>
                  </a:cubicBezTo>
                  <a:cubicBezTo>
                    <a:pt x="4405630" y="5819140"/>
                    <a:pt x="4373880" y="5817870"/>
                    <a:pt x="4344670" y="5811520"/>
                  </a:cubicBezTo>
                  <a:cubicBezTo>
                    <a:pt x="4315460" y="5805170"/>
                    <a:pt x="4284980" y="5796280"/>
                    <a:pt x="4258310" y="5783580"/>
                  </a:cubicBezTo>
                  <a:cubicBezTo>
                    <a:pt x="4230370" y="5770880"/>
                    <a:pt x="4203700" y="5754370"/>
                    <a:pt x="4180840" y="5735320"/>
                  </a:cubicBezTo>
                  <a:cubicBezTo>
                    <a:pt x="4156710" y="5716270"/>
                    <a:pt x="4135120" y="5693410"/>
                    <a:pt x="4117340" y="5669280"/>
                  </a:cubicBezTo>
                  <a:cubicBezTo>
                    <a:pt x="4098290" y="5645150"/>
                    <a:pt x="4083050" y="5618480"/>
                    <a:pt x="4070350" y="5590540"/>
                  </a:cubicBezTo>
                  <a:cubicBezTo>
                    <a:pt x="4058920" y="5562600"/>
                    <a:pt x="4050030" y="5533390"/>
                    <a:pt x="4044950" y="5504180"/>
                  </a:cubicBezTo>
                  <a:cubicBezTo>
                    <a:pt x="4039870" y="5474970"/>
                    <a:pt x="4037330" y="5443220"/>
                    <a:pt x="4039870" y="5412740"/>
                  </a:cubicBezTo>
                  <a:cubicBezTo>
                    <a:pt x="4042410" y="5382260"/>
                    <a:pt x="4047490" y="5351780"/>
                    <a:pt x="4057650" y="5322570"/>
                  </a:cubicBezTo>
                  <a:cubicBezTo>
                    <a:pt x="4066540" y="5293360"/>
                    <a:pt x="4080510" y="5265420"/>
                    <a:pt x="4097020" y="5240020"/>
                  </a:cubicBezTo>
                  <a:cubicBezTo>
                    <a:pt x="4113530" y="5214620"/>
                    <a:pt x="4132580" y="5190490"/>
                    <a:pt x="4154170" y="5168900"/>
                  </a:cubicBezTo>
                  <a:cubicBezTo>
                    <a:pt x="4175760" y="5147310"/>
                    <a:pt x="4192270" y="5135880"/>
                    <a:pt x="4226560" y="5113020"/>
                  </a:cubicBezTo>
                  <a:cubicBezTo>
                    <a:pt x="4297680" y="5066030"/>
                    <a:pt x="4452620" y="4996180"/>
                    <a:pt x="4570730" y="4925060"/>
                  </a:cubicBezTo>
                  <a:cubicBezTo>
                    <a:pt x="4704080" y="4846320"/>
                    <a:pt x="4806950" y="4761230"/>
                    <a:pt x="4983480" y="4657090"/>
                  </a:cubicBezTo>
                  <a:cubicBezTo>
                    <a:pt x="5276850" y="4485640"/>
                    <a:pt x="5878830" y="4198620"/>
                    <a:pt x="6186170" y="4023360"/>
                  </a:cubicBezTo>
                  <a:cubicBezTo>
                    <a:pt x="6383020" y="3911600"/>
                    <a:pt x="6563360" y="3771900"/>
                    <a:pt x="6659879" y="3731260"/>
                  </a:cubicBezTo>
                  <a:cubicBezTo>
                    <a:pt x="6697979" y="3714750"/>
                    <a:pt x="6717029" y="3713480"/>
                    <a:pt x="6746240" y="3709670"/>
                  </a:cubicBezTo>
                  <a:cubicBezTo>
                    <a:pt x="6775450" y="3705860"/>
                    <a:pt x="6805929" y="3705860"/>
                    <a:pt x="6835140" y="3709670"/>
                  </a:cubicBezTo>
                  <a:cubicBezTo>
                    <a:pt x="6864350" y="3713480"/>
                    <a:pt x="6894829" y="3721100"/>
                    <a:pt x="6922770" y="3731260"/>
                  </a:cubicBezTo>
                  <a:cubicBezTo>
                    <a:pt x="6950710" y="3741420"/>
                    <a:pt x="6977379" y="3756660"/>
                    <a:pt x="7001510" y="3773170"/>
                  </a:cubicBezTo>
                  <a:cubicBezTo>
                    <a:pt x="7025640" y="3789680"/>
                    <a:pt x="7048500" y="3811270"/>
                    <a:pt x="7067550" y="3832860"/>
                  </a:cubicBezTo>
                  <a:cubicBezTo>
                    <a:pt x="7086600" y="3855720"/>
                    <a:pt x="7104379" y="3879850"/>
                    <a:pt x="7118350" y="3906520"/>
                  </a:cubicBezTo>
                  <a:cubicBezTo>
                    <a:pt x="7132320" y="3931920"/>
                    <a:pt x="7142479" y="3961130"/>
                    <a:pt x="7150100" y="3989070"/>
                  </a:cubicBezTo>
                  <a:cubicBezTo>
                    <a:pt x="7157720" y="4018280"/>
                    <a:pt x="7160260" y="4048760"/>
                    <a:pt x="7160260" y="4077970"/>
                  </a:cubicBezTo>
                  <a:cubicBezTo>
                    <a:pt x="7160260" y="4107180"/>
                    <a:pt x="7157720" y="4137660"/>
                    <a:pt x="7150100" y="4166870"/>
                  </a:cubicBezTo>
                  <a:cubicBezTo>
                    <a:pt x="7142479" y="4194810"/>
                    <a:pt x="7132320" y="4224020"/>
                    <a:pt x="7118350" y="4249420"/>
                  </a:cubicBezTo>
                  <a:cubicBezTo>
                    <a:pt x="7104379" y="4276090"/>
                    <a:pt x="7086600" y="4301490"/>
                    <a:pt x="7067550" y="4323080"/>
                  </a:cubicBezTo>
                  <a:cubicBezTo>
                    <a:pt x="7047229" y="4345940"/>
                    <a:pt x="7024370" y="4366260"/>
                    <a:pt x="7000240" y="4382770"/>
                  </a:cubicBezTo>
                  <a:cubicBezTo>
                    <a:pt x="6976110" y="4399280"/>
                    <a:pt x="6958329" y="4408170"/>
                    <a:pt x="6921500" y="4423410"/>
                  </a:cubicBezTo>
                  <a:cubicBezTo>
                    <a:pt x="6842760" y="4455160"/>
                    <a:pt x="6684010" y="4491990"/>
                    <a:pt x="6540500" y="4538980"/>
                  </a:cubicBezTo>
                  <a:cubicBezTo>
                    <a:pt x="6349999" y="4601210"/>
                    <a:pt x="6084570" y="4695190"/>
                    <a:pt x="5881370" y="4770120"/>
                  </a:cubicBezTo>
                  <a:cubicBezTo>
                    <a:pt x="5704840" y="4836160"/>
                    <a:pt x="5561330" y="4890770"/>
                    <a:pt x="5391149" y="4963160"/>
                  </a:cubicBezTo>
                  <a:cubicBezTo>
                    <a:pt x="5201920" y="5043170"/>
                    <a:pt x="5022849" y="5121910"/>
                    <a:pt x="4798060" y="5232400"/>
                  </a:cubicBezTo>
                  <a:cubicBezTo>
                    <a:pt x="4491990" y="5383530"/>
                    <a:pt x="3888740" y="5734050"/>
                    <a:pt x="3731260" y="5802630"/>
                  </a:cubicBezTo>
                  <a:cubicBezTo>
                    <a:pt x="3688080" y="5821680"/>
                    <a:pt x="3675380" y="5825490"/>
                    <a:pt x="3646170" y="5831840"/>
                  </a:cubicBezTo>
                  <a:cubicBezTo>
                    <a:pt x="3616960" y="5838190"/>
                    <a:pt x="3586480" y="5840730"/>
                    <a:pt x="3555999" y="5839460"/>
                  </a:cubicBezTo>
                  <a:cubicBezTo>
                    <a:pt x="3526790" y="5838190"/>
                    <a:pt x="3496310" y="5834380"/>
                    <a:pt x="3467099" y="5825490"/>
                  </a:cubicBezTo>
                  <a:cubicBezTo>
                    <a:pt x="3439160" y="5817870"/>
                    <a:pt x="3409949" y="5805170"/>
                    <a:pt x="3384549" y="5789930"/>
                  </a:cubicBezTo>
                  <a:cubicBezTo>
                    <a:pt x="3359149" y="5774690"/>
                    <a:pt x="3333749" y="5756910"/>
                    <a:pt x="3312160" y="5736590"/>
                  </a:cubicBezTo>
                  <a:cubicBezTo>
                    <a:pt x="3290570" y="5716270"/>
                    <a:pt x="3271520" y="5692140"/>
                    <a:pt x="3255010" y="5666740"/>
                  </a:cubicBezTo>
                  <a:cubicBezTo>
                    <a:pt x="3238499" y="5641340"/>
                    <a:pt x="3225799" y="5614670"/>
                    <a:pt x="3215640" y="5586730"/>
                  </a:cubicBezTo>
                  <a:cubicBezTo>
                    <a:pt x="3205480" y="5558790"/>
                    <a:pt x="3199130" y="5528310"/>
                    <a:pt x="3196590" y="5497830"/>
                  </a:cubicBezTo>
                  <a:cubicBezTo>
                    <a:pt x="3194050" y="5468620"/>
                    <a:pt x="3194050" y="5436870"/>
                    <a:pt x="3199130" y="5407660"/>
                  </a:cubicBezTo>
                  <a:cubicBezTo>
                    <a:pt x="3204210" y="5378450"/>
                    <a:pt x="3213099" y="5349240"/>
                    <a:pt x="3224530" y="5321300"/>
                  </a:cubicBezTo>
                  <a:cubicBezTo>
                    <a:pt x="3235960" y="5293360"/>
                    <a:pt x="3251199" y="5266690"/>
                    <a:pt x="3268980" y="5242560"/>
                  </a:cubicBezTo>
                  <a:cubicBezTo>
                    <a:pt x="3286760" y="5218430"/>
                    <a:pt x="3296920" y="5205730"/>
                    <a:pt x="3331210" y="5177790"/>
                  </a:cubicBezTo>
                  <a:cubicBezTo>
                    <a:pt x="3431540" y="5097780"/>
                    <a:pt x="3770630" y="4912360"/>
                    <a:pt x="3987799" y="4790440"/>
                  </a:cubicBezTo>
                  <a:cubicBezTo>
                    <a:pt x="4197349" y="4673600"/>
                    <a:pt x="4366260" y="4582160"/>
                    <a:pt x="4612640" y="4461510"/>
                  </a:cubicBezTo>
                  <a:cubicBezTo>
                    <a:pt x="4956810" y="4293870"/>
                    <a:pt x="5534660" y="4056380"/>
                    <a:pt x="5871210" y="3895090"/>
                  </a:cubicBezTo>
                  <a:cubicBezTo>
                    <a:pt x="6101080" y="3784600"/>
                    <a:pt x="6337299" y="3642360"/>
                    <a:pt x="6445249" y="3602990"/>
                  </a:cubicBezTo>
                  <a:cubicBezTo>
                    <a:pt x="6485890" y="3587750"/>
                    <a:pt x="6502400" y="3586480"/>
                    <a:pt x="6531610" y="3582670"/>
                  </a:cubicBezTo>
                  <a:cubicBezTo>
                    <a:pt x="6560820" y="3578860"/>
                    <a:pt x="6592570" y="3580130"/>
                    <a:pt x="6621779" y="3583940"/>
                  </a:cubicBezTo>
                  <a:cubicBezTo>
                    <a:pt x="6650990" y="3587750"/>
                    <a:pt x="6680200" y="3594100"/>
                    <a:pt x="6708140" y="3605530"/>
                  </a:cubicBezTo>
                  <a:cubicBezTo>
                    <a:pt x="6734810" y="3615690"/>
                    <a:pt x="6761479" y="3632200"/>
                    <a:pt x="6785610" y="3648710"/>
                  </a:cubicBezTo>
                  <a:cubicBezTo>
                    <a:pt x="6809740" y="3666490"/>
                    <a:pt x="6832600" y="3686810"/>
                    <a:pt x="6851650" y="3708400"/>
                  </a:cubicBezTo>
                  <a:cubicBezTo>
                    <a:pt x="6870700" y="3731260"/>
                    <a:pt x="6888479" y="3755390"/>
                    <a:pt x="6902450" y="3782060"/>
                  </a:cubicBezTo>
                  <a:cubicBezTo>
                    <a:pt x="6916420" y="3808730"/>
                    <a:pt x="6926579" y="3836670"/>
                    <a:pt x="6932929" y="3865880"/>
                  </a:cubicBezTo>
                  <a:cubicBezTo>
                    <a:pt x="6939279" y="3895090"/>
                    <a:pt x="6943090" y="3925570"/>
                    <a:pt x="6943090" y="3954780"/>
                  </a:cubicBezTo>
                  <a:cubicBezTo>
                    <a:pt x="6943090" y="3983990"/>
                    <a:pt x="6939279" y="4014470"/>
                    <a:pt x="6931660" y="4042410"/>
                  </a:cubicBezTo>
                  <a:cubicBezTo>
                    <a:pt x="6924040" y="4071620"/>
                    <a:pt x="6912610" y="4099560"/>
                    <a:pt x="6898640" y="4126230"/>
                  </a:cubicBezTo>
                  <a:cubicBezTo>
                    <a:pt x="6884670" y="4151630"/>
                    <a:pt x="6866890" y="4177030"/>
                    <a:pt x="6846570" y="4198620"/>
                  </a:cubicBezTo>
                  <a:cubicBezTo>
                    <a:pt x="6826250" y="4220210"/>
                    <a:pt x="6803390" y="4240530"/>
                    <a:pt x="6779260" y="4257040"/>
                  </a:cubicBezTo>
                  <a:cubicBezTo>
                    <a:pt x="6755129" y="4273550"/>
                    <a:pt x="6743700" y="4279900"/>
                    <a:pt x="6700520" y="4297680"/>
                  </a:cubicBezTo>
                  <a:cubicBezTo>
                    <a:pt x="6540500" y="4363720"/>
                    <a:pt x="5814060" y="4573270"/>
                    <a:pt x="5518150" y="4671060"/>
                  </a:cubicBezTo>
                  <a:cubicBezTo>
                    <a:pt x="5339080" y="4730750"/>
                    <a:pt x="5255260" y="4759960"/>
                    <a:pt x="5090160" y="4820920"/>
                  </a:cubicBezTo>
                  <a:cubicBezTo>
                    <a:pt x="4859020" y="4904740"/>
                    <a:pt x="4537710" y="5025390"/>
                    <a:pt x="4263390" y="5134610"/>
                  </a:cubicBezTo>
                  <a:cubicBezTo>
                    <a:pt x="3990340" y="5243830"/>
                    <a:pt x="3583940" y="5436870"/>
                    <a:pt x="3448050" y="5474970"/>
                  </a:cubicBezTo>
                  <a:cubicBezTo>
                    <a:pt x="3404870" y="5487670"/>
                    <a:pt x="3388360" y="5487670"/>
                    <a:pt x="3359150" y="5488940"/>
                  </a:cubicBezTo>
                  <a:cubicBezTo>
                    <a:pt x="3329940" y="5490210"/>
                    <a:pt x="3299460" y="5487670"/>
                    <a:pt x="3270250" y="5481320"/>
                  </a:cubicBezTo>
                  <a:cubicBezTo>
                    <a:pt x="3241040" y="5474970"/>
                    <a:pt x="3213100" y="5464810"/>
                    <a:pt x="3186430" y="5452110"/>
                  </a:cubicBezTo>
                  <a:cubicBezTo>
                    <a:pt x="3159760" y="5439410"/>
                    <a:pt x="3134360" y="5422900"/>
                    <a:pt x="3111500" y="5403850"/>
                  </a:cubicBezTo>
                  <a:cubicBezTo>
                    <a:pt x="3088640" y="5384800"/>
                    <a:pt x="3068320" y="5363210"/>
                    <a:pt x="3050540" y="5339080"/>
                  </a:cubicBezTo>
                  <a:cubicBezTo>
                    <a:pt x="3032760" y="5314950"/>
                    <a:pt x="3017520" y="5288280"/>
                    <a:pt x="3006090" y="5260340"/>
                  </a:cubicBezTo>
                  <a:cubicBezTo>
                    <a:pt x="2994660" y="5233670"/>
                    <a:pt x="2988310" y="5204460"/>
                    <a:pt x="2983230" y="5175250"/>
                  </a:cubicBezTo>
                  <a:cubicBezTo>
                    <a:pt x="2978150" y="5146040"/>
                    <a:pt x="2976880" y="5115560"/>
                    <a:pt x="2979420" y="5086350"/>
                  </a:cubicBezTo>
                  <a:cubicBezTo>
                    <a:pt x="2981960" y="5057140"/>
                    <a:pt x="2988310" y="5026660"/>
                    <a:pt x="2998470" y="4998720"/>
                  </a:cubicBezTo>
                  <a:cubicBezTo>
                    <a:pt x="3008630" y="4970780"/>
                    <a:pt x="3021330" y="4942840"/>
                    <a:pt x="3037840" y="4918710"/>
                  </a:cubicBezTo>
                  <a:cubicBezTo>
                    <a:pt x="3054350" y="4893310"/>
                    <a:pt x="3068320" y="4875530"/>
                    <a:pt x="3094990" y="4850130"/>
                  </a:cubicBezTo>
                  <a:cubicBezTo>
                    <a:pt x="3139440" y="4808220"/>
                    <a:pt x="3195320" y="4767580"/>
                    <a:pt x="3290570" y="4706620"/>
                  </a:cubicBezTo>
                  <a:cubicBezTo>
                    <a:pt x="3507740" y="4566920"/>
                    <a:pt x="4066540" y="4249420"/>
                    <a:pt x="4410710" y="4088130"/>
                  </a:cubicBezTo>
                  <a:cubicBezTo>
                    <a:pt x="4688840" y="3958590"/>
                    <a:pt x="4944110" y="3869690"/>
                    <a:pt x="5187950" y="3787140"/>
                  </a:cubicBezTo>
                  <a:cubicBezTo>
                    <a:pt x="5398770" y="3716020"/>
                    <a:pt x="5582920" y="3657600"/>
                    <a:pt x="5783580" y="3610610"/>
                  </a:cubicBezTo>
                  <a:cubicBezTo>
                    <a:pt x="5981700" y="3564890"/>
                    <a:pt x="6271260" y="3511550"/>
                    <a:pt x="6381750" y="3509010"/>
                  </a:cubicBezTo>
                  <a:cubicBezTo>
                    <a:pt x="6424930" y="3507740"/>
                    <a:pt x="6441440" y="3511550"/>
                    <a:pt x="6470650" y="3519170"/>
                  </a:cubicBezTo>
                  <a:cubicBezTo>
                    <a:pt x="6499860" y="3526790"/>
                    <a:pt x="6527800" y="3538220"/>
                    <a:pt x="6554470" y="3552190"/>
                  </a:cubicBezTo>
                  <a:cubicBezTo>
                    <a:pt x="6581140" y="3566160"/>
                    <a:pt x="6606540" y="3583940"/>
                    <a:pt x="6628129" y="3602990"/>
                  </a:cubicBezTo>
                  <a:cubicBezTo>
                    <a:pt x="6650990" y="3623310"/>
                    <a:pt x="6671310" y="3646170"/>
                    <a:pt x="6687820" y="3670300"/>
                  </a:cubicBezTo>
                  <a:cubicBezTo>
                    <a:pt x="6704329" y="3694430"/>
                    <a:pt x="6719570" y="3722370"/>
                    <a:pt x="6729729" y="3750310"/>
                  </a:cubicBezTo>
                  <a:cubicBezTo>
                    <a:pt x="6739890" y="3778250"/>
                    <a:pt x="6747510" y="3808730"/>
                    <a:pt x="6751320" y="3837940"/>
                  </a:cubicBezTo>
                  <a:cubicBezTo>
                    <a:pt x="6755129" y="3867150"/>
                    <a:pt x="6753860" y="3898900"/>
                    <a:pt x="6750050" y="3928110"/>
                  </a:cubicBezTo>
                  <a:cubicBezTo>
                    <a:pt x="6746240" y="3957320"/>
                    <a:pt x="6738620" y="3986530"/>
                    <a:pt x="6728460" y="4014470"/>
                  </a:cubicBezTo>
                  <a:cubicBezTo>
                    <a:pt x="6718300" y="4042410"/>
                    <a:pt x="6703060" y="4070350"/>
                    <a:pt x="6686550" y="4094480"/>
                  </a:cubicBezTo>
                  <a:cubicBezTo>
                    <a:pt x="6670040" y="4118610"/>
                    <a:pt x="6649720" y="4141470"/>
                    <a:pt x="6626860" y="4161790"/>
                  </a:cubicBezTo>
                  <a:cubicBezTo>
                    <a:pt x="6605270" y="4180840"/>
                    <a:pt x="6579870" y="4198620"/>
                    <a:pt x="6553200" y="4212590"/>
                  </a:cubicBezTo>
                  <a:cubicBezTo>
                    <a:pt x="6526529" y="4226560"/>
                    <a:pt x="6473190" y="4251960"/>
                    <a:pt x="6468110" y="4244340"/>
                  </a:cubicBezTo>
                  <a:cubicBezTo>
                    <a:pt x="6457950" y="4230370"/>
                    <a:pt x="6672579" y="4024630"/>
                    <a:pt x="6664960" y="4015740"/>
                  </a:cubicBezTo>
                  <a:cubicBezTo>
                    <a:pt x="6654800" y="4005580"/>
                    <a:pt x="6482079" y="4202430"/>
                    <a:pt x="6297930" y="4297680"/>
                  </a:cubicBezTo>
                  <a:cubicBezTo>
                    <a:pt x="5899150" y="4502150"/>
                    <a:pt x="4709160" y="4767580"/>
                    <a:pt x="4234180" y="4921250"/>
                  </a:cubicBezTo>
                  <a:cubicBezTo>
                    <a:pt x="3981450" y="5002530"/>
                    <a:pt x="3846830" y="5040630"/>
                    <a:pt x="3656330" y="5120640"/>
                  </a:cubicBezTo>
                  <a:cubicBezTo>
                    <a:pt x="3459480" y="5204460"/>
                    <a:pt x="3294380" y="5294630"/>
                    <a:pt x="3070860" y="5415280"/>
                  </a:cubicBezTo>
                  <a:cubicBezTo>
                    <a:pt x="2758440" y="5584190"/>
                    <a:pt x="2241550" y="5862320"/>
                    <a:pt x="1964690" y="6051550"/>
                  </a:cubicBezTo>
                  <a:cubicBezTo>
                    <a:pt x="1783080" y="6176010"/>
                    <a:pt x="1626870" y="6343650"/>
                    <a:pt x="1536700" y="6395720"/>
                  </a:cubicBezTo>
                  <a:cubicBezTo>
                    <a:pt x="1499870" y="6417310"/>
                    <a:pt x="1482090" y="6421120"/>
                    <a:pt x="1452880" y="6428740"/>
                  </a:cubicBezTo>
                  <a:cubicBezTo>
                    <a:pt x="1423670" y="6436360"/>
                    <a:pt x="1393190" y="6441440"/>
                    <a:pt x="1363980" y="6442710"/>
                  </a:cubicBezTo>
                  <a:cubicBezTo>
                    <a:pt x="1333500" y="6443980"/>
                    <a:pt x="1303020" y="6440170"/>
                    <a:pt x="1273810" y="6433820"/>
                  </a:cubicBezTo>
                  <a:cubicBezTo>
                    <a:pt x="1244600" y="6427470"/>
                    <a:pt x="1215390" y="6417310"/>
                    <a:pt x="1188720" y="6403340"/>
                  </a:cubicBezTo>
                  <a:cubicBezTo>
                    <a:pt x="1162050" y="6390640"/>
                    <a:pt x="1136650" y="6372860"/>
                    <a:pt x="1113790" y="6353810"/>
                  </a:cubicBezTo>
                  <a:cubicBezTo>
                    <a:pt x="1090930" y="6334760"/>
                    <a:pt x="1070610" y="6311900"/>
                    <a:pt x="1052830" y="6287770"/>
                  </a:cubicBezTo>
                  <a:cubicBezTo>
                    <a:pt x="1035050" y="6263640"/>
                    <a:pt x="1019810" y="6236970"/>
                    <a:pt x="1008380" y="6209030"/>
                  </a:cubicBezTo>
                  <a:cubicBezTo>
                    <a:pt x="996950" y="6181090"/>
                    <a:pt x="989330" y="6150610"/>
                    <a:pt x="985520" y="6121400"/>
                  </a:cubicBezTo>
                  <a:cubicBezTo>
                    <a:pt x="981710" y="6092190"/>
                    <a:pt x="980440" y="6060440"/>
                    <a:pt x="982980" y="6031230"/>
                  </a:cubicBezTo>
                  <a:cubicBezTo>
                    <a:pt x="985520" y="6002020"/>
                    <a:pt x="993140" y="5971540"/>
                    <a:pt x="1003300" y="5943600"/>
                  </a:cubicBezTo>
                  <a:cubicBezTo>
                    <a:pt x="1013460" y="5915660"/>
                    <a:pt x="1026160" y="5887720"/>
                    <a:pt x="1042670" y="5862320"/>
                  </a:cubicBezTo>
                  <a:cubicBezTo>
                    <a:pt x="1059180" y="5836920"/>
                    <a:pt x="1069340" y="5824220"/>
                    <a:pt x="1101090" y="5793740"/>
                  </a:cubicBezTo>
                  <a:cubicBezTo>
                    <a:pt x="1188720" y="5707380"/>
                    <a:pt x="1454150" y="5472430"/>
                    <a:pt x="1638300" y="5342890"/>
                  </a:cubicBezTo>
                  <a:cubicBezTo>
                    <a:pt x="1811020" y="5220970"/>
                    <a:pt x="1962150" y="5142230"/>
                    <a:pt x="2167890" y="5033010"/>
                  </a:cubicBezTo>
                  <a:cubicBezTo>
                    <a:pt x="2440940" y="4886960"/>
                    <a:pt x="2886710" y="4678680"/>
                    <a:pt x="3140710" y="4561840"/>
                  </a:cubicBezTo>
                  <a:cubicBezTo>
                    <a:pt x="3302000" y="4488180"/>
                    <a:pt x="3387090" y="4420870"/>
                    <a:pt x="3538220" y="4387850"/>
                  </a:cubicBezTo>
                  <a:cubicBezTo>
                    <a:pt x="3717290" y="4348480"/>
                    <a:pt x="4064000" y="4274820"/>
                    <a:pt x="4152900" y="4376420"/>
                  </a:cubicBezTo>
                  <a:cubicBezTo>
                    <a:pt x="4245610" y="4484370"/>
                    <a:pt x="4159250" y="4904740"/>
                    <a:pt x="4043680" y="5050790"/>
                  </a:cubicBezTo>
                  <a:cubicBezTo>
                    <a:pt x="3940810" y="5180330"/>
                    <a:pt x="3710940" y="5181600"/>
                    <a:pt x="3547110" y="5253990"/>
                  </a:cubicBezTo>
                  <a:cubicBezTo>
                    <a:pt x="3382010" y="5327650"/>
                    <a:pt x="3244850" y="5387340"/>
                    <a:pt x="3054350" y="5490210"/>
                  </a:cubicBezTo>
                  <a:cubicBezTo>
                    <a:pt x="2776220" y="5641340"/>
                    <a:pt x="2316480" y="5946140"/>
                    <a:pt x="2051050" y="6099810"/>
                  </a:cubicBezTo>
                  <a:cubicBezTo>
                    <a:pt x="1879600" y="6198870"/>
                    <a:pt x="1717040" y="6308090"/>
                    <a:pt x="1624330" y="6334760"/>
                  </a:cubicBezTo>
                  <a:cubicBezTo>
                    <a:pt x="1583690" y="6346190"/>
                    <a:pt x="1562100" y="6342380"/>
                    <a:pt x="1531620" y="6339840"/>
                  </a:cubicBezTo>
                  <a:cubicBezTo>
                    <a:pt x="1501140" y="6337300"/>
                    <a:pt x="1470660" y="6330950"/>
                    <a:pt x="1441450" y="6322060"/>
                  </a:cubicBezTo>
                  <a:cubicBezTo>
                    <a:pt x="1412240" y="6311900"/>
                    <a:pt x="1383030" y="6299200"/>
                    <a:pt x="1357630" y="6282690"/>
                  </a:cubicBezTo>
                  <a:cubicBezTo>
                    <a:pt x="1330960" y="6266180"/>
                    <a:pt x="1306830" y="6245860"/>
                    <a:pt x="1285240" y="6224270"/>
                  </a:cubicBezTo>
                  <a:cubicBezTo>
                    <a:pt x="1263650" y="6202680"/>
                    <a:pt x="1244600" y="6177280"/>
                    <a:pt x="1229360" y="6150610"/>
                  </a:cubicBezTo>
                  <a:cubicBezTo>
                    <a:pt x="1214120" y="6123940"/>
                    <a:pt x="1201420" y="6096000"/>
                    <a:pt x="1192530" y="6066790"/>
                  </a:cubicBezTo>
                  <a:cubicBezTo>
                    <a:pt x="1183640" y="6037580"/>
                    <a:pt x="1178560" y="6005830"/>
                    <a:pt x="1177290" y="5975350"/>
                  </a:cubicBezTo>
                  <a:cubicBezTo>
                    <a:pt x="1176020" y="5944870"/>
                    <a:pt x="1178560" y="5913120"/>
                    <a:pt x="1184910" y="5883910"/>
                  </a:cubicBezTo>
                  <a:cubicBezTo>
                    <a:pt x="1191260" y="5853430"/>
                    <a:pt x="1200150" y="5824220"/>
                    <a:pt x="1212850" y="5796280"/>
                  </a:cubicBezTo>
                  <a:cubicBezTo>
                    <a:pt x="1225550" y="5768340"/>
                    <a:pt x="1243330" y="5741670"/>
                    <a:pt x="1262380" y="5717540"/>
                  </a:cubicBezTo>
                  <a:cubicBezTo>
                    <a:pt x="1281430" y="5693410"/>
                    <a:pt x="1304290" y="5671820"/>
                    <a:pt x="1328420" y="5652770"/>
                  </a:cubicBezTo>
                  <a:cubicBezTo>
                    <a:pt x="1352550" y="5633720"/>
                    <a:pt x="1371600" y="5621020"/>
                    <a:pt x="1408430" y="5605780"/>
                  </a:cubicBezTo>
                  <a:cubicBezTo>
                    <a:pt x="1474470" y="5579110"/>
                    <a:pt x="1598930" y="5570220"/>
                    <a:pt x="1706880" y="5534660"/>
                  </a:cubicBezTo>
                  <a:cubicBezTo>
                    <a:pt x="1840230" y="5490210"/>
                    <a:pt x="1965960" y="5429250"/>
                    <a:pt x="2145030" y="5347970"/>
                  </a:cubicBezTo>
                  <a:cubicBezTo>
                    <a:pt x="2439670" y="5214620"/>
                    <a:pt x="2974340" y="4939030"/>
                    <a:pt x="3296920" y="4794250"/>
                  </a:cubicBezTo>
                  <a:cubicBezTo>
                    <a:pt x="3525520" y="4691380"/>
                    <a:pt x="3675380" y="4625340"/>
                    <a:pt x="3888740" y="4546600"/>
                  </a:cubicBezTo>
                  <a:cubicBezTo>
                    <a:pt x="4131310" y="4457700"/>
                    <a:pt x="4544060" y="4315460"/>
                    <a:pt x="4677410" y="4295140"/>
                  </a:cubicBezTo>
                  <a:cubicBezTo>
                    <a:pt x="4721860" y="4288790"/>
                    <a:pt x="4738370" y="4292600"/>
                    <a:pt x="4767580" y="4296410"/>
                  </a:cubicBezTo>
                  <a:cubicBezTo>
                    <a:pt x="4796790" y="4300220"/>
                    <a:pt x="4826000" y="4307840"/>
                    <a:pt x="4853940" y="4318000"/>
                  </a:cubicBezTo>
                  <a:cubicBezTo>
                    <a:pt x="4881880" y="4328160"/>
                    <a:pt x="4909820" y="4343400"/>
                    <a:pt x="4933950" y="4359910"/>
                  </a:cubicBezTo>
                  <a:cubicBezTo>
                    <a:pt x="4958080" y="4376420"/>
                    <a:pt x="4980940" y="4396740"/>
                    <a:pt x="4999990" y="4419600"/>
                  </a:cubicBezTo>
                  <a:cubicBezTo>
                    <a:pt x="5019040" y="4442460"/>
                    <a:pt x="5036820" y="4467860"/>
                    <a:pt x="5050790" y="4494530"/>
                  </a:cubicBezTo>
                  <a:cubicBezTo>
                    <a:pt x="5064760" y="4521200"/>
                    <a:pt x="5076190" y="4549140"/>
                    <a:pt x="5082540" y="4578350"/>
                  </a:cubicBezTo>
                  <a:cubicBezTo>
                    <a:pt x="5088890" y="4607560"/>
                    <a:pt x="5092700" y="4638040"/>
                    <a:pt x="5092700" y="4667250"/>
                  </a:cubicBezTo>
                  <a:cubicBezTo>
                    <a:pt x="5092700" y="4696460"/>
                    <a:pt x="5090160" y="4726940"/>
                    <a:pt x="5082540" y="4756150"/>
                  </a:cubicBezTo>
                  <a:cubicBezTo>
                    <a:pt x="5074920" y="4785360"/>
                    <a:pt x="5063490" y="4813300"/>
                    <a:pt x="5049520" y="4839970"/>
                  </a:cubicBezTo>
                  <a:cubicBezTo>
                    <a:pt x="5035550" y="4866640"/>
                    <a:pt x="5017770" y="4892040"/>
                    <a:pt x="4998720" y="4913630"/>
                  </a:cubicBezTo>
                  <a:cubicBezTo>
                    <a:pt x="4978400" y="4936490"/>
                    <a:pt x="4972050" y="4947920"/>
                    <a:pt x="4931410" y="4973320"/>
                  </a:cubicBezTo>
                  <a:cubicBezTo>
                    <a:pt x="4771390" y="5073650"/>
                    <a:pt x="3936999" y="5361940"/>
                    <a:pt x="3610610" y="5523230"/>
                  </a:cubicBezTo>
                  <a:cubicBezTo>
                    <a:pt x="3408680" y="5623560"/>
                    <a:pt x="3300730" y="5717540"/>
                    <a:pt x="3135630" y="5798820"/>
                  </a:cubicBezTo>
                  <a:cubicBezTo>
                    <a:pt x="2969260" y="5880100"/>
                    <a:pt x="2790190" y="5951220"/>
                    <a:pt x="2617470" y="6009640"/>
                  </a:cubicBezTo>
                  <a:cubicBezTo>
                    <a:pt x="2449830" y="6065520"/>
                    <a:pt x="2277110" y="6106160"/>
                    <a:pt x="2113280" y="6145530"/>
                  </a:cubicBezTo>
                  <a:cubicBezTo>
                    <a:pt x="1959610" y="6182360"/>
                    <a:pt x="1816100" y="6211570"/>
                    <a:pt x="1663700" y="6240780"/>
                  </a:cubicBezTo>
                  <a:cubicBezTo>
                    <a:pt x="1508760" y="6269990"/>
                    <a:pt x="1361440" y="6301740"/>
                    <a:pt x="1192530" y="6319520"/>
                  </a:cubicBezTo>
                  <a:cubicBezTo>
                    <a:pt x="999490" y="6339840"/>
                    <a:pt x="679450" y="6361430"/>
                    <a:pt x="566420" y="6350000"/>
                  </a:cubicBezTo>
                  <a:cubicBezTo>
                    <a:pt x="523240" y="6344920"/>
                    <a:pt x="506730" y="6338570"/>
                    <a:pt x="478790" y="6327140"/>
                  </a:cubicBezTo>
                  <a:cubicBezTo>
                    <a:pt x="450850" y="6315710"/>
                    <a:pt x="424180" y="6300470"/>
                    <a:pt x="400050" y="6282690"/>
                  </a:cubicBezTo>
                  <a:cubicBezTo>
                    <a:pt x="375920" y="6264910"/>
                    <a:pt x="351790" y="6244590"/>
                    <a:pt x="332740" y="6221730"/>
                  </a:cubicBezTo>
                  <a:cubicBezTo>
                    <a:pt x="313690" y="6198870"/>
                    <a:pt x="295910" y="6173470"/>
                    <a:pt x="283210" y="6146800"/>
                  </a:cubicBezTo>
                  <a:cubicBezTo>
                    <a:pt x="269240" y="6120130"/>
                    <a:pt x="259080" y="6090920"/>
                    <a:pt x="252730" y="6061710"/>
                  </a:cubicBezTo>
                  <a:cubicBezTo>
                    <a:pt x="246380" y="6032500"/>
                    <a:pt x="242570" y="6002020"/>
                    <a:pt x="242570" y="5971540"/>
                  </a:cubicBezTo>
                  <a:cubicBezTo>
                    <a:pt x="242570" y="5941060"/>
                    <a:pt x="247650" y="5910580"/>
                    <a:pt x="255270" y="5881370"/>
                  </a:cubicBezTo>
                  <a:cubicBezTo>
                    <a:pt x="262890" y="5852160"/>
                    <a:pt x="275590" y="5824220"/>
                    <a:pt x="289560" y="5797550"/>
                  </a:cubicBezTo>
                  <a:cubicBezTo>
                    <a:pt x="303530" y="5770880"/>
                    <a:pt x="321310" y="5745480"/>
                    <a:pt x="341630" y="5723890"/>
                  </a:cubicBezTo>
                  <a:cubicBezTo>
                    <a:pt x="361950" y="5701030"/>
                    <a:pt x="386080" y="5680710"/>
                    <a:pt x="411480" y="5664200"/>
                  </a:cubicBezTo>
                  <a:cubicBezTo>
                    <a:pt x="436880" y="5647690"/>
                    <a:pt x="463550" y="5633720"/>
                    <a:pt x="491490" y="5623560"/>
                  </a:cubicBezTo>
                  <a:cubicBezTo>
                    <a:pt x="519430" y="5613400"/>
                    <a:pt x="533400" y="5610860"/>
                    <a:pt x="580390" y="5603240"/>
                  </a:cubicBezTo>
                  <a:cubicBezTo>
                    <a:pt x="756920" y="5575300"/>
                    <a:pt x="1377950" y="5520690"/>
                    <a:pt x="1842770" y="5486400"/>
                  </a:cubicBezTo>
                  <a:cubicBezTo>
                    <a:pt x="2414270" y="5443220"/>
                    <a:pt x="3147060" y="5416550"/>
                    <a:pt x="3755390" y="5377180"/>
                  </a:cubicBezTo>
                  <a:cubicBezTo>
                    <a:pt x="4311650" y="5341620"/>
                    <a:pt x="5153660" y="5266690"/>
                    <a:pt x="5353050" y="5262880"/>
                  </a:cubicBezTo>
                  <a:cubicBezTo>
                    <a:pt x="5398770" y="5261610"/>
                    <a:pt x="5410200" y="5261610"/>
                    <a:pt x="5438140" y="5265420"/>
                  </a:cubicBezTo>
                  <a:cubicBezTo>
                    <a:pt x="5466080" y="5269230"/>
                    <a:pt x="5494020" y="5276850"/>
                    <a:pt x="5520690" y="5288280"/>
                  </a:cubicBezTo>
                  <a:cubicBezTo>
                    <a:pt x="5546090" y="5298440"/>
                    <a:pt x="5571490" y="5313680"/>
                    <a:pt x="5594350" y="5330190"/>
                  </a:cubicBezTo>
                  <a:cubicBezTo>
                    <a:pt x="5617210" y="5346700"/>
                    <a:pt x="5638800" y="5368290"/>
                    <a:pt x="5656580" y="5389880"/>
                  </a:cubicBezTo>
                  <a:cubicBezTo>
                    <a:pt x="5674360" y="5411470"/>
                    <a:pt x="5689600" y="5435600"/>
                    <a:pt x="5702300" y="5461000"/>
                  </a:cubicBezTo>
                  <a:cubicBezTo>
                    <a:pt x="5715000" y="5486400"/>
                    <a:pt x="5725160" y="5509260"/>
                    <a:pt x="5730240" y="5542280"/>
                  </a:cubicBezTo>
                  <a:cubicBezTo>
                    <a:pt x="5736590" y="5588000"/>
                    <a:pt x="5734050" y="5666740"/>
                    <a:pt x="5723890" y="5711190"/>
                  </a:cubicBezTo>
                  <a:cubicBezTo>
                    <a:pt x="5716270" y="5742940"/>
                    <a:pt x="5704840" y="5765800"/>
                    <a:pt x="5690870" y="5789930"/>
                  </a:cubicBezTo>
                  <a:cubicBezTo>
                    <a:pt x="5676900" y="5814060"/>
                    <a:pt x="5659120" y="5836920"/>
                    <a:pt x="5640070" y="5857240"/>
                  </a:cubicBezTo>
                  <a:cubicBezTo>
                    <a:pt x="5621020" y="5877560"/>
                    <a:pt x="5598160" y="5896610"/>
                    <a:pt x="5574030" y="5911850"/>
                  </a:cubicBezTo>
                  <a:cubicBezTo>
                    <a:pt x="5549900" y="5927090"/>
                    <a:pt x="5524500" y="5939790"/>
                    <a:pt x="5497830" y="5948680"/>
                  </a:cubicBezTo>
                  <a:cubicBezTo>
                    <a:pt x="5471160" y="5957570"/>
                    <a:pt x="5462270" y="5960110"/>
                    <a:pt x="5414010" y="5966460"/>
                  </a:cubicBezTo>
                  <a:cubicBezTo>
                    <a:pt x="5144770" y="6004560"/>
                    <a:pt x="2984500" y="6177280"/>
                    <a:pt x="2711450" y="6156960"/>
                  </a:cubicBezTo>
                  <a:cubicBezTo>
                    <a:pt x="2661920" y="6153150"/>
                    <a:pt x="2653030" y="6148070"/>
                    <a:pt x="2625090" y="6137910"/>
                  </a:cubicBezTo>
                  <a:cubicBezTo>
                    <a:pt x="2597150" y="6127750"/>
                    <a:pt x="2570480" y="6115050"/>
                    <a:pt x="2546350" y="6098540"/>
                  </a:cubicBezTo>
                  <a:cubicBezTo>
                    <a:pt x="2522220" y="6082030"/>
                    <a:pt x="2498090" y="6062980"/>
                    <a:pt x="2477770" y="6041390"/>
                  </a:cubicBezTo>
                  <a:cubicBezTo>
                    <a:pt x="2457450" y="6019800"/>
                    <a:pt x="2439670" y="5995670"/>
                    <a:pt x="2425700" y="5970270"/>
                  </a:cubicBezTo>
                  <a:cubicBezTo>
                    <a:pt x="2411730" y="5944870"/>
                    <a:pt x="2400300" y="5915660"/>
                    <a:pt x="2392680" y="5887720"/>
                  </a:cubicBezTo>
                  <a:cubicBezTo>
                    <a:pt x="2385060" y="5859780"/>
                    <a:pt x="2379980" y="5829300"/>
                    <a:pt x="2379980" y="5800090"/>
                  </a:cubicBezTo>
                  <a:cubicBezTo>
                    <a:pt x="2379980" y="5770880"/>
                    <a:pt x="2382520" y="5740400"/>
                    <a:pt x="2388870" y="5712460"/>
                  </a:cubicBezTo>
                  <a:cubicBezTo>
                    <a:pt x="2395220" y="5683250"/>
                    <a:pt x="2405380" y="5655310"/>
                    <a:pt x="2418080" y="5628640"/>
                  </a:cubicBezTo>
                  <a:cubicBezTo>
                    <a:pt x="2430780" y="5601970"/>
                    <a:pt x="2447290" y="5576570"/>
                    <a:pt x="2466340" y="5554980"/>
                  </a:cubicBezTo>
                  <a:cubicBezTo>
                    <a:pt x="2485390" y="5532120"/>
                    <a:pt x="2506980" y="5513070"/>
                    <a:pt x="2531110" y="5495290"/>
                  </a:cubicBezTo>
                  <a:cubicBezTo>
                    <a:pt x="2553970" y="5478780"/>
                    <a:pt x="2574290" y="5464810"/>
                    <a:pt x="2607310" y="5452110"/>
                  </a:cubicBezTo>
                  <a:cubicBezTo>
                    <a:pt x="2659380" y="5431790"/>
                    <a:pt x="2729230" y="5417820"/>
                    <a:pt x="2816860" y="5401310"/>
                  </a:cubicBezTo>
                  <a:cubicBezTo>
                    <a:pt x="2960370" y="5374640"/>
                    <a:pt x="3149600" y="5354320"/>
                    <a:pt x="3387090" y="5325110"/>
                  </a:cubicBezTo>
                  <a:cubicBezTo>
                    <a:pt x="3779520" y="5276850"/>
                    <a:pt x="4376420" y="5203190"/>
                    <a:pt x="4949190" y="5144770"/>
                  </a:cubicBezTo>
                  <a:cubicBezTo>
                    <a:pt x="5648960" y="5073650"/>
                    <a:pt x="6797040" y="4988560"/>
                    <a:pt x="7283450" y="4937760"/>
                  </a:cubicBezTo>
                  <a:cubicBezTo>
                    <a:pt x="7505700" y="4914900"/>
                    <a:pt x="7673340" y="4883150"/>
                    <a:pt x="7768590" y="4879340"/>
                  </a:cubicBezTo>
                  <a:cubicBezTo>
                    <a:pt x="7807960" y="4878070"/>
                    <a:pt x="7825740" y="4876800"/>
                    <a:pt x="7853680" y="4881880"/>
                  </a:cubicBezTo>
                  <a:cubicBezTo>
                    <a:pt x="7881620" y="4886960"/>
                    <a:pt x="7909560" y="4894580"/>
                    <a:pt x="7934960" y="4906010"/>
                  </a:cubicBezTo>
                  <a:cubicBezTo>
                    <a:pt x="7960360" y="4917440"/>
                    <a:pt x="7985760" y="4931410"/>
                    <a:pt x="8008620" y="4947920"/>
                  </a:cubicBezTo>
                  <a:cubicBezTo>
                    <a:pt x="8031480" y="4964430"/>
                    <a:pt x="8053070" y="4984750"/>
                    <a:pt x="8070850" y="5006340"/>
                  </a:cubicBezTo>
                  <a:cubicBezTo>
                    <a:pt x="8088630" y="5027930"/>
                    <a:pt x="8103870" y="5053330"/>
                    <a:pt x="8116570" y="5078730"/>
                  </a:cubicBezTo>
                  <a:cubicBezTo>
                    <a:pt x="8129270" y="5104130"/>
                    <a:pt x="8138160" y="5130800"/>
                    <a:pt x="8144510" y="5158740"/>
                  </a:cubicBezTo>
                  <a:cubicBezTo>
                    <a:pt x="8150860" y="5186680"/>
                    <a:pt x="8152130" y="5215890"/>
                    <a:pt x="8150860" y="5243830"/>
                  </a:cubicBezTo>
                  <a:cubicBezTo>
                    <a:pt x="8149590" y="5271770"/>
                    <a:pt x="8145780" y="5300980"/>
                    <a:pt x="8138160" y="5327650"/>
                  </a:cubicBezTo>
                  <a:cubicBezTo>
                    <a:pt x="8130540" y="5354320"/>
                    <a:pt x="8119110" y="5382260"/>
                    <a:pt x="8105140" y="5406390"/>
                  </a:cubicBezTo>
                  <a:cubicBezTo>
                    <a:pt x="8091170" y="5430520"/>
                    <a:pt x="8073390" y="5454650"/>
                    <a:pt x="8054340" y="5474970"/>
                  </a:cubicBezTo>
                  <a:cubicBezTo>
                    <a:pt x="8035290" y="5495290"/>
                    <a:pt x="8012430" y="5514340"/>
                    <a:pt x="7988300" y="5529580"/>
                  </a:cubicBezTo>
                  <a:cubicBezTo>
                    <a:pt x="7964170" y="5544820"/>
                    <a:pt x="7938770" y="5557520"/>
                    <a:pt x="7912100" y="5566410"/>
                  </a:cubicBezTo>
                  <a:cubicBezTo>
                    <a:pt x="7885430" y="5575300"/>
                    <a:pt x="7866380" y="5577840"/>
                    <a:pt x="7828280" y="5582920"/>
                  </a:cubicBezTo>
                  <a:cubicBezTo>
                    <a:pt x="7748270" y="5594350"/>
                    <a:pt x="7589520" y="5595620"/>
                    <a:pt x="7451090" y="5619750"/>
                  </a:cubicBezTo>
                  <a:cubicBezTo>
                    <a:pt x="7279640" y="5648960"/>
                    <a:pt x="6986270" y="5754370"/>
                    <a:pt x="6878320" y="5763260"/>
                  </a:cubicBezTo>
                  <a:cubicBezTo>
                    <a:pt x="6836410" y="5767070"/>
                    <a:pt x="6818630" y="5761990"/>
                    <a:pt x="6790690" y="5756910"/>
                  </a:cubicBezTo>
                  <a:cubicBezTo>
                    <a:pt x="6762750" y="5751830"/>
                    <a:pt x="6734810" y="5742940"/>
                    <a:pt x="6708140" y="5731510"/>
                  </a:cubicBezTo>
                  <a:cubicBezTo>
                    <a:pt x="6681470" y="5720080"/>
                    <a:pt x="6656070" y="5704840"/>
                    <a:pt x="6633210" y="5687060"/>
                  </a:cubicBezTo>
                  <a:cubicBezTo>
                    <a:pt x="6610350" y="5669280"/>
                    <a:pt x="6590030" y="5647690"/>
                    <a:pt x="6572250" y="5624830"/>
                  </a:cubicBezTo>
                  <a:cubicBezTo>
                    <a:pt x="6554470" y="5601970"/>
                    <a:pt x="6537960" y="5576570"/>
                    <a:pt x="6526530" y="5549900"/>
                  </a:cubicBezTo>
                  <a:cubicBezTo>
                    <a:pt x="6515100" y="5523230"/>
                    <a:pt x="6506210" y="5495290"/>
                    <a:pt x="6501130" y="5467350"/>
                  </a:cubicBezTo>
                  <a:cubicBezTo>
                    <a:pt x="6496050" y="5439410"/>
                    <a:pt x="6494780" y="5408930"/>
                    <a:pt x="6496050" y="5379720"/>
                  </a:cubicBezTo>
                  <a:cubicBezTo>
                    <a:pt x="6497320" y="5350510"/>
                    <a:pt x="6502400" y="5322570"/>
                    <a:pt x="6511290" y="5294630"/>
                  </a:cubicBezTo>
                  <a:cubicBezTo>
                    <a:pt x="6520180" y="5267960"/>
                    <a:pt x="6531610" y="5240020"/>
                    <a:pt x="6546850" y="5215890"/>
                  </a:cubicBezTo>
                  <a:cubicBezTo>
                    <a:pt x="6562090" y="5191760"/>
                    <a:pt x="6581140" y="5167630"/>
                    <a:pt x="6601460" y="5147310"/>
                  </a:cubicBezTo>
                  <a:cubicBezTo>
                    <a:pt x="6621780" y="5126990"/>
                    <a:pt x="6645910" y="5107940"/>
                    <a:pt x="6670040" y="5092700"/>
                  </a:cubicBezTo>
                  <a:cubicBezTo>
                    <a:pt x="6694170" y="5077460"/>
                    <a:pt x="6720840" y="5066030"/>
                    <a:pt x="6748780" y="5057140"/>
                  </a:cubicBezTo>
                  <a:cubicBezTo>
                    <a:pt x="6776720" y="5048250"/>
                    <a:pt x="6793230" y="5046980"/>
                    <a:pt x="6835140" y="5041900"/>
                  </a:cubicBezTo>
                  <a:cubicBezTo>
                    <a:pt x="6945630" y="5029200"/>
                    <a:pt x="7387590" y="4930140"/>
                    <a:pt x="7444740" y="5011420"/>
                  </a:cubicBezTo>
                  <a:cubicBezTo>
                    <a:pt x="7493000" y="5080000"/>
                    <a:pt x="7387590" y="5327650"/>
                    <a:pt x="7277100" y="5412740"/>
                  </a:cubicBezTo>
                  <a:cubicBezTo>
                    <a:pt x="7138670" y="5519420"/>
                    <a:pt x="6724650" y="5509260"/>
                    <a:pt x="6605270" y="5507990"/>
                  </a:cubicBezTo>
                  <a:cubicBezTo>
                    <a:pt x="6562090" y="5507990"/>
                    <a:pt x="6544310" y="5501640"/>
                    <a:pt x="6516370" y="5492750"/>
                  </a:cubicBezTo>
                  <a:cubicBezTo>
                    <a:pt x="6487160" y="5483860"/>
                    <a:pt x="6459220" y="5471160"/>
                    <a:pt x="6433820" y="5455920"/>
                  </a:cubicBezTo>
                  <a:cubicBezTo>
                    <a:pt x="6408420" y="5440680"/>
                    <a:pt x="6384290" y="5421630"/>
                    <a:pt x="6362700" y="5401310"/>
                  </a:cubicBezTo>
                  <a:cubicBezTo>
                    <a:pt x="6341110" y="5380990"/>
                    <a:pt x="6320790" y="5356860"/>
                    <a:pt x="6305550" y="5331460"/>
                  </a:cubicBezTo>
                  <a:cubicBezTo>
                    <a:pt x="6290310" y="5306060"/>
                    <a:pt x="6277610" y="5276850"/>
                    <a:pt x="6268720" y="5248910"/>
                  </a:cubicBezTo>
                  <a:cubicBezTo>
                    <a:pt x="6259830" y="5219700"/>
                    <a:pt x="6253480" y="5190490"/>
                    <a:pt x="6250940" y="5160010"/>
                  </a:cubicBezTo>
                  <a:cubicBezTo>
                    <a:pt x="6248400" y="5130800"/>
                    <a:pt x="6250940" y="5099050"/>
                    <a:pt x="6256020" y="5069840"/>
                  </a:cubicBezTo>
                  <a:cubicBezTo>
                    <a:pt x="6261100" y="5040630"/>
                    <a:pt x="6269990" y="5011420"/>
                    <a:pt x="6281420" y="4983480"/>
                  </a:cubicBezTo>
                  <a:cubicBezTo>
                    <a:pt x="6292850" y="4956810"/>
                    <a:pt x="6309360" y="4930140"/>
                    <a:pt x="6327140" y="4906010"/>
                  </a:cubicBezTo>
                  <a:cubicBezTo>
                    <a:pt x="6344920" y="4881880"/>
                    <a:pt x="6367780" y="4860290"/>
                    <a:pt x="6390640" y="4841240"/>
                  </a:cubicBezTo>
                  <a:cubicBezTo>
                    <a:pt x="6413500" y="4822190"/>
                    <a:pt x="6440170" y="4806950"/>
                    <a:pt x="6466840" y="4794250"/>
                  </a:cubicBezTo>
                  <a:cubicBezTo>
                    <a:pt x="6493510" y="4781550"/>
                    <a:pt x="6513830" y="4772660"/>
                    <a:pt x="6553200" y="4766310"/>
                  </a:cubicBezTo>
                  <a:cubicBezTo>
                    <a:pt x="6635750" y="4752340"/>
                    <a:pt x="6804660" y="4773930"/>
                    <a:pt x="6939280" y="4753610"/>
                  </a:cubicBezTo>
                  <a:cubicBezTo>
                    <a:pt x="7094220" y="4729480"/>
                    <a:pt x="7310120" y="4712970"/>
                    <a:pt x="7430770" y="4616450"/>
                  </a:cubicBezTo>
                  <a:cubicBezTo>
                    <a:pt x="7548880" y="4522470"/>
                    <a:pt x="7594600" y="4335780"/>
                    <a:pt x="7663180" y="4189730"/>
                  </a:cubicBezTo>
                  <a:cubicBezTo>
                    <a:pt x="7731760" y="4044950"/>
                    <a:pt x="7804150" y="3907790"/>
                    <a:pt x="7844790" y="3746500"/>
                  </a:cubicBezTo>
                  <a:cubicBezTo>
                    <a:pt x="7889240" y="3568700"/>
                    <a:pt x="7875270" y="3266440"/>
                    <a:pt x="7905750" y="3162300"/>
                  </a:cubicBezTo>
                  <a:cubicBezTo>
                    <a:pt x="7917180" y="3121660"/>
                    <a:pt x="7928610" y="3106420"/>
                    <a:pt x="7945120" y="3082290"/>
                  </a:cubicBezTo>
                  <a:cubicBezTo>
                    <a:pt x="7961630" y="3058160"/>
                    <a:pt x="7980680" y="3035300"/>
                    <a:pt x="8002270" y="3014980"/>
                  </a:cubicBezTo>
                  <a:cubicBezTo>
                    <a:pt x="8023860" y="2994660"/>
                    <a:pt x="8049260" y="2976880"/>
                    <a:pt x="8074660" y="2962910"/>
                  </a:cubicBezTo>
                  <a:cubicBezTo>
                    <a:pt x="8100060" y="2948940"/>
                    <a:pt x="8129270" y="2937510"/>
                    <a:pt x="8157210" y="2929890"/>
                  </a:cubicBezTo>
                  <a:cubicBezTo>
                    <a:pt x="8185150" y="2922270"/>
                    <a:pt x="8215630" y="2918460"/>
                    <a:pt x="8244840" y="2917190"/>
                  </a:cubicBezTo>
                  <a:cubicBezTo>
                    <a:pt x="8274050" y="2915920"/>
                    <a:pt x="8304530" y="2919730"/>
                    <a:pt x="8333740" y="2926080"/>
                  </a:cubicBezTo>
                  <a:cubicBezTo>
                    <a:pt x="8362950" y="2932430"/>
                    <a:pt x="8390890" y="2943860"/>
                    <a:pt x="8417560" y="2956560"/>
                  </a:cubicBezTo>
                  <a:cubicBezTo>
                    <a:pt x="8444230" y="2969260"/>
                    <a:pt x="8469630" y="2985770"/>
                    <a:pt x="8491220" y="3004820"/>
                  </a:cubicBezTo>
                  <a:cubicBezTo>
                    <a:pt x="8514080" y="3023870"/>
                    <a:pt x="8534400" y="3045460"/>
                    <a:pt x="8550910" y="3069590"/>
                  </a:cubicBezTo>
                  <a:cubicBezTo>
                    <a:pt x="8568690" y="3093720"/>
                    <a:pt x="8582660" y="3120390"/>
                    <a:pt x="8594090" y="3148330"/>
                  </a:cubicBezTo>
                  <a:cubicBezTo>
                    <a:pt x="8605520" y="3175000"/>
                    <a:pt x="8613140" y="3204210"/>
                    <a:pt x="8616950" y="3233420"/>
                  </a:cubicBezTo>
                  <a:cubicBezTo>
                    <a:pt x="8620760" y="3262630"/>
                    <a:pt x="8622030" y="3293110"/>
                    <a:pt x="8619490" y="3322320"/>
                  </a:cubicBezTo>
                  <a:cubicBezTo>
                    <a:pt x="8616950" y="3351530"/>
                    <a:pt x="8610600" y="3369310"/>
                    <a:pt x="8599170" y="3408680"/>
                  </a:cubicBezTo>
                  <a:cubicBezTo>
                    <a:pt x="8572500" y="3493770"/>
                    <a:pt x="8503920" y="3641090"/>
                    <a:pt x="8445500" y="3811270"/>
                  </a:cubicBezTo>
                  <a:cubicBezTo>
                    <a:pt x="8347710" y="4098290"/>
                    <a:pt x="8166100" y="4823460"/>
                    <a:pt x="8091170" y="4982210"/>
                  </a:cubicBezTo>
                  <a:cubicBezTo>
                    <a:pt x="8070850" y="5026660"/>
                    <a:pt x="8059420" y="5036820"/>
                    <a:pt x="8039100" y="5060950"/>
                  </a:cubicBezTo>
                  <a:cubicBezTo>
                    <a:pt x="8018780" y="5085080"/>
                    <a:pt x="7995920" y="5106670"/>
                    <a:pt x="7970520" y="5124450"/>
                  </a:cubicBezTo>
                  <a:cubicBezTo>
                    <a:pt x="7945120" y="5142230"/>
                    <a:pt x="7917180" y="5158740"/>
                    <a:pt x="7887970" y="5170170"/>
                  </a:cubicBezTo>
                  <a:cubicBezTo>
                    <a:pt x="7858760" y="5181600"/>
                    <a:pt x="7828280" y="5189220"/>
                    <a:pt x="7797800" y="5194300"/>
                  </a:cubicBezTo>
                  <a:cubicBezTo>
                    <a:pt x="7767320" y="5199380"/>
                    <a:pt x="7734300" y="5199380"/>
                    <a:pt x="7703820" y="5196840"/>
                  </a:cubicBezTo>
                  <a:cubicBezTo>
                    <a:pt x="7673340" y="5194300"/>
                    <a:pt x="7641590" y="5186680"/>
                    <a:pt x="7612380" y="5176520"/>
                  </a:cubicBezTo>
                  <a:cubicBezTo>
                    <a:pt x="7583170" y="5166360"/>
                    <a:pt x="7553960" y="5151120"/>
                    <a:pt x="7527290" y="5134610"/>
                  </a:cubicBezTo>
                  <a:cubicBezTo>
                    <a:pt x="7501890" y="5118100"/>
                    <a:pt x="7477760" y="5097780"/>
                    <a:pt x="7456170" y="5074920"/>
                  </a:cubicBezTo>
                  <a:cubicBezTo>
                    <a:pt x="7434580" y="5052060"/>
                    <a:pt x="7415530" y="5025390"/>
                    <a:pt x="7400290" y="4998720"/>
                  </a:cubicBezTo>
                  <a:cubicBezTo>
                    <a:pt x="7385050" y="4970780"/>
                    <a:pt x="7372350" y="4941570"/>
                    <a:pt x="7364730" y="4911090"/>
                  </a:cubicBezTo>
                  <a:cubicBezTo>
                    <a:pt x="7357110" y="4880610"/>
                    <a:pt x="7353300" y="4848860"/>
                    <a:pt x="7352030" y="4818380"/>
                  </a:cubicBezTo>
                  <a:cubicBezTo>
                    <a:pt x="7350760" y="4786630"/>
                    <a:pt x="7354570" y="4763770"/>
                    <a:pt x="7360920" y="4724400"/>
                  </a:cubicBezTo>
                  <a:cubicBezTo>
                    <a:pt x="7371080" y="4657090"/>
                    <a:pt x="7383780" y="4572000"/>
                    <a:pt x="7419340" y="4452620"/>
                  </a:cubicBezTo>
                  <a:cubicBezTo>
                    <a:pt x="7493000" y="4203700"/>
                    <a:pt x="7764780" y="3648710"/>
                    <a:pt x="7852410" y="3332480"/>
                  </a:cubicBezTo>
                  <a:cubicBezTo>
                    <a:pt x="7914640" y="3111500"/>
                    <a:pt x="7927340" y="2943860"/>
                    <a:pt x="7955280" y="2752090"/>
                  </a:cubicBezTo>
                  <a:cubicBezTo>
                    <a:pt x="7981950" y="2564130"/>
                    <a:pt x="7975600" y="2284730"/>
                    <a:pt x="8018780" y="2193290"/>
                  </a:cubicBezTo>
                  <a:cubicBezTo>
                    <a:pt x="8036560" y="2156460"/>
                    <a:pt x="8058150" y="2148840"/>
                    <a:pt x="8081010" y="2129790"/>
                  </a:cubicBezTo>
                  <a:cubicBezTo>
                    <a:pt x="8103870" y="2110740"/>
                    <a:pt x="8129270" y="2094230"/>
                    <a:pt x="8155940" y="2081530"/>
                  </a:cubicBezTo>
                  <a:cubicBezTo>
                    <a:pt x="8182610" y="2068830"/>
                    <a:pt x="8211820" y="2058670"/>
                    <a:pt x="8241030" y="2053590"/>
                  </a:cubicBezTo>
                  <a:cubicBezTo>
                    <a:pt x="8270240" y="2048510"/>
                    <a:pt x="8299450" y="2045970"/>
                    <a:pt x="8328660" y="2047240"/>
                  </a:cubicBezTo>
                  <a:cubicBezTo>
                    <a:pt x="8357870" y="2048510"/>
                    <a:pt x="8389620" y="2052320"/>
                    <a:pt x="8417560" y="2061210"/>
                  </a:cubicBezTo>
                  <a:cubicBezTo>
                    <a:pt x="8445500" y="2068830"/>
                    <a:pt x="8473440" y="2081530"/>
                    <a:pt x="8498840" y="2096770"/>
                  </a:cubicBezTo>
                  <a:cubicBezTo>
                    <a:pt x="8524240" y="2112010"/>
                    <a:pt x="8548370" y="2129790"/>
                    <a:pt x="8569960" y="2150110"/>
                  </a:cubicBezTo>
                  <a:cubicBezTo>
                    <a:pt x="8591550" y="2170430"/>
                    <a:pt x="8610600" y="2194560"/>
                    <a:pt x="8625840" y="2218690"/>
                  </a:cubicBezTo>
                  <a:cubicBezTo>
                    <a:pt x="8641080" y="2244090"/>
                    <a:pt x="8655050" y="2270760"/>
                    <a:pt x="8663940" y="2298700"/>
                  </a:cubicBezTo>
                  <a:cubicBezTo>
                    <a:pt x="8672830" y="2326640"/>
                    <a:pt x="8679180" y="2357120"/>
                    <a:pt x="8681720" y="2386330"/>
                  </a:cubicBezTo>
                  <a:cubicBezTo>
                    <a:pt x="8684260" y="2415540"/>
                    <a:pt x="8682990" y="2446020"/>
                    <a:pt x="8677910" y="2475230"/>
                  </a:cubicBezTo>
                  <a:cubicBezTo>
                    <a:pt x="8672830" y="2504440"/>
                    <a:pt x="8672830" y="2517140"/>
                    <a:pt x="8652510" y="2560320"/>
                  </a:cubicBezTo>
                  <a:cubicBezTo>
                    <a:pt x="8558530" y="2759710"/>
                    <a:pt x="7865110" y="3756660"/>
                    <a:pt x="7621270" y="4108450"/>
                  </a:cubicBezTo>
                  <a:cubicBezTo>
                    <a:pt x="7493000" y="4293870"/>
                    <a:pt x="7383780" y="4450080"/>
                    <a:pt x="7317740" y="4527550"/>
                  </a:cubicBezTo>
                  <a:cubicBezTo>
                    <a:pt x="7289800" y="4560570"/>
                    <a:pt x="7277100" y="4573270"/>
                    <a:pt x="7252970" y="4592320"/>
                  </a:cubicBezTo>
                  <a:cubicBezTo>
                    <a:pt x="7228840" y="4611370"/>
                    <a:pt x="7203440" y="4626610"/>
                    <a:pt x="7175500" y="4639310"/>
                  </a:cubicBezTo>
                  <a:cubicBezTo>
                    <a:pt x="7147560" y="4652010"/>
                    <a:pt x="7118350" y="4662170"/>
                    <a:pt x="7087870" y="4667250"/>
                  </a:cubicBezTo>
                  <a:cubicBezTo>
                    <a:pt x="7058660" y="4672330"/>
                    <a:pt x="7026910" y="4673600"/>
                    <a:pt x="6996430" y="4672330"/>
                  </a:cubicBezTo>
                  <a:cubicBezTo>
                    <a:pt x="6965950" y="4671060"/>
                    <a:pt x="6935470" y="4664710"/>
                    <a:pt x="6906260" y="4655820"/>
                  </a:cubicBezTo>
                  <a:cubicBezTo>
                    <a:pt x="6877050" y="4646930"/>
                    <a:pt x="6849110" y="4632960"/>
                    <a:pt x="6822440" y="4617720"/>
                  </a:cubicBezTo>
                  <a:cubicBezTo>
                    <a:pt x="6797040" y="4602480"/>
                    <a:pt x="6771640" y="4583430"/>
                    <a:pt x="6750050" y="4561840"/>
                  </a:cubicBezTo>
                  <a:cubicBezTo>
                    <a:pt x="6728460" y="4540250"/>
                    <a:pt x="6709410" y="4514850"/>
                    <a:pt x="6694170" y="4489450"/>
                  </a:cubicBezTo>
                  <a:cubicBezTo>
                    <a:pt x="6678930" y="4462780"/>
                    <a:pt x="6664960" y="4434840"/>
                    <a:pt x="6656070" y="4405630"/>
                  </a:cubicBezTo>
                  <a:cubicBezTo>
                    <a:pt x="6647180" y="4376420"/>
                    <a:pt x="6640830" y="4345940"/>
                    <a:pt x="6639560" y="4315460"/>
                  </a:cubicBezTo>
                  <a:cubicBezTo>
                    <a:pt x="6638290" y="4284980"/>
                    <a:pt x="6640830" y="4251960"/>
                    <a:pt x="6644640" y="4224020"/>
                  </a:cubicBezTo>
                  <a:cubicBezTo>
                    <a:pt x="6648450" y="4201160"/>
                    <a:pt x="6649720" y="4191000"/>
                    <a:pt x="6659880" y="4161790"/>
                  </a:cubicBezTo>
                  <a:cubicBezTo>
                    <a:pt x="6689090" y="4080510"/>
                    <a:pt x="6794500" y="3873500"/>
                    <a:pt x="6877050" y="3714750"/>
                  </a:cubicBezTo>
                  <a:cubicBezTo>
                    <a:pt x="6973570" y="3529330"/>
                    <a:pt x="7114540" y="3300730"/>
                    <a:pt x="7208520" y="3119120"/>
                  </a:cubicBezTo>
                  <a:cubicBezTo>
                    <a:pt x="7285990" y="2971800"/>
                    <a:pt x="7338060" y="2879090"/>
                    <a:pt x="7407910" y="2710180"/>
                  </a:cubicBezTo>
                  <a:cubicBezTo>
                    <a:pt x="7514590" y="2452370"/>
                    <a:pt x="7673340" y="2002790"/>
                    <a:pt x="7750810" y="1709420"/>
                  </a:cubicBezTo>
                  <a:cubicBezTo>
                    <a:pt x="7810500" y="1485900"/>
                    <a:pt x="7821930" y="1209040"/>
                    <a:pt x="7865110" y="1108710"/>
                  </a:cubicBezTo>
                  <a:cubicBezTo>
                    <a:pt x="7881620" y="1070610"/>
                    <a:pt x="7896860" y="1059180"/>
                    <a:pt x="7915910" y="1037590"/>
                  </a:cubicBezTo>
                  <a:cubicBezTo>
                    <a:pt x="7934960" y="1016000"/>
                    <a:pt x="7957820" y="996950"/>
                    <a:pt x="7981950" y="980440"/>
                  </a:cubicBezTo>
                  <a:cubicBezTo>
                    <a:pt x="8006080" y="963930"/>
                    <a:pt x="8032750" y="951230"/>
                    <a:pt x="8060690" y="941070"/>
                  </a:cubicBezTo>
                  <a:cubicBezTo>
                    <a:pt x="8087360" y="930910"/>
                    <a:pt x="8116570" y="924560"/>
                    <a:pt x="8145780" y="922020"/>
                  </a:cubicBezTo>
                  <a:cubicBezTo>
                    <a:pt x="8174990" y="919480"/>
                    <a:pt x="8204200" y="919480"/>
                    <a:pt x="8233410" y="923290"/>
                  </a:cubicBezTo>
                  <a:cubicBezTo>
                    <a:pt x="8262620" y="927100"/>
                    <a:pt x="8291830" y="934720"/>
                    <a:pt x="8318500" y="944880"/>
                  </a:cubicBezTo>
                  <a:cubicBezTo>
                    <a:pt x="8345170" y="955040"/>
                    <a:pt x="8371840" y="970280"/>
                    <a:pt x="8394700" y="986790"/>
                  </a:cubicBezTo>
                  <a:cubicBezTo>
                    <a:pt x="8418830" y="1003300"/>
                    <a:pt x="8440420" y="1024890"/>
                    <a:pt x="8459470" y="1046480"/>
                  </a:cubicBezTo>
                  <a:cubicBezTo>
                    <a:pt x="8478520" y="1068070"/>
                    <a:pt x="8495030" y="1093470"/>
                    <a:pt x="8507730" y="1118870"/>
                  </a:cubicBezTo>
                  <a:cubicBezTo>
                    <a:pt x="8520430" y="1144270"/>
                    <a:pt x="8531860" y="1173480"/>
                    <a:pt x="8538210" y="1201420"/>
                  </a:cubicBezTo>
                  <a:cubicBezTo>
                    <a:pt x="8544560" y="1229360"/>
                    <a:pt x="8548370" y="1259840"/>
                    <a:pt x="8547100" y="1289050"/>
                  </a:cubicBezTo>
                  <a:cubicBezTo>
                    <a:pt x="8545830" y="1318260"/>
                    <a:pt x="8544560" y="1338580"/>
                    <a:pt x="8534400" y="1375410"/>
                  </a:cubicBezTo>
                  <a:cubicBezTo>
                    <a:pt x="8514080" y="1443990"/>
                    <a:pt x="8459470" y="1550670"/>
                    <a:pt x="8407400" y="1661160"/>
                  </a:cubicBezTo>
                  <a:cubicBezTo>
                    <a:pt x="8335010" y="1816100"/>
                    <a:pt x="8253730" y="1997710"/>
                    <a:pt x="8134350" y="2217420"/>
                  </a:cubicBezTo>
                  <a:cubicBezTo>
                    <a:pt x="7951470" y="2552700"/>
                    <a:pt x="7586980" y="3139440"/>
                    <a:pt x="7388860" y="3459480"/>
                  </a:cubicBezTo>
                  <a:cubicBezTo>
                    <a:pt x="7261860" y="3663950"/>
                    <a:pt x="7139940" y="3872230"/>
                    <a:pt x="7070090" y="3957320"/>
                  </a:cubicBezTo>
                  <a:cubicBezTo>
                    <a:pt x="7042150" y="3990340"/>
                    <a:pt x="7028180" y="4003040"/>
                    <a:pt x="7004050" y="4020820"/>
                  </a:cubicBezTo>
                  <a:cubicBezTo>
                    <a:pt x="6979920" y="4038600"/>
                    <a:pt x="6954520" y="4055110"/>
                    <a:pt x="6926580" y="4066540"/>
                  </a:cubicBezTo>
                  <a:cubicBezTo>
                    <a:pt x="6898640" y="4077970"/>
                    <a:pt x="6868160" y="4086860"/>
                    <a:pt x="6838950" y="4091940"/>
                  </a:cubicBezTo>
                  <a:cubicBezTo>
                    <a:pt x="6809740" y="4097020"/>
                    <a:pt x="6777990" y="4099560"/>
                    <a:pt x="6748780" y="4097020"/>
                  </a:cubicBezTo>
                  <a:cubicBezTo>
                    <a:pt x="6718300" y="4094480"/>
                    <a:pt x="6687820" y="4088130"/>
                    <a:pt x="6659880" y="4079240"/>
                  </a:cubicBezTo>
                  <a:cubicBezTo>
                    <a:pt x="6630670" y="4070350"/>
                    <a:pt x="6602730" y="4056380"/>
                    <a:pt x="6577330" y="4041140"/>
                  </a:cubicBezTo>
                  <a:cubicBezTo>
                    <a:pt x="6551930" y="4024630"/>
                    <a:pt x="6527800" y="4005580"/>
                    <a:pt x="6506210" y="3983990"/>
                  </a:cubicBezTo>
                  <a:cubicBezTo>
                    <a:pt x="6485890" y="3962400"/>
                    <a:pt x="6466840" y="3937000"/>
                    <a:pt x="6451600" y="3911600"/>
                  </a:cubicBezTo>
                  <a:cubicBezTo>
                    <a:pt x="6436360" y="3884930"/>
                    <a:pt x="6423660" y="3856990"/>
                    <a:pt x="6414770" y="3827780"/>
                  </a:cubicBezTo>
                  <a:cubicBezTo>
                    <a:pt x="6405880" y="3798570"/>
                    <a:pt x="6402070" y="3769360"/>
                    <a:pt x="6400800" y="3738880"/>
                  </a:cubicBezTo>
                  <a:cubicBezTo>
                    <a:pt x="6399530" y="3708400"/>
                    <a:pt x="6400800" y="3676650"/>
                    <a:pt x="6407150" y="3647440"/>
                  </a:cubicBezTo>
                  <a:cubicBezTo>
                    <a:pt x="6413500" y="3618230"/>
                    <a:pt x="6422390" y="3587750"/>
                    <a:pt x="6435090" y="3561080"/>
                  </a:cubicBezTo>
                  <a:cubicBezTo>
                    <a:pt x="6447790" y="3534410"/>
                    <a:pt x="6457950" y="3521710"/>
                    <a:pt x="6483350" y="3484880"/>
                  </a:cubicBezTo>
                  <a:cubicBezTo>
                    <a:pt x="6551930" y="3385820"/>
                    <a:pt x="6748780" y="3140710"/>
                    <a:pt x="6889750" y="2943860"/>
                  </a:cubicBezTo>
                  <a:cubicBezTo>
                    <a:pt x="7052310" y="2716530"/>
                    <a:pt x="7226300" y="2435860"/>
                    <a:pt x="7396480" y="2194560"/>
                  </a:cubicBezTo>
                  <a:cubicBezTo>
                    <a:pt x="7559040" y="1963420"/>
                    <a:pt x="7739380" y="1706880"/>
                    <a:pt x="7885430" y="1525270"/>
                  </a:cubicBezTo>
                  <a:cubicBezTo>
                    <a:pt x="7992110" y="1393190"/>
                    <a:pt x="8112760" y="1259840"/>
                    <a:pt x="8177530" y="1196340"/>
                  </a:cubicBezTo>
                  <a:cubicBezTo>
                    <a:pt x="8206740" y="1168400"/>
                    <a:pt x="8220710" y="1155700"/>
                    <a:pt x="8244840" y="1139190"/>
                  </a:cubicBezTo>
                  <a:cubicBezTo>
                    <a:pt x="8268970" y="1122680"/>
                    <a:pt x="8295640" y="1109980"/>
                    <a:pt x="8323580" y="1099820"/>
                  </a:cubicBezTo>
                  <a:cubicBezTo>
                    <a:pt x="8351520" y="1089660"/>
                    <a:pt x="8380730" y="1083310"/>
                    <a:pt x="8409940" y="1080770"/>
                  </a:cubicBezTo>
                  <a:cubicBezTo>
                    <a:pt x="8439150" y="1078230"/>
                    <a:pt x="8469630" y="1078230"/>
                    <a:pt x="8498840" y="1082040"/>
                  </a:cubicBezTo>
                  <a:cubicBezTo>
                    <a:pt x="8528050" y="1085850"/>
                    <a:pt x="8557260" y="1093470"/>
                    <a:pt x="8583930" y="1104900"/>
                  </a:cubicBezTo>
                  <a:cubicBezTo>
                    <a:pt x="8610600" y="1115060"/>
                    <a:pt x="8637270" y="1130300"/>
                    <a:pt x="8661400" y="1146810"/>
                  </a:cubicBezTo>
                  <a:cubicBezTo>
                    <a:pt x="8685530" y="1164590"/>
                    <a:pt x="8707120" y="1184910"/>
                    <a:pt x="8726170" y="1207770"/>
                  </a:cubicBezTo>
                  <a:cubicBezTo>
                    <a:pt x="8745220" y="1230630"/>
                    <a:pt x="8761730" y="1254760"/>
                    <a:pt x="8774430" y="1281430"/>
                  </a:cubicBezTo>
                  <a:cubicBezTo>
                    <a:pt x="8787130" y="1306830"/>
                    <a:pt x="8798560" y="1336040"/>
                    <a:pt x="8804910" y="1363980"/>
                  </a:cubicBezTo>
                  <a:cubicBezTo>
                    <a:pt x="8811260" y="1391920"/>
                    <a:pt x="8813800" y="1422400"/>
                    <a:pt x="8813800" y="1451610"/>
                  </a:cubicBezTo>
                  <a:cubicBezTo>
                    <a:pt x="8813800" y="1480820"/>
                    <a:pt x="8808720" y="1511300"/>
                    <a:pt x="8801100" y="1539240"/>
                  </a:cubicBezTo>
                  <a:cubicBezTo>
                    <a:pt x="8793480" y="1567180"/>
                    <a:pt x="8782050" y="1596390"/>
                    <a:pt x="8768080" y="1621790"/>
                  </a:cubicBezTo>
                  <a:cubicBezTo>
                    <a:pt x="8754110" y="1647190"/>
                    <a:pt x="8740140" y="1662430"/>
                    <a:pt x="8716010" y="1692910"/>
                  </a:cubicBezTo>
                  <a:cubicBezTo>
                    <a:pt x="8670290" y="1750060"/>
                    <a:pt x="8591550" y="1845310"/>
                    <a:pt x="8505190" y="1936750"/>
                  </a:cubicBezTo>
                  <a:cubicBezTo>
                    <a:pt x="8380730" y="2067560"/>
                    <a:pt x="8204200" y="2223770"/>
                    <a:pt x="8032750" y="2395220"/>
                  </a:cubicBezTo>
                  <a:cubicBezTo>
                    <a:pt x="7821930" y="2607310"/>
                    <a:pt x="7562850" y="2875280"/>
                    <a:pt x="7336790" y="3115310"/>
                  </a:cubicBezTo>
                  <a:cubicBezTo>
                    <a:pt x="7114540" y="3351530"/>
                    <a:pt x="6883400" y="3628390"/>
                    <a:pt x="6685280" y="3825240"/>
                  </a:cubicBezTo>
                  <a:cubicBezTo>
                    <a:pt x="6532880" y="3976370"/>
                    <a:pt x="6350000" y="4145280"/>
                    <a:pt x="6263640" y="4208780"/>
                  </a:cubicBezTo>
                  <a:cubicBezTo>
                    <a:pt x="6229350" y="4234180"/>
                    <a:pt x="6212840" y="4241800"/>
                    <a:pt x="6186170" y="4253230"/>
                  </a:cubicBezTo>
                  <a:cubicBezTo>
                    <a:pt x="6159500" y="4264660"/>
                    <a:pt x="6130290" y="4273550"/>
                    <a:pt x="6101080" y="4278630"/>
                  </a:cubicBezTo>
                  <a:cubicBezTo>
                    <a:pt x="6071870" y="4283710"/>
                    <a:pt x="6041390" y="4283710"/>
                    <a:pt x="6012180" y="4281170"/>
                  </a:cubicBezTo>
                  <a:cubicBezTo>
                    <a:pt x="5982970" y="4278630"/>
                    <a:pt x="5952490" y="4272280"/>
                    <a:pt x="5924550" y="4263390"/>
                  </a:cubicBezTo>
                  <a:cubicBezTo>
                    <a:pt x="5896610" y="4254500"/>
                    <a:pt x="5868670" y="4241800"/>
                    <a:pt x="5844540" y="4226560"/>
                  </a:cubicBezTo>
                  <a:cubicBezTo>
                    <a:pt x="5819140" y="4211320"/>
                    <a:pt x="5796280" y="4191000"/>
                    <a:pt x="5775960" y="4169410"/>
                  </a:cubicBezTo>
                  <a:cubicBezTo>
                    <a:pt x="5755640" y="4147820"/>
                    <a:pt x="5737860" y="4123690"/>
                    <a:pt x="5722620" y="4098290"/>
                  </a:cubicBezTo>
                  <a:cubicBezTo>
                    <a:pt x="5707380" y="4072890"/>
                    <a:pt x="5694680" y="4044950"/>
                    <a:pt x="5687060" y="4017010"/>
                  </a:cubicBezTo>
                  <a:cubicBezTo>
                    <a:pt x="5678170" y="3989070"/>
                    <a:pt x="5674360" y="3958590"/>
                    <a:pt x="5673090" y="3929380"/>
                  </a:cubicBezTo>
                  <a:cubicBezTo>
                    <a:pt x="5671820" y="3900170"/>
                    <a:pt x="5673090" y="3869690"/>
                    <a:pt x="5679440" y="3840480"/>
                  </a:cubicBezTo>
                  <a:cubicBezTo>
                    <a:pt x="5685790" y="3811270"/>
                    <a:pt x="5689600" y="3793490"/>
                    <a:pt x="5708650" y="3756660"/>
                  </a:cubicBezTo>
                  <a:cubicBezTo>
                    <a:pt x="5753100" y="3667760"/>
                    <a:pt x="5873750" y="3524250"/>
                    <a:pt x="5996940" y="3335020"/>
                  </a:cubicBezTo>
                  <a:cubicBezTo>
                    <a:pt x="6239510" y="2964180"/>
                    <a:pt x="6713220" y="2152650"/>
                    <a:pt x="7043420" y="1666240"/>
                  </a:cubicBezTo>
                  <a:cubicBezTo>
                    <a:pt x="7311390" y="1271270"/>
                    <a:pt x="7588250" y="880110"/>
                    <a:pt x="7809230" y="618490"/>
                  </a:cubicBezTo>
                  <a:cubicBezTo>
                    <a:pt x="7955280" y="445770"/>
                    <a:pt x="8050530" y="264160"/>
                    <a:pt x="8202930" y="214630"/>
                  </a:cubicBezTo>
                  <a:cubicBezTo>
                    <a:pt x="8343900" y="168910"/>
                    <a:pt x="8545830" y="210820"/>
                    <a:pt x="8680450" y="293370"/>
                  </a:cubicBezTo>
                  <a:cubicBezTo>
                    <a:pt x="8830310" y="384810"/>
                    <a:pt x="8952230" y="596900"/>
                    <a:pt x="9034780" y="777240"/>
                  </a:cubicBezTo>
                  <a:cubicBezTo>
                    <a:pt x="9118600" y="961390"/>
                    <a:pt x="9144000" y="1192530"/>
                    <a:pt x="9173210" y="1389380"/>
                  </a:cubicBezTo>
                  <a:cubicBezTo>
                    <a:pt x="9201150" y="1570990"/>
                    <a:pt x="9224010" y="1748790"/>
                    <a:pt x="9213850" y="1916430"/>
                  </a:cubicBezTo>
                  <a:cubicBezTo>
                    <a:pt x="9204960" y="2071370"/>
                    <a:pt x="9182100" y="2217420"/>
                    <a:pt x="9127490" y="2362200"/>
                  </a:cubicBezTo>
                  <a:cubicBezTo>
                    <a:pt x="9070340" y="2515870"/>
                    <a:pt x="8931910" y="2623820"/>
                    <a:pt x="8868410" y="2809240"/>
                  </a:cubicBezTo>
                  <a:cubicBezTo>
                    <a:pt x="8780780" y="3064510"/>
                    <a:pt x="8768080" y="3510280"/>
                    <a:pt x="8736330" y="3780790"/>
                  </a:cubicBezTo>
                  <a:cubicBezTo>
                    <a:pt x="8713470" y="3973830"/>
                    <a:pt x="8691880" y="4119880"/>
                    <a:pt x="8688070" y="4279900"/>
                  </a:cubicBezTo>
                  <a:cubicBezTo>
                    <a:pt x="8684260" y="4425950"/>
                    <a:pt x="8710930" y="4559300"/>
                    <a:pt x="8709660" y="4702810"/>
                  </a:cubicBezTo>
                  <a:cubicBezTo>
                    <a:pt x="8708390" y="4852670"/>
                    <a:pt x="8693150" y="4982210"/>
                    <a:pt x="8677910" y="5162550"/>
                  </a:cubicBezTo>
                  <a:cubicBezTo>
                    <a:pt x="8656320" y="5419090"/>
                    <a:pt x="8719820" y="5920740"/>
                    <a:pt x="8583930" y="6096000"/>
                  </a:cubicBezTo>
                  <a:cubicBezTo>
                    <a:pt x="8486140" y="6221730"/>
                    <a:pt x="8282940" y="6234430"/>
                    <a:pt x="8129270" y="6262370"/>
                  </a:cubicBezTo>
                  <a:cubicBezTo>
                    <a:pt x="7980680" y="6289040"/>
                    <a:pt x="7854950" y="6261100"/>
                    <a:pt x="7678420" y="6266180"/>
                  </a:cubicBezTo>
                  <a:cubicBezTo>
                    <a:pt x="7428230" y="6273800"/>
                    <a:pt x="7026910" y="6303010"/>
                    <a:pt x="6770370" y="6311900"/>
                  </a:cubicBezTo>
                  <a:cubicBezTo>
                    <a:pt x="6581140" y="6318250"/>
                    <a:pt x="6516370" y="6311900"/>
                    <a:pt x="6277610" y="6320790"/>
                  </a:cubicBezTo>
                  <a:cubicBezTo>
                    <a:pt x="5634990" y="6343650"/>
                    <a:pt x="3667760" y="6452870"/>
                    <a:pt x="2729230" y="6512560"/>
                  </a:cubicBezTo>
                  <a:cubicBezTo>
                    <a:pt x="2112010" y="6551930"/>
                    <a:pt x="1551940" y="6570980"/>
                    <a:pt x="1195070" y="6623050"/>
                  </a:cubicBezTo>
                  <a:cubicBezTo>
                    <a:pt x="1000760" y="6650990"/>
                    <a:pt x="899160" y="6700520"/>
                    <a:pt x="748030" y="6722110"/>
                  </a:cubicBezTo>
                  <a:cubicBezTo>
                    <a:pt x="596900" y="6743700"/>
                    <a:pt x="410210" y="6819900"/>
                    <a:pt x="289560" y="6752590"/>
                  </a:cubicBezTo>
                  <a:cubicBezTo>
                    <a:pt x="149860" y="6675120"/>
                    <a:pt x="6350" y="6385560"/>
                    <a:pt x="2540" y="6207760"/>
                  </a:cubicBezTo>
                  <a:cubicBezTo>
                    <a:pt x="0" y="6042660"/>
                    <a:pt x="154940" y="5869940"/>
                    <a:pt x="234950" y="5722620"/>
                  </a:cubicBezTo>
                  <a:cubicBezTo>
                    <a:pt x="306070" y="5591810"/>
                    <a:pt x="361950" y="5471160"/>
                    <a:pt x="453390" y="5363210"/>
                  </a:cubicBezTo>
                  <a:cubicBezTo>
                    <a:pt x="547370" y="5251450"/>
                    <a:pt x="656590" y="5175250"/>
                    <a:pt x="795020" y="5066030"/>
                  </a:cubicBezTo>
                  <a:cubicBezTo>
                    <a:pt x="990600" y="4911090"/>
                    <a:pt x="1313180" y="4671060"/>
                    <a:pt x="1526540" y="4536440"/>
                  </a:cubicBezTo>
                  <a:cubicBezTo>
                    <a:pt x="1681480" y="4438650"/>
                    <a:pt x="1799590" y="4381500"/>
                    <a:pt x="1943100" y="4309110"/>
                  </a:cubicBezTo>
                  <a:cubicBezTo>
                    <a:pt x="2092960" y="4234180"/>
                    <a:pt x="2254250" y="4157980"/>
                    <a:pt x="2409190" y="4093210"/>
                  </a:cubicBezTo>
                  <a:cubicBezTo>
                    <a:pt x="2557780" y="4030980"/>
                    <a:pt x="2706370" y="3972560"/>
                    <a:pt x="2854960" y="3925570"/>
                  </a:cubicBezTo>
                  <a:cubicBezTo>
                    <a:pt x="2999740" y="3879850"/>
                    <a:pt x="3115310" y="3862070"/>
                    <a:pt x="3289300" y="3812540"/>
                  </a:cubicBezTo>
                  <a:cubicBezTo>
                    <a:pt x="3556000" y="3736340"/>
                    <a:pt x="4025900" y="3592830"/>
                    <a:pt x="4295140" y="3501390"/>
                  </a:cubicBezTo>
                  <a:cubicBezTo>
                    <a:pt x="4478020" y="3439160"/>
                    <a:pt x="4579620" y="3404870"/>
                    <a:pt x="4751070" y="3332480"/>
                  </a:cubicBezTo>
                  <a:cubicBezTo>
                    <a:pt x="4982210" y="3234690"/>
                    <a:pt x="5306060" y="3120390"/>
                    <a:pt x="5549900" y="2948940"/>
                  </a:cubicBezTo>
                  <a:cubicBezTo>
                    <a:pt x="5806440" y="2768600"/>
                    <a:pt x="6054090" y="2463800"/>
                    <a:pt x="6248400" y="2261870"/>
                  </a:cubicBezTo>
                  <a:cubicBezTo>
                    <a:pt x="6394450" y="2110740"/>
                    <a:pt x="6484620" y="2023110"/>
                    <a:pt x="6619240" y="1854200"/>
                  </a:cubicBezTo>
                  <a:cubicBezTo>
                    <a:pt x="6812280" y="1612900"/>
                    <a:pt x="7109460" y="1184910"/>
                    <a:pt x="7265670" y="932180"/>
                  </a:cubicBezTo>
                  <a:cubicBezTo>
                    <a:pt x="7367270" y="767080"/>
                    <a:pt x="7407910" y="645160"/>
                    <a:pt x="7494270" y="508000"/>
                  </a:cubicBezTo>
                  <a:cubicBezTo>
                    <a:pt x="7581900" y="367030"/>
                    <a:pt x="7702550" y="176530"/>
                    <a:pt x="7788910" y="96520"/>
                  </a:cubicBezTo>
                  <a:cubicBezTo>
                    <a:pt x="7835900" y="52070"/>
                    <a:pt x="7880350" y="31750"/>
                    <a:pt x="7919720" y="16510"/>
                  </a:cubicBezTo>
                  <a:cubicBezTo>
                    <a:pt x="7947660" y="6350"/>
                    <a:pt x="7969250" y="3810"/>
                    <a:pt x="7994650" y="2540"/>
                  </a:cubicBezTo>
                  <a:cubicBezTo>
                    <a:pt x="8020050" y="1270"/>
                    <a:pt x="8042910" y="0"/>
                    <a:pt x="8070850" y="6350"/>
                  </a:cubicBezTo>
                  <a:cubicBezTo>
                    <a:pt x="8111490" y="15240"/>
                    <a:pt x="8171180" y="36830"/>
                    <a:pt x="8210550" y="67310"/>
                  </a:cubicBezTo>
                  <a:cubicBezTo>
                    <a:pt x="8249920" y="97790"/>
                    <a:pt x="8285480" y="149860"/>
                    <a:pt x="8305800" y="186690"/>
                  </a:cubicBezTo>
                  <a:cubicBezTo>
                    <a:pt x="8319770" y="213360"/>
                    <a:pt x="8326120" y="231140"/>
                    <a:pt x="8329930" y="260350"/>
                  </a:cubicBezTo>
                  <a:cubicBezTo>
                    <a:pt x="8335010" y="300990"/>
                    <a:pt x="8332470" y="372110"/>
                    <a:pt x="8322310" y="412750"/>
                  </a:cubicBezTo>
                  <a:cubicBezTo>
                    <a:pt x="8315960" y="440690"/>
                    <a:pt x="8290560" y="482600"/>
                    <a:pt x="8290560" y="482600"/>
                  </a:cubicBezTo>
                </a:path>
              </a:pathLst>
            </a:custGeom>
            <a:solidFill>
              <a:srgbClr val="FFC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 rot="1126716">
            <a:off x="14089716" y="7086608"/>
            <a:ext cx="4705398" cy="4926841"/>
            <a:chOff x="0" y="0"/>
            <a:chExt cx="5316220" cy="5566410"/>
          </a:xfrm>
        </p:grpSpPr>
        <p:sp>
          <p:nvSpPr>
            <p:cNvPr id="71" name="Freeform 71"/>
            <p:cNvSpPr/>
            <p:nvPr/>
          </p:nvSpPr>
          <p:spPr>
            <a:xfrm>
              <a:off x="25400" y="48260"/>
              <a:ext cx="5241290" cy="5469890"/>
            </a:xfrm>
            <a:custGeom>
              <a:avLst/>
              <a:gdLst/>
              <a:ahLst/>
              <a:cxnLst/>
              <a:rect l="l" t="t" r="r" b="b"/>
              <a:pathLst>
                <a:path w="5241290" h="5469890">
                  <a:moveTo>
                    <a:pt x="5240020" y="15240"/>
                  </a:moveTo>
                  <a:cubicBezTo>
                    <a:pt x="4798060" y="778510"/>
                    <a:pt x="4678680" y="972820"/>
                    <a:pt x="4547870" y="1121410"/>
                  </a:cubicBezTo>
                  <a:cubicBezTo>
                    <a:pt x="4433570" y="1252220"/>
                    <a:pt x="4298950" y="1365250"/>
                    <a:pt x="4183380" y="1454150"/>
                  </a:cubicBezTo>
                  <a:cubicBezTo>
                    <a:pt x="4090670" y="1525270"/>
                    <a:pt x="4023360" y="1564640"/>
                    <a:pt x="3915410" y="1626870"/>
                  </a:cubicBezTo>
                  <a:cubicBezTo>
                    <a:pt x="3761740" y="1714500"/>
                    <a:pt x="3547110" y="1830070"/>
                    <a:pt x="3343910" y="1916430"/>
                  </a:cubicBezTo>
                  <a:cubicBezTo>
                    <a:pt x="3125470" y="2009140"/>
                    <a:pt x="2832100" y="2085340"/>
                    <a:pt x="2644140" y="2159000"/>
                  </a:cubicBezTo>
                  <a:cubicBezTo>
                    <a:pt x="2514600" y="2209800"/>
                    <a:pt x="2435860" y="2245360"/>
                    <a:pt x="2319020" y="2299970"/>
                  </a:cubicBezTo>
                  <a:cubicBezTo>
                    <a:pt x="2179320" y="2364740"/>
                    <a:pt x="2005330" y="2448560"/>
                    <a:pt x="1864360" y="2526030"/>
                  </a:cubicBezTo>
                  <a:cubicBezTo>
                    <a:pt x="1737360" y="2595880"/>
                    <a:pt x="1621790" y="2668270"/>
                    <a:pt x="1510030" y="2741930"/>
                  </a:cubicBezTo>
                  <a:cubicBezTo>
                    <a:pt x="1405890" y="2810510"/>
                    <a:pt x="1309370" y="2876550"/>
                    <a:pt x="1216660" y="2950210"/>
                  </a:cubicBezTo>
                  <a:cubicBezTo>
                    <a:pt x="1125220" y="3022600"/>
                    <a:pt x="1042670" y="3093720"/>
                    <a:pt x="957580" y="3181350"/>
                  </a:cubicBezTo>
                  <a:cubicBezTo>
                    <a:pt x="862330" y="3280410"/>
                    <a:pt x="749300" y="3421380"/>
                    <a:pt x="680720" y="3517900"/>
                  </a:cubicBezTo>
                  <a:cubicBezTo>
                    <a:pt x="633730" y="3583940"/>
                    <a:pt x="614680" y="3615690"/>
                    <a:pt x="572770" y="3693160"/>
                  </a:cubicBezTo>
                  <a:cubicBezTo>
                    <a:pt x="495300" y="3835400"/>
                    <a:pt x="337820" y="4170680"/>
                    <a:pt x="278130" y="4312920"/>
                  </a:cubicBezTo>
                  <a:cubicBezTo>
                    <a:pt x="247650" y="4384040"/>
                    <a:pt x="238760" y="4410710"/>
                    <a:pt x="218440" y="4478020"/>
                  </a:cubicBezTo>
                  <a:cubicBezTo>
                    <a:pt x="187960" y="4582160"/>
                    <a:pt x="149860" y="4733290"/>
                    <a:pt x="123190" y="4880610"/>
                  </a:cubicBezTo>
                  <a:cubicBezTo>
                    <a:pt x="90170" y="5057140"/>
                    <a:pt x="76200" y="5433060"/>
                    <a:pt x="44450" y="5464810"/>
                  </a:cubicBezTo>
                  <a:cubicBezTo>
                    <a:pt x="39370" y="5469890"/>
                    <a:pt x="30480" y="5469890"/>
                    <a:pt x="27940" y="5467350"/>
                  </a:cubicBezTo>
                  <a:cubicBezTo>
                    <a:pt x="25400" y="5464810"/>
                    <a:pt x="29210" y="5452110"/>
                    <a:pt x="31750" y="5450840"/>
                  </a:cubicBezTo>
                  <a:cubicBezTo>
                    <a:pt x="34290" y="5449570"/>
                    <a:pt x="45720" y="5462270"/>
                    <a:pt x="44450" y="5463540"/>
                  </a:cubicBezTo>
                  <a:cubicBezTo>
                    <a:pt x="43180" y="5464810"/>
                    <a:pt x="30480" y="5466080"/>
                    <a:pt x="25400" y="5459730"/>
                  </a:cubicBezTo>
                  <a:cubicBezTo>
                    <a:pt x="0" y="5424170"/>
                    <a:pt x="71120" y="5052060"/>
                    <a:pt x="102870" y="4875530"/>
                  </a:cubicBezTo>
                  <a:cubicBezTo>
                    <a:pt x="129540" y="4726940"/>
                    <a:pt x="166370" y="4574540"/>
                    <a:pt x="198120" y="4470400"/>
                  </a:cubicBezTo>
                  <a:cubicBezTo>
                    <a:pt x="218440" y="4401820"/>
                    <a:pt x="228600" y="4376420"/>
                    <a:pt x="259080" y="4304030"/>
                  </a:cubicBezTo>
                  <a:cubicBezTo>
                    <a:pt x="318770" y="4161790"/>
                    <a:pt x="478790" y="3823970"/>
                    <a:pt x="556260" y="3681730"/>
                  </a:cubicBezTo>
                  <a:cubicBezTo>
                    <a:pt x="598170" y="3602990"/>
                    <a:pt x="617220" y="3571240"/>
                    <a:pt x="664210" y="3505200"/>
                  </a:cubicBezTo>
                  <a:cubicBezTo>
                    <a:pt x="732790" y="3408680"/>
                    <a:pt x="848360" y="3266440"/>
                    <a:pt x="943610" y="3167380"/>
                  </a:cubicBezTo>
                  <a:cubicBezTo>
                    <a:pt x="1028700" y="3078480"/>
                    <a:pt x="1112520" y="3006090"/>
                    <a:pt x="1203960" y="2932430"/>
                  </a:cubicBezTo>
                  <a:cubicBezTo>
                    <a:pt x="1297940" y="2857500"/>
                    <a:pt x="1385570" y="2797810"/>
                    <a:pt x="1499870" y="2724150"/>
                  </a:cubicBezTo>
                  <a:cubicBezTo>
                    <a:pt x="1644650" y="2630170"/>
                    <a:pt x="1827530" y="2519680"/>
                    <a:pt x="2009140" y="2425700"/>
                  </a:cubicBezTo>
                  <a:cubicBezTo>
                    <a:pt x="2204720" y="2324100"/>
                    <a:pt x="2420620" y="2226310"/>
                    <a:pt x="2637790" y="2139950"/>
                  </a:cubicBezTo>
                  <a:cubicBezTo>
                    <a:pt x="2861310" y="2049780"/>
                    <a:pt x="3116580" y="1991360"/>
                    <a:pt x="3333750" y="1898650"/>
                  </a:cubicBezTo>
                  <a:cubicBezTo>
                    <a:pt x="3536950" y="1812290"/>
                    <a:pt x="3751580" y="1697990"/>
                    <a:pt x="3903980" y="1610360"/>
                  </a:cubicBezTo>
                  <a:cubicBezTo>
                    <a:pt x="4011930" y="1549400"/>
                    <a:pt x="4077970" y="1510030"/>
                    <a:pt x="4170680" y="1438910"/>
                  </a:cubicBezTo>
                  <a:cubicBezTo>
                    <a:pt x="4284980" y="1351280"/>
                    <a:pt x="4417060" y="1239520"/>
                    <a:pt x="4531360" y="1109980"/>
                  </a:cubicBezTo>
                  <a:cubicBezTo>
                    <a:pt x="4660900" y="961390"/>
                    <a:pt x="4787900" y="759460"/>
                    <a:pt x="4895850" y="586740"/>
                  </a:cubicBezTo>
                  <a:cubicBezTo>
                    <a:pt x="4994910" y="426720"/>
                    <a:pt x="5097780" y="212090"/>
                    <a:pt x="5157470" y="110490"/>
                  </a:cubicBezTo>
                  <a:cubicBezTo>
                    <a:pt x="5185410" y="62230"/>
                    <a:pt x="5207000" y="16510"/>
                    <a:pt x="5223510" y="5080"/>
                  </a:cubicBezTo>
                  <a:cubicBezTo>
                    <a:pt x="5229860" y="1270"/>
                    <a:pt x="5236210" y="0"/>
                    <a:pt x="5238750" y="2540"/>
                  </a:cubicBezTo>
                  <a:cubicBezTo>
                    <a:pt x="5241290" y="3810"/>
                    <a:pt x="5240020" y="15240"/>
                    <a:pt x="5240020" y="15240"/>
                  </a:cubicBezTo>
                </a:path>
              </a:pathLst>
            </a:custGeom>
            <a:solidFill>
              <a:srgbClr val="876D79"/>
            </a:solidFill>
            <a:ln cap="sq">
              <a:noFill/>
              <a:prstDash val="solid"/>
              <a:miter/>
            </a:ln>
          </p:spPr>
        </p:sp>
      </p:grpSp>
      <p:sp>
        <p:nvSpPr>
          <p:cNvPr id="72" name="TextBox 18"/>
          <p:cNvSpPr txBox="1"/>
          <p:nvPr/>
        </p:nvSpPr>
        <p:spPr>
          <a:xfrm>
            <a:off x="3733800" y="2019300"/>
            <a:ext cx="11100435" cy="829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覆盖</a:t>
            </a:r>
            <a:r>
              <a:rPr lang="en-US" altLang="zh-CN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“</a:t>
            </a: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医食住行乐护</a:t>
            </a:r>
            <a:r>
              <a:rPr lang="en-US" altLang="zh-CN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”</a:t>
            </a: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的全场景服务生态</a:t>
            </a:r>
            <a:endParaRPr lang="zh-CN" altLang="en-US" sz="240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05915" y="2639542"/>
          <a:ext cx="7479665" cy="6487160"/>
        </p:xfrm>
        <a:graphic>
          <a:graphicData uri="http://schemas.openxmlformats.org/drawingml/2006/table">
            <a:tbl>
              <a:tblPr/>
              <a:tblGrid>
                <a:gridCol w="3568065"/>
                <a:gridCol w="3911600"/>
              </a:tblGrid>
              <a:tr h="640715">
                <a:tc gridSpan="2">
                  <a:txBody>
                    <a:bodyPr rtlCol="0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zh-CN" altLang="en-US" sz="2800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 Bold" panose="00000800000000000000"/>
                        </a:rPr>
                        <a:t>核心内容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Mongolian Baiti" panose="03000500000000000000" charset="0"/>
                        <a:ea typeface="+mj-ea"/>
                        <a:cs typeface="Montserrat Bold" panose="00000800000000000000"/>
                        <a:sym typeface="Montserrat Bold" panose="00000800000000000000"/>
                      </a:endParaRPr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8"/>
                    </a:solidFill>
                  </a:tcPr>
                </a:tc>
                <a:tc hMerge="1">
                  <a:tcPr marL="190500" marR="190500" marT="190500" marB="190500" anchor="t">
                    <a:lnL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8"/>
                    </a:solidFill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algn="just">
                        <a:lnSpc>
                          <a:spcPts val="41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C端模式</a:t>
                      </a:r>
                      <a:endParaRPr lang="zh-CN" altLang="en-US" sz="2315" b="1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41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B端/G端模式</a:t>
                      </a:r>
                      <a:endParaRPr lang="zh-CN" altLang="en-US" sz="2315" b="1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0">
                <a:tc>
                  <a:txBody>
                    <a:bodyPr rtlCol="0"/>
                    <a:lstStyle/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· 会员订阅（199元/年）:</a:t>
                      </a:r>
                      <a:endParaRPr lang="zh-CN" altLang="en-US" sz="2315" b="1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0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提供健康档案深度管理、紧急呼叫优先响应、线上医生轻咨询及课程折扣等增值服务</a:t>
                      </a:r>
                      <a:endParaRPr lang="zh-CN" altLang="en-US" sz="2315" b="0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endParaRPr lang="zh-CN" altLang="en-US" sz="2315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· 服务佣金（5%-10%）:</a:t>
                      </a:r>
                      <a:endParaRPr lang="zh-CN" altLang="en-US" sz="2315" b="1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0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对平台上成交的第三方服务订单（如陪诊、康复）收取一定比例的平台服务费</a:t>
                      </a:r>
                      <a:endParaRPr lang="zh-CN" altLang="en-US" sz="2315" b="0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zh-CN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· </a:t>
                      </a:r>
                      <a:r>
                        <a:rPr lang="zh-CN" altLang="en-US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SaaS授权：</a:t>
                      </a:r>
                      <a:r>
                        <a:rPr lang="zh-CN" altLang="en-US" sz="2315" b="0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将智慧养老云平台以年度订阅费形式，授权给养老院、物业公司等使用</a:t>
                      </a:r>
                      <a:endParaRPr lang="zh-CN" altLang="en-US" sz="2315" b="0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endParaRPr lang="zh-CN" altLang="en-US" sz="2315" b="1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· 硬件集采：</a:t>
                      </a:r>
                      <a:r>
                        <a:rPr lang="zh-CN" altLang="en-US" sz="2315" b="0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向B端/G端客户批量销售自主研发或认证的智能养老硬件设备</a:t>
                      </a:r>
                      <a:endParaRPr lang="zh-CN" altLang="en-US" sz="2315" b="0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endParaRPr lang="zh-CN" altLang="en-US" sz="2315" b="0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2315" b="1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· 联合运营：</a:t>
                      </a:r>
                      <a:r>
                        <a:rPr lang="zh-CN" altLang="en-US" sz="2315" b="0" spc="2">
                          <a:solidFill>
                            <a:srgbClr val="866373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与客户联合运营项目共享收益，或提供战略咨询、数字化转型蓝图设计等专业服务</a:t>
                      </a:r>
                      <a:endParaRPr lang="zh-CN" altLang="en-US" sz="2315" b="0" spc="2">
                        <a:solidFill>
                          <a:srgbClr val="866373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</a:endParaRPr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7016003" y="952347"/>
            <a:ext cx="4256073" cy="82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548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商业模式</a:t>
            </a:r>
            <a:endParaRPr lang="zh-CN" altLang="en-US" sz="548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83800" y="5986145"/>
            <a:ext cx="6237605" cy="3357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lang="zh-CN" altLang="en-US" sz="2800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资金规划：</a:t>
            </a:r>
            <a:endParaRPr lang="zh-CN" altLang="en-US" sz="2800" b="1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indent="0" algn="just" fontAlgn="auto">
              <a:lnSpc>
                <a:spcPct val="100000"/>
              </a:lnSpc>
            </a:pPr>
            <a:endParaRPr lang="zh-CN" altLang="en-US" sz="2800" b="1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indent="0" algn="just" fontAlgn="auto">
              <a:lnSpc>
                <a:spcPct val="100000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天使轮</a:t>
            </a:r>
            <a:r>
              <a:rPr lang="en-US" altLang="zh-CN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200</a:t>
            </a: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万：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资金分配聚焦产品研发（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40%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）与市场获客（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35%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），其余用于团队与运营，支撑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18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个月发展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indent="0" algn="just" fontAlgn="auto">
              <a:lnSpc>
                <a:spcPct val="100000"/>
              </a:lnSpc>
            </a:pPr>
            <a:endParaRPr lang="en-US" altLang="zh-CN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indent="0" algn="just" fontAlgn="auto">
              <a:lnSpc>
                <a:spcPct val="100000"/>
              </a:lnSpc>
            </a:pPr>
            <a:r>
              <a:rPr lang="en-US" altLang="zh-CN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3</a:t>
            </a: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年实现正向现金流：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​​ 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通过用户增长与付费转化率提升（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0.5%</a:t>
            </a:r>
            <a:r>
              <a:rPr lang="en-US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→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2%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），及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端业务拓展，预期三年内盈利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9826928">
            <a:off x="16057280" y="7656888"/>
            <a:ext cx="3612844" cy="2143368"/>
            <a:chOff x="0" y="0"/>
            <a:chExt cx="4817125" cy="2857824"/>
          </a:xfrm>
        </p:grpSpPr>
        <p:grpSp>
          <p:nvGrpSpPr>
            <p:cNvPr id="8" name="Group 8"/>
            <p:cNvGrpSpPr/>
            <p:nvPr/>
          </p:nvGrpSpPr>
          <p:grpSpPr>
            <a:xfrm rot="0">
              <a:off x="0" y="839006"/>
              <a:ext cx="3526689" cy="1503691"/>
              <a:chOff x="0" y="0"/>
              <a:chExt cx="6028690" cy="25704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 rot="0">
              <a:off x="3443804" y="469769"/>
              <a:ext cx="1360510" cy="579485"/>
              <a:chOff x="0" y="0"/>
              <a:chExt cx="3506470" cy="149352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 rot="0">
              <a:off x="3425079" y="470262"/>
              <a:ext cx="1392046" cy="447919"/>
              <a:chOff x="0" y="0"/>
              <a:chExt cx="3587750" cy="11544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 rot="-1043704">
              <a:off x="1791686" y="162898"/>
              <a:ext cx="1245512" cy="1018070"/>
              <a:chOff x="0" y="0"/>
              <a:chExt cx="3651250" cy="2984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 rot="-1601107">
              <a:off x="530102" y="756043"/>
              <a:ext cx="1098135" cy="897606"/>
              <a:chOff x="0" y="0"/>
              <a:chExt cx="3651250" cy="29845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 rot="3600434">
              <a:off x="1412473" y="1299927"/>
              <a:ext cx="1515192" cy="1202423"/>
              <a:chOff x="0" y="0"/>
              <a:chExt cx="3876040" cy="307594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 rot="3600434">
              <a:off x="2510262" y="961849"/>
              <a:ext cx="1182472" cy="938383"/>
              <a:chOff x="0" y="0"/>
              <a:chExt cx="3876040" cy="307594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22" name="Group 22"/>
          <p:cNvGrpSpPr/>
          <p:nvPr/>
        </p:nvGrpSpPr>
        <p:grpSpPr>
          <a:xfrm rot="-1570203">
            <a:off x="-1511630" y="727901"/>
            <a:ext cx="3828831" cy="2271505"/>
            <a:chOff x="0" y="0"/>
            <a:chExt cx="5105108" cy="3028674"/>
          </a:xfrm>
        </p:grpSpPr>
        <p:grpSp>
          <p:nvGrpSpPr>
            <p:cNvPr id="23" name="Group 23"/>
            <p:cNvGrpSpPr/>
            <p:nvPr/>
          </p:nvGrpSpPr>
          <p:grpSpPr>
            <a:xfrm rot="0">
              <a:off x="0" y="889164"/>
              <a:ext cx="3737525" cy="1593586"/>
              <a:chOff x="0" y="0"/>
              <a:chExt cx="6028690" cy="25704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 rot="0">
              <a:off x="3649685" y="497853"/>
              <a:ext cx="1441845" cy="614129"/>
              <a:chOff x="0" y="0"/>
              <a:chExt cx="3506470" cy="149352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 rot="0">
              <a:off x="3629841" y="498376"/>
              <a:ext cx="1475267" cy="474697"/>
              <a:chOff x="0" y="0"/>
              <a:chExt cx="3587750" cy="115443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 rot="-1043704">
              <a:off x="1898798" y="172637"/>
              <a:ext cx="1319972" cy="1078934"/>
              <a:chOff x="0" y="0"/>
              <a:chExt cx="3651250" cy="29845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 rot="-1601107">
              <a:off x="561793" y="801242"/>
              <a:ext cx="1163785" cy="951268"/>
              <a:chOff x="0" y="0"/>
              <a:chExt cx="3651250" cy="29845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 rot="3600434">
              <a:off x="1496915" y="1377641"/>
              <a:ext cx="1605775" cy="1274308"/>
              <a:chOff x="0" y="0"/>
              <a:chExt cx="3876040" cy="307594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 rot="3600434">
              <a:off x="2660333" y="1019352"/>
              <a:ext cx="1253163" cy="994483"/>
              <a:chOff x="0" y="0"/>
              <a:chExt cx="3876040" cy="307594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id="37" name="TextBox 3"/>
          <p:cNvSpPr txBox="1"/>
          <p:nvPr/>
        </p:nvSpPr>
        <p:spPr>
          <a:xfrm>
            <a:off x="5440680" y="1486535"/>
            <a:ext cx="7406005" cy="829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双轮驱动商业模式：</a:t>
            </a:r>
            <a:r>
              <a:rPr lang="en-US" altLang="zh-CN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C</a:t>
            </a: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端订阅</a:t>
            </a:r>
            <a:r>
              <a:rPr lang="en-US" altLang="zh-CN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+ B</a:t>
            </a: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端赋能</a:t>
            </a:r>
            <a:endParaRPr lang="zh-CN" altLang="en-US" sz="240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8200" y="2400300"/>
            <a:ext cx="4575175" cy="4134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410800" y="-795406"/>
            <a:ext cx="5485447" cy="5190172"/>
            <a:chOff x="0" y="0"/>
            <a:chExt cx="7313930" cy="6920230"/>
          </a:xfrm>
        </p:grpSpPr>
        <p:sp>
          <p:nvSpPr>
            <p:cNvPr id="3" name="Freeform 3"/>
            <p:cNvSpPr/>
            <p:nvPr/>
          </p:nvSpPr>
          <p:spPr>
            <a:xfrm>
              <a:off x="48260" y="38100"/>
              <a:ext cx="7221220" cy="6833870"/>
            </a:xfrm>
            <a:custGeom>
              <a:avLst/>
              <a:gdLst/>
              <a:ahLst/>
              <a:cxnLst/>
              <a:rect l="l" t="t" r="r" b="b"/>
              <a:pathLst>
                <a:path w="7221220" h="6833870">
                  <a:moveTo>
                    <a:pt x="539750" y="6220460"/>
                  </a:moveTo>
                  <a:cubicBezTo>
                    <a:pt x="1380490" y="5754370"/>
                    <a:pt x="1512570" y="5689600"/>
                    <a:pt x="1607820" y="5579110"/>
                  </a:cubicBezTo>
                  <a:cubicBezTo>
                    <a:pt x="1699260" y="5472430"/>
                    <a:pt x="1734820" y="5354320"/>
                    <a:pt x="1798320" y="5199380"/>
                  </a:cubicBezTo>
                  <a:cubicBezTo>
                    <a:pt x="1891030" y="4975860"/>
                    <a:pt x="2000250" y="4597400"/>
                    <a:pt x="2076450" y="4351020"/>
                  </a:cubicBezTo>
                  <a:cubicBezTo>
                    <a:pt x="2134870" y="4161790"/>
                    <a:pt x="2161540" y="3999230"/>
                    <a:pt x="2223770" y="3845560"/>
                  </a:cubicBezTo>
                  <a:cubicBezTo>
                    <a:pt x="2279650" y="3707130"/>
                    <a:pt x="2345690" y="3587750"/>
                    <a:pt x="2423160" y="3464560"/>
                  </a:cubicBezTo>
                  <a:cubicBezTo>
                    <a:pt x="2504440" y="3336290"/>
                    <a:pt x="2604770" y="3206750"/>
                    <a:pt x="2702560" y="3091180"/>
                  </a:cubicBezTo>
                  <a:cubicBezTo>
                    <a:pt x="2796540" y="2980690"/>
                    <a:pt x="2890520" y="2880360"/>
                    <a:pt x="2997200" y="2782570"/>
                  </a:cubicBezTo>
                  <a:cubicBezTo>
                    <a:pt x="3107690" y="2680970"/>
                    <a:pt x="3230880" y="2579370"/>
                    <a:pt x="3352800" y="2491740"/>
                  </a:cubicBezTo>
                  <a:cubicBezTo>
                    <a:pt x="3470910" y="2406650"/>
                    <a:pt x="3548380" y="2348230"/>
                    <a:pt x="3717290" y="2260600"/>
                  </a:cubicBezTo>
                  <a:cubicBezTo>
                    <a:pt x="4048760" y="2087880"/>
                    <a:pt x="4893310" y="1781810"/>
                    <a:pt x="5253990" y="1619250"/>
                  </a:cubicBezTo>
                  <a:cubicBezTo>
                    <a:pt x="5453380" y="1529080"/>
                    <a:pt x="5568950" y="1478280"/>
                    <a:pt x="5712460" y="1395730"/>
                  </a:cubicBezTo>
                  <a:cubicBezTo>
                    <a:pt x="5848350" y="1316990"/>
                    <a:pt x="5972810" y="1233170"/>
                    <a:pt x="6096000" y="1136650"/>
                  </a:cubicBezTo>
                  <a:cubicBezTo>
                    <a:pt x="6221730" y="1037590"/>
                    <a:pt x="6477000" y="875030"/>
                    <a:pt x="6456680" y="808990"/>
                  </a:cubicBezTo>
                  <a:cubicBezTo>
                    <a:pt x="6435090" y="740410"/>
                    <a:pt x="6107430" y="753110"/>
                    <a:pt x="5941060" y="741680"/>
                  </a:cubicBezTo>
                  <a:cubicBezTo>
                    <a:pt x="5786120" y="731520"/>
                    <a:pt x="5668010" y="728980"/>
                    <a:pt x="5490210" y="740410"/>
                  </a:cubicBezTo>
                  <a:cubicBezTo>
                    <a:pt x="5232400" y="756920"/>
                    <a:pt x="4869180" y="811530"/>
                    <a:pt x="4545330" y="864870"/>
                  </a:cubicBezTo>
                  <a:cubicBezTo>
                    <a:pt x="4198620" y="922020"/>
                    <a:pt x="3774440" y="1026160"/>
                    <a:pt x="3473450" y="1076960"/>
                  </a:cubicBezTo>
                  <a:cubicBezTo>
                    <a:pt x="3257550" y="1113790"/>
                    <a:pt x="3096260" y="1131570"/>
                    <a:pt x="2912110" y="1155700"/>
                  </a:cubicBezTo>
                  <a:cubicBezTo>
                    <a:pt x="2734310" y="1179830"/>
                    <a:pt x="2590800" y="1201420"/>
                    <a:pt x="2388870" y="1221740"/>
                  </a:cubicBezTo>
                  <a:cubicBezTo>
                    <a:pt x="2113280" y="1249680"/>
                    <a:pt x="1667510" y="1292860"/>
                    <a:pt x="1405890" y="1296670"/>
                  </a:cubicBezTo>
                  <a:cubicBezTo>
                    <a:pt x="1230630" y="1299210"/>
                    <a:pt x="1115060" y="1286510"/>
                    <a:pt x="969010" y="1275080"/>
                  </a:cubicBezTo>
                  <a:cubicBezTo>
                    <a:pt x="820420" y="1263650"/>
                    <a:pt x="647700" y="1243330"/>
                    <a:pt x="519430" y="1228090"/>
                  </a:cubicBezTo>
                  <a:cubicBezTo>
                    <a:pt x="422910" y="1216660"/>
                    <a:pt x="327660" y="1209040"/>
                    <a:pt x="267970" y="1192530"/>
                  </a:cubicBezTo>
                  <a:cubicBezTo>
                    <a:pt x="232410" y="1182370"/>
                    <a:pt x="212090" y="1173480"/>
                    <a:pt x="186690" y="1158240"/>
                  </a:cubicBezTo>
                  <a:cubicBezTo>
                    <a:pt x="161290" y="1143000"/>
                    <a:pt x="137160" y="1123950"/>
                    <a:pt x="115570" y="1103630"/>
                  </a:cubicBezTo>
                  <a:cubicBezTo>
                    <a:pt x="93980" y="1083310"/>
                    <a:pt x="73660" y="1060450"/>
                    <a:pt x="58420" y="1035050"/>
                  </a:cubicBezTo>
                  <a:cubicBezTo>
                    <a:pt x="41910" y="1009650"/>
                    <a:pt x="29210" y="981710"/>
                    <a:pt x="20320" y="953770"/>
                  </a:cubicBezTo>
                  <a:cubicBezTo>
                    <a:pt x="11430" y="925830"/>
                    <a:pt x="5080" y="895350"/>
                    <a:pt x="2540" y="866140"/>
                  </a:cubicBezTo>
                  <a:cubicBezTo>
                    <a:pt x="0" y="836930"/>
                    <a:pt x="2540" y="806450"/>
                    <a:pt x="7620" y="777240"/>
                  </a:cubicBezTo>
                  <a:cubicBezTo>
                    <a:pt x="12700" y="748030"/>
                    <a:pt x="20320" y="718820"/>
                    <a:pt x="31750" y="692150"/>
                  </a:cubicBezTo>
                  <a:cubicBezTo>
                    <a:pt x="43180" y="665480"/>
                    <a:pt x="59690" y="638810"/>
                    <a:pt x="77470" y="614680"/>
                  </a:cubicBezTo>
                  <a:cubicBezTo>
                    <a:pt x="95250" y="590550"/>
                    <a:pt x="115570" y="568960"/>
                    <a:pt x="138430" y="549910"/>
                  </a:cubicBezTo>
                  <a:cubicBezTo>
                    <a:pt x="161290" y="530860"/>
                    <a:pt x="187960" y="515620"/>
                    <a:pt x="214630" y="502920"/>
                  </a:cubicBezTo>
                  <a:cubicBezTo>
                    <a:pt x="241300" y="490220"/>
                    <a:pt x="259080" y="485140"/>
                    <a:pt x="299720" y="474980"/>
                  </a:cubicBezTo>
                  <a:cubicBezTo>
                    <a:pt x="398780" y="452120"/>
                    <a:pt x="586740" y="417830"/>
                    <a:pt x="817880" y="400050"/>
                  </a:cubicBezTo>
                  <a:cubicBezTo>
                    <a:pt x="1273810" y="365760"/>
                    <a:pt x="2172970" y="411480"/>
                    <a:pt x="2861310" y="381000"/>
                  </a:cubicBezTo>
                  <a:cubicBezTo>
                    <a:pt x="3567430" y="349250"/>
                    <a:pt x="4525010" y="231140"/>
                    <a:pt x="5002530" y="209550"/>
                  </a:cubicBezTo>
                  <a:cubicBezTo>
                    <a:pt x="5242560" y="198120"/>
                    <a:pt x="5372100" y="200660"/>
                    <a:pt x="5544820" y="203200"/>
                  </a:cubicBezTo>
                  <a:cubicBezTo>
                    <a:pt x="5703570" y="205740"/>
                    <a:pt x="5852160" y="205740"/>
                    <a:pt x="6002020" y="224790"/>
                  </a:cubicBezTo>
                  <a:cubicBezTo>
                    <a:pt x="6151880" y="243840"/>
                    <a:pt x="6357620" y="289560"/>
                    <a:pt x="6443980" y="316230"/>
                  </a:cubicBezTo>
                  <a:cubicBezTo>
                    <a:pt x="6482080" y="327660"/>
                    <a:pt x="6498590" y="334010"/>
                    <a:pt x="6522720" y="347980"/>
                  </a:cubicBezTo>
                  <a:cubicBezTo>
                    <a:pt x="6546850" y="361950"/>
                    <a:pt x="6570980" y="378460"/>
                    <a:pt x="6591300" y="397510"/>
                  </a:cubicBezTo>
                  <a:cubicBezTo>
                    <a:pt x="6611620" y="416560"/>
                    <a:pt x="6629400" y="433070"/>
                    <a:pt x="6645910" y="461010"/>
                  </a:cubicBezTo>
                  <a:cubicBezTo>
                    <a:pt x="6668770" y="500380"/>
                    <a:pt x="6694170" y="574040"/>
                    <a:pt x="6701790" y="619760"/>
                  </a:cubicBezTo>
                  <a:cubicBezTo>
                    <a:pt x="6706870" y="651510"/>
                    <a:pt x="6703060" y="675640"/>
                    <a:pt x="6699250" y="703580"/>
                  </a:cubicBezTo>
                  <a:cubicBezTo>
                    <a:pt x="6695440" y="731520"/>
                    <a:pt x="6687820" y="759460"/>
                    <a:pt x="6677660" y="784860"/>
                  </a:cubicBezTo>
                  <a:cubicBezTo>
                    <a:pt x="6667500" y="811530"/>
                    <a:pt x="6653530" y="836930"/>
                    <a:pt x="6637020" y="859790"/>
                  </a:cubicBezTo>
                  <a:cubicBezTo>
                    <a:pt x="6620510" y="882650"/>
                    <a:pt x="6601460" y="902970"/>
                    <a:pt x="6579870" y="920750"/>
                  </a:cubicBezTo>
                  <a:cubicBezTo>
                    <a:pt x="6558280" y="938530"/>
                    <a:pt x="6534150" y="955040"/>
                    <a:pt x="6508750" y="967740"/>
                  </a:cubicBezTo>
                  <a:cubicBezTo>
                    <a:pt x="6483350" y="980440"/>
                    <a:pt x="6456680" y="989330"/>
                    <a:pt x="6428740" y="995680"/>
                  </a:cubicBezTo>
                  <a:cubicBezTo>
                    <a:pt x="6402070" y="1002030"/>
                    <a:pt x="6372860" y="1004570"/>
                    <a:pt x="6344920" y="1004570"/>
                  </a:cubicBezTo>
                  <a:cubicBezTo>
                    <a:pt x="6316980" y="1004570"/>
                    <a:pt x="6304280" y="993140"/>
                    <a:pt x="6261100" y="991870"/>
                  </a:cubicBezTo>
                  <a:cubicBezTo>
                    <a:pt x="6121400" y="989330"/>
                    <a:pt x="5679440" y="1042670"/>
                    <a:pt x="5363210" y="1087120"/>
                  </a:cubicBezTo>
                  <a:cubicBezTo>
                    <a:pt x="5003800" y="1136650"/>
                    <a:pt x="4615180" y="1226820"/>
                    <a:pt x="4217670" y="1283970"/>
                  </a:cubicBezTo>
                  <a:cubicBezTo>
                    <a:pt x="3790950" y="1344930"/>
                    <a:pt x="3061970" y="1443990"/>
                    <a:pt x="2882900" y="1437640"/>
                  </a:cubicBezTo>
                  <a:cubicBezTo>
                    <a:pt x="2837180" y="1436370"/>
                    <a:pt x="2824480" y="1430020"/>
                    <a:pt x="2797810" y="1421130"/>
                  </a:cubicBezTo>
                  <a:cubicBezTo>
                    <a:pt x="2771140" y="1412240"/>
                    <a:pt x="2744470" y="1400810"/>
                    <a:pt x="2720340" y="1385570"/>
                  </a:cubicBezTo>
                  <a:cubicBezTo>
                    <a:pt x="2696210" y="1370330"/>
                    <a:pt x="2672080" y="1352550"/>
                    <a:pt x="2651760" y="1332230"/>
                  </a:cubicBezTo>
                  <a:cubicBezTo>
                    <a:pt x="2631440" y="1311910"/>
                    <a:pt x="2613660" y="1287780"/>
                    <a:pt x="2599690" y="1263650"/>
                  </a:cubicBezTo>
                  <a:cubicBezTo>
                    <a:pt x="2585720" y="1239520"/>
                    <a:pt x="2573020" y="1211580"/>
                    <a:pt x="2565400" y="1184910"/>
                  </a:cubicBezTo>
                  <a:cubicBezTo>
                    <a:pt x="2556510" y="1156970"/>
                    <a:pt x="2551430" y="1127760"/>
                    <a:pt x="2550160" y="1099820"/>
                  </a:cubicBezTo>
                  <a:cubicBezTo>
                    <a:pt x="2548890" y="1070610"/>
                    <a:pt x="2550160" y="1041400"/>
                    <a:pt x="2555240" y="1013460"/>
                  </a:cubicBezTo>
                  <a:cubicBezTo>
                    <a:pt x="2560320" y="985520"/>
                    <a:pt x="2569210" y="957580"/>
                    <a:pt x="2581910" y="930910"/>
                  </a:cubicBezTo>
                  <a:cubicBezTo>
                    <a:pt x="2593340" y="905510"/>
                    <a:pt x="2609850" y="880110"/>
                    <a:pt x="2627630" y="857250"/>
                  </a:cubicBezTo>
                  <a:cubicBezTo>
                    <a:pt x="2645410" y="834390"/>
                    <a:pt x="2665730" y="814070"/>
                    <a:pt x="2688590" y="796290"/>
                  </a:cubicBezTo>
                  <a:cubicBezTo>
                    <a:pt x="2711450" y="778510"/>
                    <a:pt x="2736850" y="764540"/>
                    <a:pt x="2763520" y="753110"/>
                  </a:cubicBezTo>
                  <a:cubicBezTo>
                    <a:pt x="2790190" y="741680"/>
                    <a:pt x="2799080" y="736600"/>
                    <a:pt x="2846070" y="727710"/>
                  </a:cubicBezTo>
                  <a:cubicBezTo>
                    <a:pt x="3072130" y="683260"/>
                    <a:pt x="4542790" y="553720"/>
                    <a:pt x="4864100" y="535940"/>
                  </a:cubicBezTo>
                  <a:cubicBezTo>
                    <a:pt x="4964430" y="530860"/>
                    <a:pt x="5011420" y="525780"/>
                    <a:pt x="5062220" y="533400"/>
                  </a:cubicBezTo>
                  <a:cubicBezTo>
                    <a:pt x="5095240" y="538480"/>
                    <a:pt x="5116830" y="546100"/>
                    <a:pt x="5142230" y="557530"/>
                  </a:cubicBezTo>
                  <a:cubicBezTo>
                    <a:pt x="5167630" y="568960"/>
                    <a:pt x="5191760" y="579120"/>
                    <a:pt x="5215890" y="600710"/>
                  </a:cubicBezTo>
                  <a:cubicBezTo>
                    <a:pt x="5250180" y="631190"/>
                    <a:pt x="5299710" y="692150"/>
                    <a:pt x="5321300" y="732790"/>
                  </a:cubicBezTo>
                  <a:cubicBezTo>
                    <a:pt x="5336540" y="760730"/>
                    <a:pt x="5341620" y="784860"/>
                    <a:pt x="5346700" y="812800"/>
                  </a:cubicBezTo>
                  <a:cubicBezTo>
                    <a:pt x="5351780" y="840740"/>
                    <a:pt x="5354320" y="869950"/>
                    <a:pt x="5353050" y="897890"/>
                  </a:cubicBezTo>
                  <a:cubicBezTo>
                    <a:pt x="5351780" y="925830"/>
                    <a:pt x="5345430" y="953770"/>
                    <a:pt x="5337810" y="980440"/>
                  </a:cubicBezTo>
                  <a:cubicBezTo>
                    <a:pt x="5328920" y="1007110"/>
                    <a:pt x="5317490" y="1033780"/>
                    <a:pt x="5303520" y="1057910"/>
                  </a:cubicBezTo>
                  <a:cubicBezTo>
                    <a:pt x="5289550" y="1082040"/>
                    <a:pt x="5271770" y="1104900"/>
                    <a:pt x="5252720" y="1125220"/>
                  </a:cubicBezTo>
                  <a:cubicBezTo>
                    <a:pt x="5233670" y="1145540"/>
                    <a:pt x="5210810" y="1163320"/>
                    <a:pt x="5186680" y="1178560"/>
                  </a:cubicBezTo>
                  <a:cubicBezTo>
                    <a:pt x="5162550" y="1193800"/>
                    <a:pt x="5135880" y="1205230"/>
                    <a:pt x="5109210" y="1214120"/>
                  </a:cubicBezTo>
                  <a:cubicBezTo>
                    <a:pt x="5082540" y="1223010"/>
                    <a:pt x="5071110" y="1223010"/>
                    <a:pt x="5026660" y="1229360"/>
                  </a:cubicBezTo>
                  <a:cubicBezTo>
                    <a:pt x="4850130" y="1256030"/>
                    <a:pt x="4071620" y="1332230"/>
                    <a:pt x="3702050" y="1380490"/>
                  </a:cubicBezTo>
                  <a:cubicBezTo>
                    <a:pt x="3435350" y="1414780"/>
                    <a:pt x="3228340" y="1446530"/>
                    <a:pt x="3014980" y="1479550"/>
                  </a:cubicBezTo>
                  <a:cubicBezTo>
                    <a:pt x="2829560" y="1507490"/>
                    <a:pt x="2673350" y="1530350"/>
                    <a:pt x="2495550" y="1564640"/>
                  </a:cubicBezTo>
                  <a:cubicBezTo>
                    <a:pt x="2307590" y="1601470"/>
                    <a:pt x="2066290" y="1664970"/>
                    <a:pt x="1915160" y="1692910"/>
                  </a:cubicBezTo>
                  <a:cubicBezTo>
                    <a:pt x="1819910" y="1710690"/>
                    <a:pt x="1741170" y="1727200"/>
                    <a:pt x="1681480" y="1728470"/>
                  </a:cubicBezTo>
                  <a:cubicBezTo>
                    <a:pt x="1644650" y="1728470"/>
                    <a:pt x="1621790" y="1724660"/>
                    <a:pt x="1592580" y="1717040"/>
                  </a:cubicBezTo>
                  <a:cubicBezTo>
                    <a:pt x="1563370" y="1709420"/>
                    <a:pt x="1534160" y="1699260"/>
                    <a:pt x="1507490" y="1685290"/>
                  </a:cubicBezTo>
                  <a:cubicBezTo>
                    <a:pt x="1480820" y="1671320"/>
                    <a:pt x="1456690" y="1653540"/>
                    <a:pt x="1433830" y="1633220"/>
                  </a:cubicBezTo>
                  <a:cubicBezTo>
                    <a:pt x="1412240" y="1612900"/>
                    <a:pt x="1390650" y="1590040"/>
                    <a:pt x="1374140" y="1565910"/>
                  </a:cubicBezTo>
                  <a:cubicBezTo>
                    <a:pt x="1357630" y="1541780"/>
                    <a:pt x="1342390" y="1513840"/>
                    <a:pt x="1332230" y="1485900"/>
                  </a:cubicBezTo>
                  <a:cubicBezTo>
                    <a:pt x="1322070" y="1457960"/>
                    <a:pt x="1314450" y="1427480"/>
                    <a:pt x="1310640" y="1398270"/>
                  </a:cubicBezTo>
                  <a:cubicBezTo>
                    <a:pt x="1306830" y="1369060"/>
                    <a:pt x="1306830" y="1337310"/>
                    <a:pt x="1310640" y="1308100"/>
                  </a:cubicBezTo>
                  <a:cubicBezTo>
                    <a:pt x="1314450" y="1278890"/>
                    <a:pt x="1322070" y="1248410"/>
                    <a:pt x="1332230" y="1220470"/>
                  </a:cubicBezTo>
                  <a:cubicBezTo>
                    <a:pt x="1342390" y="1192530"/>
                    <a:pt x="1357630" y="1164590"/>
                    <a:pt x="1374140" y="1140460"/>
                  </a:cubicBezTo>
                  <a:cubicBezTo>
                    <a:pt x="1390650" y="1116330"/>
                    <a:pt x="1410970" y="1092200"/>
                    <a:pt x="1433830" y="1073150"/>
                  </a:cubicBezTo>
                  <a:cubicBezTo>
                    <a:pt x="1456690" y="1052830"/>
                    <a:pt x="1482090" y="1036320"/>
                    <a:pt x="1508760" y="1022350"/>
                  </a:cubicBezTo>
                  <a:cubicBezTo>
                    <a:pt x="1535430" y="1008380"/>
                    <a:pt x="1550670" y="999490"/>
                    <a:pt x="1592580" y="989330"/>
                  </a:cubicBezTo>
                  <a:cubicBezTo>
                    <a:pt x="1699260" y="962660"/>
                    <a:pt x="1950720" y="965200"/>
                    <a:pt x="2176780" y="927100"/>
                  </a:cubicBezTo>
                  <a:cubicBezTo>
                    <a:pt x="2499360" y="873760"/>
                    <a:pt x="3169920" y="713740"/>
                    <a:pt x="3337560" y="665480"/>
                  </a:cubicBezTo>
                  <a:cubicBezTo>
                    <a:pt x="3384550" y="651510"/>
                    <a:pt x="3397250" y="640080"/>
                    <a:pt x="3426460" y="633730"/>
                  </a:cubicBezTo>
                  <a:cubicBezTo>
                    <a:pt x="3454400" y="627380"/>
                    <a:pt x="3481070" y="626110"/>
                    <a:pt x="3507740" y="626110"/>
                  </a:cubicBezTo>
                  <a:cubicBezTo>
                    <a:pt x="3535680" y="626110"/>
                    <a:pt x="3563620" y="629920"/>
                    <a:pt x="3590290" y="637540"/>
                  </a:cubicBezTo>
                  <a:cubicBezTo>
                    <a:pt x="3616960" y="643890"/>
                    <a:pt x="3639820" y="651510"/>
                    <a:pt x="3666490" y="668020"/>
                  </a:cubicBezTo>
                  <a:cubicBezTo>
                    <a:pt x="3703320" y="692150"/>
                    <a:pt x="3756660" y="734060"/>
                    <a:pt x="3785870" y="778510"/>
                  </a:cubicBezTo>
                  <a:cubicBezTo>
                    <a:pt x="3815080" y="822960"/>
                    <a:pt x="3834130" y="887730"/>
                    <a:pt x="3841750" y="932180"/>
                  </a:cubicBezTo>
                  <a:cubicBezTo>
                    <a:pt x="3846830" y="963930"/>
                    <a:pt x="3843020" y="988060"/>
                    <a:pt x="3839210" y="1014730"/>
                  </a:cubicBezTo>
                  <a:cubicBezTo>
                    <a:pt x="3835400" y="1041400"/>
                    <a:pt x="3829050" y="1069340"/>
                    <a:pt x="3818890" y="1094740"/>
                  </a:cubicBezTo>
                  <a:cubicBezTo>
                    <a:pt x="3808730" y="1120140"/>
                    <a:pt x="3794760" y="1144270"/>
                    <a:pt x="3779520" y="1165860"/>
                  </a:cubicBezTo>
                  <a:cubicBezTo>
                    <a:pt x="3763010" y="1187450"/>
                    <a:pt x="3743960" y="1209040"/>
                    <a:pt x="3723640" y="1226820"/>
                  </a:cubicBezTo>
                  <a:cubicBezTo>
                    <a:pt x="3703320" y="1244600"/>
                    <a:pt x="3679190" y="1259840"/>
                    <a:pt x="3655060" y="1272540"/>
                  </a:cubicBezTo>
                  <a:cubicBezTo>
                    <a:pt x="3630930" y="1285240"/>
                    <a:pt x="3616960" y="1290320"/>
                    <a:pt x="3577590" y="1300480"/>
                  </a:cubicBezTo>
                  <a:cubicBezTo>
                    <a:pt x="3456940" y="1332230"/>
                    <a:pt x="3093720" y="1380490"/>
                    <a:pt x="2829560" y="1430020"/>
                  </a:cubicBezTo>
                  <a:cubicBezTo>
                    <a:pt x="2529840" y="1487170"/>
                    <a:pt x="2136140" y="1584960"/>
                    <a:pt x="1873250" y="1626870"/>
                  </a:cubicBezTo>
                  <a:cubicBezTo>
                    <a:pt x="1691640" y="1656080"/>
                    <a:pt x="1499870" y="1685290"/>
                    <a:pt x="1407160" y="1678940"/>
                  </a:cubicBezTo>
                  <a:cubicBezTo>
                    <a:pt x="1366520" y="1676400"/>
                    <a:pt x="1348740" y="1668780"/>
                    <a:pt x="1322070" y="1658620"/>
                  </a:cubicBezTo>
                  <a:cubicBezTo>
                    <a:pt x="1294130" y="1648460"/>
                    <a:pt x="1267460" y="1634490"/>
                    <a:pt x="1243330" y="1617980"/>
                  </a:cubicBezTo>
                  <a:cubicBezTo>
                    <a:pt x="1219200" y="1601470"/>
                    <a:pt x="1196340" y="1581150"/>
                    <a:pt x="1177290" y="1559560"/>
                  </a:cubicBezTo>
                  <a:cubicBezTo>
                    <a:pt x="1158240" y="1537970"/>
                    <a:pt x="1140460" y="1512570"/>
                    <a:pt x="1126490" y="1487170"/>
                  </a:cubicBezTo>
                  <a:cubicBezTo>
                    <a:pt x="1112520" y="1461770"/>
                    <a:pt x="1102360" y="1432560"/>
                    <a:pt x="1094740" y="1404620"/>
                  </a:cubicBezTo>
                  <a:cubicBezTo>
                    <a:pt x="1087120" y="1376680"/>
                    <a:pt x="1083310" y="1346200"/>
                    <a:pt x="1083310" y="1316990"/>
                  </a:cubicBezTo>
                  <a:cubicBezTo>
                    <a:pt x="1083310" y="1287780"/>
                    <a:pt x="1087120" y="1257300"/>
                    <a:pt x="1093470" y="1229360"/>
                  </a:cubicBezTo>
                  <a:cubicBezTo>
                    <a:pt x="1099820" y="1201420"/>
                    <a:pt x="1109980" y="1172210"/>
                    <a:pt x="1123950" y="1146810"/>
                  </a:cubicBezTo>
                  <a:cubicBezTo>
                    <a:pt x="1136650" y="1121410"/>
                    <a:pt x="1154430" y="1096010"/>
                    <a:pt x="1173480" y="1074420"/>
                  </a:cubicBezTo>
                  <a:cubicBezTo>
                    <a:pt x="1192530" y="1052830"/>
                    <a:pt x="1215390" y="1031240"/>
                    <a:pt x="1239520" y="1014730"/>
                  </a:cubicBezTo>
                  <a:cubicBezTo>
                    <a:pt x="1263650" y="998220"/>
                    <a:pt x="1290320" y="984250"/>
                    <a:pt x="1316990" y="974090"/>
                  </a:cubicBezTo>
                  <a:cubicBezTo>
                    <a:pt x="1344930" y="963930"/>
                    <a:pt x="1367790" y="969010"/>
                    <a:pt x="1403350" y="951230"/>
                  </a:cubicBezTo>
                  <a:cubicBezTo>
                    <a:pt x="1480820" y="914400"/>
                    <a:pt x="1663700" y="750570"/>
                    <a:pt x="1734820" y="706120"/>
                  </a:cubicBezTo>
                  <a:cubicBezTo>
                    <a:pt x="1766570" y="685800"/>
                    <a:pt x="1781810" y="678180"/>
                    <a:pt x="1807210" y="668020"/>
                  </a:cubicBezTo>
                  <a:cubicBezTo>
                    <a:pt x="1832610" y="657860"/>
                    <a:pt x="1860550" y="651510"/>
                    <a:pt x="1887220" y="647700"/>
                  </a:cubicBezTo>
                  <a:cubicBezTo>
                    <a:pt x="1913890" y="643890"/>
                    <a:pt x="1941830" y="643890"/>
                    <a:pt x="1968500" y="646430"/>
                  </a:cubicBezTo>
                  <a:cubicBezTo>
                    <a:pt x="1995170" y="648970"/>
                    <a:pt x="2019300" y="652780"/>
                    <a:pt x="2047240" y="665480"/>
                  </a:cubicBezTo>
                  <a:cubicBezTo>
                    <a:pt x="2087880" y="683260"/>
                    <a:pt x="2150110" y="725170"/>
                    <a:pt x="2181860" y="756920"/>
                  </a:cubicBezTo>
                  <a:cubicBezTo>
                    <a:pt x="2204720" y="778510"/>
                    <a:pt x="2216150" y="800100"/>
                    <a:pt x="2228850" y="824230"/>
                  </a:cubicBezTo>
                  <a:cubicBezTo>
                    <a:pt x="2241550" y="848360"/>
                    <a:pt x="2251710" y="869950"/>
                    <a:pt x="2258060" y="900430"/>
                  </a:cubicBezTo>
                  <a:cubicBezTo>
                    <a:pt x="2265680" y="943610"/>
                    <a:pt x="2266950" y="1019810"/>
                    <a:pt x="2259330" y="1062990"/>
                  </a:cubicBezTo>
                  <a:cubicBezTo>
                    <a:pt x="2254250" y="1093470"/>
                    <a:pt x="2242820" y="1115060"/>
                    <a:pt x="2230120" y="1139190"/>
                  </a:cubicBezTo>
                  <a:cubicBezTo>
                    <a:pt x="2217420" y="1163320"/>
                    <a:pt x="2212340" y="1177290"/>
                    <a:pt x="2184400" y="1206500"/>
                  </a:cubicBezTo>
                  <a:cubicBezTo>
                    <a:pt x="2101850" y="1292860"/>
                    <a:pt x="1774190" y="1488440"/>
                    <a:pt x="1597660" y="1644650"/>
                  </a:cubicBezTo>
                  <a:cubicBezTo>
                    <a:pt x="1431290" y="1791970"/>
                    <a:pt x="1275080" y="1963420"/>
                    <a:pt x="1150620" y="2115820"/>
                  </a:cubicBezTo>
                  <a:cubicBezTo>
                    <a:pt x="1047750" y="2242820"/>
                    <a:pt x="951230" y="2415540"/>
                    <a:pt x="891540" y="2484120"/>
                  </a:cubicBezTo>
                  <a:cubicBezTo>
                    <a:pt x="866140" y="2514600"/>
                    <a:pt x="852170" y="2526030"/>
                    <a:pt x="829310" y="2543810"/>
                  </a:cubicBezTo>
                  <a:cubicBezTo>
                    <a:pt x="806450" y="2560320"/>
                    <a:pt x="781050" y="2575560"/>
                    <a:pt x="755650" y="2586990"/>
                  </a:cubicBezTo>
                  <a:cubicBezTo>
                    <a:pt x="728980" y="2598420"/>
                    <a:pt x="701040" y="2606040"/>
                    <a:pt x="673100" y="2611120"/>
                  </a:cubicBezTo>
                  <a:cubicBezTo>
                    <a:pt x="645160" y="2616200"/>
                    <a:pt x="615950" y="2617470"/>
                    <a:pt x="588010" y="2614930"/>
                  </a:cubicBezTo>
                  <a:cubicBezTo>
                    <a:pt x="560070" y="2612390"/>
                    <a:pt x="530860" y="2607310"/>
                    <a:pt x="504190" y="2598420"/>
                  </a:cubicBezTo>
                  <a:cubicBezTo>
                    <a:pt x="477520" y="2589530"/>
                    <a:pt x="450850" y="2578100"/>
                    <a:pt x="426720" y="2562860"/>
                  </a:cubicBezTo>
                  <a:cubicBezTo>
                    <a:pt x="402590" y="2547620"/>
                    <a:pt x="379730" y="2528570"/>
                    <a:pt x="359410" y="2508250"/>
                  </a:cubicBezTo>
                  <a:cubicBezTo>
                    <a:pt x="339090" y="2487930"/>
                    <a:pt x="322580" y="2470150"/>
                    <a:pt x="307340" y="2440940"/>
                  </a:cubicBezTo>
                  <a:cubicBezTo>
                    <a:pt x="285750" y="2400300"/>
                    <a:pt x="264160" y="2322830"/>
                    <a:pt x="259080" y="2277110"/>
                  </a:cubicBezTo>
                  <a:cubicBezTo>
                    <a:pt x="255270" y="2244090"/>
                    <a:pt x="261620" y="2219960"/>
                    <a:pt x="266700" y="2192020"/>
                  </a:cubicBezTo>
                  <a:cubicBezTo>
                    <a:pt x="271780" y="2164080"/>
                    <a:pt x="275590" y="2147570"/>
                    <a:pt x="293370" y="2110740"/>
                  </a:cubicBezTo>
                  <a:cubicBezTo>
                    <a:pt x="337820" y="2015490"/>
                    <a:pt x="509270" y="1790700"/>
                    <a:pt x="594360" y="1630680"/>
                  </a:cubicBezTo>
                  <a:cubicBezTo>
                    <a:pt x="671830" y="1483360"/>
                    <a:pt x="673100" y="1271270"/>
                    <a:pt x="788670" y="1189990"/>
                  </a:cubicBezTo>
                  <a:cubicBezTo>
                    <a:pt x="910590" y="1103630"/>
                    <a:pt x="1238250" y="1070610"/>
                    <a:pt x="1327150" y="1153160"/>
                  </a:cubicBezTo>
                  <a:cubicBezTo>
                    <a:pt x="1413510" y="1234440"/>
                    <a:pt x="1333500" y="1483360"/>
                    <a:pt x="1329690" y="1666240"/>
                  </a:cubicBezTo>
                  <a:cubicBezTo>
                    <a:pt x="1324610" y="1877060"/>
                    <a:pt x="1311910" y="2080260"/>
                    <a:pt x="1294130" y="2345690"/>
                  </a:cubicBezTo>
                  <a:cubicBezTo>
                    <a:pt x="1268730" y="2722880"/>
                    <a:pt x="1229360" y="3299460"/>
                    <a:pt x="1181100" y="3716020"/>
                  </a:cubicBezTo>
                  <a:cubicBezTo>
                    <a:pt x="1140460" y="4067810"/>
                    <a:pt x="1064260" y="4422140"/>
                    <a:pt x="1033780" y="4683760"/>
                  </a:cubicBezTo>
                  <a:cubicBezTo>
                    <a:pt x="1013460" y="4860290"/>
                    <a:pt x="1028700" y="4975860"/>
                    <a:pt x="999490" y="5128260"/>
                  </a:cubicBezTo>
                  <a:cubicBezTo>
                    <a:pt x="967740" y="5294630"/>
                    <a:pt x="951230" y="5523230"/>
                    <a:pt x="843280" y="5641340"/>
                  </a:cubicBezTo>
                  <a:cubicBezTo>
                    <a:pt x="737870" y="5755640"/>
                    <a:pt x="431800" y="5885180"/>
                    <a:pt x="369570" y="5833110"/>
                  </a:cubicBezTo>
                  <a:cubicBezTo>
                    <a:pt x="304800" y="5778500"/>
                    <a:pt x="458470" y="5510530"/>
                    <a:pt x="486410" y="5290820"/>
                  </a:cubicBezTo>
                  <a:cubicBezTo>
                    <a:pt x="528320" y="4960620"/>
                    <a:pt x="490220" y="4366260"/>
                    <a:pt x="537210" y="4039870"/>
                  </a:cubicBezTo>
                  <a:cubicBezTo>
                    <a:pt x="567690" y="3825240"/>
                    <a:pt x="632460" y="3691890"/>
                    <a:pt x="668020" y="3512820"/>
                  </a:cubicBezTo>
                  <a:cubicBezTo>
                    <a:pt x="703580" y="3332480"/>
                    <a:pt x="736600" y="3141980"/>
                    <a:pt x="751840" y="2961640"/>
                  </a:cubicBezTo>
                  <a:cubicBezTo>
                    <a:pt x="767080" y="2791460"/>
                    <a:pt x="751840" y="2632710"/>
                    <a:pt x="763270" y="2459990"/>
                  </a:cubicBezTo>
                  <a:cubicBezTo>
                    <a:pt x="775970" y="2273300"/>
                    <a:pt x="782320" y="2058670"/>
                    <a:pt x="828040" y="1878330"/>
                  </a:cubicBezTo>
                  <a:cubicBezTo>
                    <a:pt x="869950" y="1710690"/>
                    <a:pt x="976630" y="1548130"/>
                    <a:pt x="1017270" y="1410970"/>
                  </a:cubicBezTo>
                  <a:cubicBezTo>
                    <a:pt x="1047750" y="1309370"/>
                    <a:pt x="1049020" y="1201420"/>
                    <a:pt x="1069340" y="1139190"/>
                  </a:cubicBezTo>
                  <a:cubicBezTo>
                    <a:pt x="1080770" y="1103630"/>
                    <a:pt x="1090930" y="1084580"/>
                    <a:pt x="1106170" y="1060450"/>
                  </a:cubicBezTo>
                  <a:cubicBezTo>
                    <a:pt x="1121410" y="1036320"/>
                    <a:pt x="1140460" y="1013460"/>
                    <a:pt x="1160780" y="993140"/>
                  </a:cubicBezTo>
                  <a:cubicBezTo>
                    <a:pt x="1181100" y="972820"/>
                    <a:pt x="1205230" y="955040"/>
                    <a:pt x="1229360" y="941070"/>
                  </a:cubicBezTo>
                  <a:cubicBezTo>
                    <a:pt x="1253490" y="927100"/>
                    <a:pt x="1281430" y="914400"/>
                    <a:pt x="1308100" y="906780"/>
                  </a:cubicBezTo>
                  <a:cubicBezTo>
                    <a:pt x="1336040" y="899160"/>
                    <a:pt x="1365250" y="894080"/>
                    <a:pt x="1393190" y="892810"/>
                  </a:cubicBezTo>
                  <a:cubicBezTo>
                    <a:pt x="1422400" y="891540"/>
                    <a:pt x="1451610" y="894080"/>
                    <a:pt x="1479550" y="899160"/>
                  </a:cubicBezTo>
                  <a:cubicBezTo>
                    <a:pt x="1507490" y="904240"/>
                    <a:pt x="1536700" y="913130"/>
                    <a:pt x="1562100" y="925830"/>
                  </a:cubicBezTo>
                  <a:cubicBezTo>
                    <a:pt x="1587500" y="937260"/>
                    <a:pt x="1612900" y="953770"/>
                    <a:pt x="1634490" y="971550"/>
                  </a:cubicBezTo>
                  <a:cubicBezTo>
                    <a:pt x="1657350" y="989330"/>
                    <a:pt x="1677670" y="1010920"/>
                    <a:pt x="1695450" y="1033780"/>
                  </a:cubicBezTo>
                  <a:cubicBezTo>
                    <a:pt x="1713230" y="1056640"/>
                    <a:pt x="1727200" y="1082040"/>
                    <a:pt x="1738630" y="1108710"/>
                  </a:cubicBezTo>
                  <a:cubicBezTo>
                    <a:pt x="1750060" y="1135380"/>
                    <a:pt x="1757680" y="1163320"/>
                    <a:pt x="1762760" y="1191260"/>
                  </a:cubicBezTo>
                  <a:cubicBezTo>
                    <a:pt x="1767840" y="1219200"/>
                    <a:pt x="1765300" y="1236980"/>
                    <a:pt x="1766570" y="1277620"/>
                  </a:cubicBezTo>
                  <a:cubicBezTo>
                    <a:pt x="1769110" y="1376680"/>
                    <a:pt x="1772920" y="1564640"/>
                    <a:pt x="1770380" y="1791970"/>
                  </a:cubicBezTo>
                  <a:cubicBezTo>
                    <a:pt x="1765300" y="2236470"/>
                    <a:pt x="1723390" y="3197860"/>
                    <a:pt x="1714500" y="3765550"/>
                  </a:cubicBezTo>
                  <a:cubicBezTo>
                    <a:pt x="1706880" y="4194810"/>
                    <a:pt x="1689100" y="4610100"/>
                    <a:pt x="1709420" y="4898390"/>
                  </a:cubicBezTo>
                  <a:cubicBezTo>
                    <a:pt x="1722120" y="5078730"/>
                    <a:pt x="1746250" y="5185410"/>
                    <a:pt x="1771650" y="5334000"/>
                  </a:cubicBezTo>
                  <a:cubicBezTo>
                    <a:pt x="1799590" y="5490210"/>
                    <a:pt x="1897380" y="5669280"/>
                    <a:pt x="1870710" y="5814060"/>
                  </a:cubicBezTo>
                  <a:cubicBezTo>
                    <a:pt x="1845310" y="5952490"/>
                    <a:pt x="1758950" y="6117590"/>
                    <a:pt x="1634490" y="6187440"/>
                  </a:cubicBezTo>
                  <a:cubicBezTo>
                    <a:pt x="1483360" y="6272530"/>
                    <a:pt x="1089660" y="6296660"/>
                    <a:pt x="977900" y="6196330"/>
                  </a:cubicBezTo>
                  <a:cubicBezTo>
                    <a:pt x="881380" y="6109970"/>
                    <a:pt x="934720" y="5866130"/>
                    <a:pt x="929640" y="5702300"/>
                  </a:cubicBezTo>
                  <a:cubicBezTo>
                    <a:pt x="924560" y="5541010"/>
                    <a:pt x="948690" y="5377180"/>
                    <a:pt x="944880" y="5222240"/>
                  </a:cubicBezTo>
                  <a:cubicBezTo>
                    <a:pt x="941070" y="5074920"/>
                    <a:pt x="908050" y="4902200"/>
                    <a:pt x="909320" y="4792980"/>
                  </a:cubicBezTo>
                  <a:cubicBezTo>
                    <a:pt x="910590" y="4725670"/>
                    <a:pt x="916940" y="4674870"/>
                    <a:pt x="927100" y="4630420"/>
                  </a:cubicBezTo>
                  <a:cubicBezTo>
                    <a:pt x="934720" y="4597400"/>
                    <a:pt x="943610" y="4574540"/>
                    <a:pt x="956310" y="4547870"/>
                  </a:cubicBezTo>
                  <a:cubicBezTo>
                    <a:pt x="969010" y="4522470"/>
                    <a:pt x="984250" y="4497070"/>
                    <a:pt x="1003300" y="4474210"/>
                  </a:cubicBezTo>
                  <a:cubicBezTo>
                    <a:pt x="1021080" y="4452620"/>
                    <a:pt x="1043940" y="4431030"/>
                    <a:pt x="1066800" y="4414520"/>
                  </a:cubicBezTo>
                  <a:cubicBezTo>
                    <a:pt x="1090930" y="4396740"/>
                    <a:pt x="1117600" y="4382770"/>
                    <a:pt x="1144270" y="4371340"/>
                  </a:cubicBezTo>
                  <a:cubicBezTo>
                    <a:pt x="1170940" y="4359910"/>
                    <a:pt x="1200150" y="4352290"/>
                    <a:pt x="1228090" y="4347210"/>
                  </a:cubicBezTo>
                  <a:cubicBezTo>
                    <a:pt x="1257300" y="4342130"/>
                    <a:pt x="1286510" y="4342130"/>
                    <a:pt x="1315720" y="4344670"/>
                  </a:cubicBezTo>
                  <a:cubicBezTo>
                    <a:pt x="1344930" y="4347210"/>
                    <a:pt x="1374140" y="4354830"/>
                    <a:pt x="1400810" y="4363720"/>
                  </a:cubicBezTo>
                  <a:cubicBezTo>
                    <a:pt x="1428750" y="4373880"/>
                    <a:pt x="1455420" y="4386580"/>
                    <a:pt x="1479550" y="4401820"/>
                  </a:cubicBezTo>
                  <a:cubicBezTo>
                    <a:pt x="1503680" y="4417060"/>
                    <a:pt x="1526540" y="4436110"/>
                    <a:pt x="1546860" y="4457700"/>
                  </a:cubicBezTo>
                  <a:cubicBezTo>
                    <a:pt x="1567180" y="4479290"/>
                    <a:pt x="1584960" y="4503420"/>
                    <a:pt x="1598930" y="4528820"/>
                  </a:cubicBezTo>
                  <a:cubicBezTo>
                    <a:pt x="1612900" y="4554220"/>
                    <a:pt x="1624330" y="4582160"/>
                    <a:pt x="1631950" y="4610100"/>
                  </a:cubicBezTo>
                  <a:cubicBezTo>
                    <a:pt x="1639570" y="4638040"/>
                    <a:pt x="1662430" y="4672330"/>
                    <a:pt x="1645920" y="4696460"/>
                  </a:cubicBezTo>
                  <a:cubicBezTo>
                    <a:pt x="1606550" y="4753610"/>
                    <a:pt x="1223010" y="4855210"/>
                    <a:pt x="1173480" y="4795520"/>
                  </a:cubicBezTo>
                  <a:cubicBezTo>
                    <a:pt x="1120140" y="4729480"/>
                    <a:pt x="1327150" y="4475480"/>
                    <a:pt x="1399540" y="4264660"/>
                  </a:cubicBezTo>
                  <a:cubicBezTo>
                    <a:pt x="1498600" y="3973830"/>
                    <a:pt x="1586230" y="3451860"/>
                    <a:pt x="1676400" y="3202940"/>
                  </a:cubicBezTo>
                  <a:cubicBezTo>
                    <a:pt x="1728470" y="3060700"/>
                    <a:pt x="1789430" y="2947670"/>
                    <a:pt x="1828800" y="2880360"/>
                  </a:cubicBezTo>
                  <a:cubicBezTo>
                    <a:pt x="1847850" y="2847340"/>
                    <a:pt x="1859280" y="2830830"/>
                    <a:pt x="1878330" y="2809240"/>
                  </a:cubicBezTo>
                  <a:cubicBezTo>
                    <a:pt x="1897380" y="2787650"/>
                    <a:pt x="1920240" y="2767330"/>
                    <a:pt x="1944370" y="2750820"/>
                  </a:cubicBezTo>
                  <a:cubicBezTo>
                    <a:pt x="1968500" y="2734310"/>
                    <a:pt x="1995170" y="2720340"/>
                    <a:pt x="2021840" y="2710180"/>
                  </a:cubicBezTo>
                  <a:cubicBezTo>
                    <a:pt x="2048510" y="2700020"/>
                    <a:pt x="2077720" y="2693670"/>
                    <a:pt x="2106930" y="2689860"/>
                  </a:cubicBezTo>
                  <a:cubicBezTo>
                    <a:pt x="2134870" y="2686050"/>
                    <a:pt x="2165350" y="2686050"/>
                    <a:pt x="2193290" y="2689860"/>
                  </a:cubicBezTo>
                  <a:cubicBezTo>
                    <a:pt x="2222500" y="2693670"/>
                    <a:pt x="2247900" y="2696210"/>
                    <a:pt x="2278380" y="2710180"/>
                  </a:cubicBezTo>
                  <a:cubicBezTo>
                    <a:pt x="2321560" y="2729230"/>
                    <a:pt x="2388870" y="2776220"/>
                    <a:pt x="2421890" y="2809240"/>
                  </a:cubicBezTo>
                  <a:cubicBezTo>
                    <a:pt x="2446020" y="2833370"/>
                    <a:pt x="2458720" y="2856230"/>
                    <a:pt x="2471420" y="2881630"/>
                  </a:cubicBezTo>
                  <a:cubicBezTo>
                    <a:pt x="2485390" y="2907030"/>
                    <a:pt x="2495550" y="2936240"/>
                    <a:pt x="2501900" y="2964180"/>
                  </a:cubicBezTo>
                  <a:cubicBezTo>
                    <a:pt x="2508250" y="2992120"/>
                    <a:pt x="2512060" y="3021330"/>
                    <a:pt x="2512060" y="3050540"/>
                  </a:cubicBezTo>
                  <a:cubicBezTo>
                    <a:pt x="2512060" y="3079750"/>
                    <a:pt x="2508250" y="3108960"/>
                    <a:pt x="2501900" y="3136900"/>
                  </a:cubicBezTo>
                  <a:cubicBezTo>
                    <a:pt x="2495550" y="3164840"/>
                    <a:pt x="2481580" y="3176270"/>
                    <a:pt x="2470150" y="3219450"/>
                  </a:cubicBezTo>
                  <a:cubicBezTo>
                    <a:pt x="2433320" y="3365500"/>
                    <a:pt x="2393950" y="3924300"/>
                    <a:pt x="2346960" y="4194810"/>
                  </a:cubicBezTo>
                  <a:cubicBezTo>
                    <a:pt x="2313940" y="4389120"/>
                    <a:pt x="2278380" y="4535170"/>
                    <a:pt x="2237740" y="4693920"/>
                  </a:cubicBezTo>
                  <a:cubicBezTo>
                    <a:pt x="2199640" y="4841240"/>
                    <a:pt x="2204720" y="5029200"/>
                    <a:pt x="2112010" y="5116830"/>
                  </a:cubicBezTo>
                  <a:cubicBezTo>
                    <a:pt x="2019300" y="5204460"/>
                    <a:pt x="1764030" y="5280660"/>
                    <a:pt x="1681480" y="5220970"/>
                  </a:cubicBezTo>
                  <a:cubicBezTo>
                    <a:pt x="1587500" y="5151120"/>
                    <a:pt x="1626870" y="4860290"/>
                    <a:pt x="1643380" y="4635500"/>
                  </a:cubicBezTo>
                  <a:cubicBezTo>
                    <a:pt x="1666240" y="4321810"/>
                    <a:pt x="1783080" y="3820160"/>
                    <a:pt x="1885950" y="3521710"/>
                  </a:cubicBezTo>
                  <a:cubicBezTo>
                    <a:pt x="1959610" y="3307080"/>
                    <a:pt x="2035810" y="3147060"/>
                    <a:pt x="2139950" y="2992120"/>
                  </a:cubicBezTo>
                  <a:cubicBezTo>
                    <a:pt x="2237740" y="2847340"/>
                    <a:pt x="2358390" y="2727960"/>
                    <a:pt x="2484120" y="2616200"/>
                  </a:cubicBezTo>
                  <a:cubicBezTo>
                    <a:pt x="2607310" y="2505710"/>
                    <a:pt x="2755900" y="2415540"/>
                    <a:pt x="2886710" y="2325370"/>
                  </a:cubicBezTo>
                  <a:cubicBezTo>
                    <a:pt x="3007360" y="2242820"/>
                    <a:pt x="3107690" y="2170430"/>
                    <a:pt x="3238500" y="2096770"/>
                  </a:cubicBezTo>
                  <a:cubicBezTo>
                    <a:pt x="3390900" y="2010410"/>
                    <a:pt x="3580130" y="1927860"/>
                    <a:pt x="3751580" y="1849120"/>
                  </a:cubicBezTo>
                  <a:cubicBezTo>
                    <a:pt x="3921760" y="1771650"/>
                    <a:pt x="4051300" y="1715770"/>
                    <a:pt x="4263390" y="1628140"/>
                  </a:cubicBezTo>
                  <a:cubicBezTo>
                    <a:pt x="4608830" y="1485900"/>
                    <a:pt x="5311140" y="1212850"/>
                    <a:pt x="5631180" y="1094740"/>
                  </a:cubicBezTo>
                  <a:cubicBezTo>
                    <a:pt x="5802630" y="1031240"/>
                    <a:pt x="5888990" y="1009650"/>
                    <a:pt x="6029960" y="955040"/>
                  </a:cubicBezTo>
                  <a:cubicBezTo>
                    <a:pt x="6195060" y="891540"/>
                    <a:pt x="6459220" y="763270"/>
                    <a:pt x="6560820" y="732790"/>
                  </a:cubicBezTo>
                  <a:cubicBezTo>
                    <a:pt x="6600190" y="721360"/>
                    <a:pt x="6617970" y="718820"/>
                    <a:pt x="6645910" y="717550"/>
                  </a:cubicBezTo>
                  <a:cubicBezTo>
                    <a:pt x="6675120" y="716280"/>
                    <a:pt x="6704330" y="717550"/>
                    <a:pt x="6732270" y="722630"/>
                  </a:cubicBezTo>
                  <a:cubicBezTo>
                    <a:pt x="6760210" y="727710"/>
                    <a:pt x="6788150" y="736600"/>
                    <a:pt x="6814820" y="748030"/>
                  </a:cubicBezTo>
                  <a:cubicBezTo>
                    <a:pt x="6840220" y="759460"/>
                    <a:pt x="6865620" y="774700"/>
                    <a:pt x="6888480" y="792480"/>
                  </a:cubicBezTo>
                  <a:cubicBezTo>
                    <a:pt x="6911340" y="810260"/>
                    <a:pt x="6932930" y="830580"/>
                    <a:pt x="6950710" y="853440"/>
                  </a:cubicBezTo>
                  <a:cubicBezTo>
                    <a:pt x="6968490" y="876300"/>
                    <a:pt x="6983730" y="900430"/>
                    <a:pt x="6995160" y="927100"/>
                  </a:cubicBezTo>
                  <a:cubicBezTo>
                    <a:pt x="7006590" y="953770"/>
                    <a:pt x="7015480" y="982980"/>
                    <a:pt x="7020560" y="1010920"/>
                  </a:cubicBezTo>
                  <a:cubicBezTo>
                    <a:pt x="7025640" y="1038860"/>
                    <a:pt x="7030720" y="1064260"/>
                    <a:pt x="7026910" y="1097280"/>
                  </a:cubicBezTo>
                  <a:cubicBezTo>
                    <a:pt x="7021830" y="1144270"/>
                    <a:pt x="6997700" y="1219200"/>
                    <a:pt x="6976110" y="1261110"/>
                  </a:cubicBezTo>
                  <a:cubicBezTo>
                    <a:pt x="6960870" y="1290320"/>
                    <a:pt x="6943090" y="1309370"/>
                    <a:pt x="6922770" y="1329690"/>
                  </a:cubicBezTo>
                  <a:cubicBezTo>
                    <a:pt x="6902450" y="1350010"/>
                    <a:pt x="6891020" y="1366520"/>
                    <a:pt x="6854190" y="1383030"/>
                  </a:cubicBezTo>
                  <a:cubicBezTo>
                    <a:pt x="6762750" y="1423670"/>
                    <a:pt x="6490970" y="1438910"/>
                    <a:pt x="6327140" y="1475740"/>
                  </a:cubicBezTo>
                  <a:cubicBezTo>
                    <a:pt x="6181090" y="1508760"/>
                    <a:pt x="6056630" y="1548130"/>
                    <a:pt x="5916930" y="1591310"/>
                  </a:cubicBezTo>
                  <a:cubicBezTo>
                    <a:pt x="5768340" y="1637030"/>
                    <a:pt x="5640070" y="1676400"/>
                    <a:pt x="5462270" y="1743710"/>
                  </a:cubicBezTo>
                  <a:cubicBezTo>
                    <a:pt x="5201920" y="1842770"/>
                    <a:pt x="4798060" y="2043430"/>
                    <a:pt x="4514850" y="2147570"/>
                  </a:cubicBezTo>
                  <a:cubicBezTo>
                    <a:pt x="4292600" y="2230120"/>
                    <a:pt x="4137660" y="2274570"/>
                    <a:pt x="3909060" y="2338070"/>
                  </a:cubicBezTo>
                  <a:cubicBezTo>
                    <a:pt x="3614420" y="2420620"/>
                    <a:pt x="3177540" y="2531110"/>
                    <a:pt x="2891790" y="2585720"/>
                  </a:cubicBezTo>
                  <a:cubicBezTo>
                    <a:pt x="2687320" y="2625090"/>
                    <a:pt x="2541270" y="2664460"/>
                    <a:pt x="2362200" y="2661920"/>
                  </a:cubicBezTo>
                  <a:cubicBezTo>
                    <a:pt x="2176780" y="2659380"/>
                    <a:pt x="1916430" y="2664460"/>
                    <a:pt x="1799590" y="2566670"/>
                  </a:cubicBezTo>
                  <a:cubicBezTo>
                    <a:pt x="1697990" y="2481580"/>
                    <a:pt x="1631950" y="2176780"/>
                    <a:pt x="1653540" y="2161540"/>
                  </a:cubicBezTo>
                  <a:cubicBezTo>
                    <a:pt x="1666240" y="2152650"/>
                    <a:pt x="1774190" y="2255520"/>
                    <a:pt x="1769110" y="2264410"/>
                  </a:cubicBezTo>
                  <a:cubicBezTo>
                    <a:pt x="1765300" y="2270760"/>
                    <a:pt x="1710690" y="2252980"/>
                    <a:pt x="1682750" y="2241550"/>
                  </a:cubicBezTo>
                  <a:cubicBezTo>
                    <a:pt x="1654810" y="2231390"/>
                    <a:pt x="1628140" y="2216150"/>
                    <a:pt x="1604010" y="2199640"/>
                  </a:cubicBezTo>
                  <a:cubicBezTo>
                    <a:pt x="1579880" y="2181860"/>
                    <a:pt x="1557020" y="2161540"/>
                    <a:pt x="1537970" y="2138680"/>
                  </a:cubicBezTo>
                  <a:cubicBezTo>
                    <a:pt x="1518920" y="2115820"/>
                    <a:pt x="1502410" y="2091690"/>
                    <a:pt x="1488440" y="2065020"/>
                  </a:cubicBezTo>
                  <a:cubicBezTo>
                    <a:pt x="1474470" y="2038350"/>
                    <a:pt x="1463040" y="2010410"/>
                    <a:pt x="1456690" y="1981200"/>
                  </a:cubicBezTo>
                  <a:cubicBezTo>
                    <a:pt x="1450340" y="1951990"/>
                    <a:pt x="1447800" y="1921510"/>
                    <a:pt x="1447800" y="1892300"/>
                  </a:cubicBezTo>
                  <a:cubicBezTo>
                    <a:pt x="1447800" y="1863090"/>
                    <a:pt x="1451610" y="1832610"/>
                    <a:pt x="1459230" y="1803400"/>
                  </a:cubicBezTo>
                  <a:cubicBezTo>
                    <a:pt x="1466850" y="1774190"/>
                    <a:pt x="1478280" y="1746250"/>
                    <a:pt x="1492250" y="1719580"/>
                  </a:cubicBezTo>
                  <a:cubicBezTo>
                    <a:pt x="1506220" y="1694180"/>
                    <a:pt x="1524000" y="1668780"/>
                    <a:pt x="1543050" y="1647190"/>
                  </a:cubicBezTo>
                  <a:cubicBezTo>
                    <a:pt x="1563370" y="1625600"/>
                    <a:pt x="1586230" y="1605280"/>
                    <a:pt x="1610360" y="1588770"/>
                  </a:cubicBezTo>
                  <a:cubicBezTo>
                    <a:pt x="1634490" y="1572260"/>
                    <a:pt x="1662430" y="1558290"/>
                    <a:pt x="1690370" y="1548130"/>
                  </a:cubicBezTo>
                  <a:cubicBezTo>
                    <a:pt x="1718310" y="1537970"/>
                    <a:pt x="1748790" y="1531620"/>
                    <a:pt x="1778000" y="1527810"/>
                  </a:cubicBezTo>
                  <a:cubicBezTo>
                    <a:pt x="1807210" y="1524000"/>
                    <a:pt x="1827530" y="1535430"/>
                    <a:pt x="1866900" y="1527810"/>
                  </a:cubicBezTo>
                  <a:cubicBezTo>
                    <a:pt x="1958340" y="1508760"/>
                    <a:pt x="2146300" y="1388110"/>
                    <a:pt x="2299970" y="1339850"/>
                  </a:cubicBezTo>
                  <a:cubicBezTo>
                    <a:pt x="2461260" y="1289050"/>
                    <a:pt x="2608580" y="1273810"/>
                    <a:pt x="2813050" y="1236980"/>
                  </a:cubicBezTo>
                  <a:cubicBezTo>
                    <a:pt x="3117850" y="1182370"/>
                    <a:pt x="3660140" y="1097280"/>
                    <a:pt x="3950970" y="1055370"/>
                  </a:cubicBezTo>
                  <a:cubicBezTo>
                    <a:pt x="4131310" y="1029970"/>
                    <a:pt x="4240530" y="1027430"/>
                    <a:pt x="4390390" y="1000760"/>
                  </a:cubicBezTo>
                  <a:cubicBezTo>
                    <a:pt x="4549140" y="972820"/>
                    <a:pt x="4762500" y="932180"/>
                    <a:pt x="4875530" y="889000"/>
                  </a:cubicBezTo>
                  <a:cubicBezTo>
                    <a:pt x="4940300" y="863600"/>
                    <a:pt x="4978400" y="824230"/>
                    <a:pt x="5021580" y="806450"/>
                  </a:cubicBezTo>
                  <a:cubicBezTo>
                    <a:pt x="5052060" y="793750"/>
                    <a:pt x="5077460" y="788670"/>
                    <a:pt x="5105400" y="784860"/>
                  </a:cubicBezTo>
                  <a:cubicBezTo>
                    <a:pt x="5134610" y="781050"/>
                    <a:pt x="5163820" y="781050"/>
                    <a:pt x="5193030" y="783590"/>
                  </a:cubicBezTo>
                  <a:cubicBezTo>
                    <a:pt x="5222240" y="786130"/>
                    <a:pt x="5251450" y="792480"/>
                    <a:pt x="5278120" y="802640"/>
                  </a:cubicBezTo>
                  <a:cubicBezTo>
                    <a:pt x="5304790" y="812800"/>
                    <a:pt x="5331460" y="825500"/>
                    <a:pt x="5355590" y="842010"/>
                  </a:cubicBezTo>
                  <a:cubicBezTo>
                    <a:pt x="5379720" y="857250"/>
                    <a:pt x="5402580" y="876300"/>
                    <a:pt x="5421630" y="897890"/>
                  </a:cubicBezTo>
                  <a:cubicBezTo>
                    <a:pt x="5440680" y="919480"/>
                    <a:pt x="5458460" y="943610"/>
                    <a:pt x="5472430" y="969010"/>
                  </a:cubicBezTo>
                  <a:cubicBezTo>
                    <a:pt x="5486400" y="994410"/>
                    <a:pt x="5497830" y="1022350"/>
                    <a:pt x="5505450" y="1050290"/>
                  </a:cubicBezTo>
                  <a:cubicBezTo>
                    <a:pt x="5513070" y="1078230"/>
                    <a:pt x="5516880" y="1107440"/>
                    <a:pt x="5516880" y="1136650"/>
                  </a:cubicBezTo>
                  <a:cubicBezTo>
                    <a:pt x="5516880" y="1165860"/>
                    <a:pt x="5514340" y="1195070"/>
                    <a:pt x="5507990" y="1223010"/>
                  </a:cubicBezTo>
                  <a:cubicBezTo>
                    <a:pt x="5501640" y="1250950"/>
                    <a:pt x="5491480" y="1278890"/>
                    <a:pt x="5478780" y="1304290"/>
                  </a:cubicBezTo>
                  <a:cubicBezTo>
                    <a:pt x="5466080" y="1329690"/>
                    <a:pt x="5449570" y="1356360"/>
                    <a:pt x="5430520" y="1377950"/>
                  </a:cubicBezTo>
                  <a:cubicBezTo>
                    <a:pt x="5411470" y="1399540"/>
                    <a:pt x="5403850" y="1410970"/>
                    <a:pt x="5365750" y="1436370"/>
                  </a:cubicBezTo>
                  <a:cubicBezTo>
                    <a:pt x="5217160" y="1536700"/>
                    <a:pt x="4474210" y="1855470"/>
                    <a:pt x="4174490" y="2019300"/>
                  </a:cubicBezTo>
                  <a:cubicBezTo>
                    <a:pt x="3985260" y="2122170"/>
                    <a:pt x="3864610" y="2195830"/>
                    <a:pt x="3723640" y="2293620"/>
                  </a:cubicBezTo>
                  <a:cubicBezTo>
                    <a:pt x="3590290" y="2386330"/>
                    <a:pt x="3479800" y="2490470"/>
                    <a:pt x="3348990" y="2588260"/>
                  </a:cubicBezTo>
                  <a:cubicBezTo>
                    <a:pt x="3209290" y="2692400"/>
                    <a:pt x="3037840" y="2783840"/>
                    <a:pt x="2908300" y="2899410"/>
                  </a:cubicBezTo>
                  <a:cubicBezTo>
                    <a:pt x="2786380" y="3008630"/>
                    <a:pt x="2727960" y="3194050"/>
                    <a:pt x="2586990" y="3258820"/>
                  </a:cubicBezTo>
                  <a:cubicBezTo>
                    <a:pt x="2428240" y="3331210"/>
                    <a:pt x="2105660" y="3368040"/>
                    <a:pt x="1983740" y="3271520"/>
                  </a:cubicBezTo>
                  <a:cubicBezTo>
                    <a:pt x="1863090" y="3176270"/>
                    <a:pt x="1844040" y="2861310"/>
                    <a:pt x="1858010" y="2686050"/>
                  </a:cubicBezTo>
                  <a:cubicBezTo>
                    <a:pt x="1870710" y="2536190"/>
                    <a:pt x="1934210" y="2299970"/>
                    <a:pt x="2018030" y="2279650"/>
                  </a:cubicBezTo>
                  <a:cubicBezTo>
                    <a:pt x="2105660" y="2258060"/>
                    <a:pt x="2352040" y="2486660"/>
                    <a:pt x="2378710" y="2593340"/>
                  </a:cubicBezTo>
                  <a:cubicBezTo>
                    <a:pt x="2397760" y="2669540"/>
                    <a:pt x="2319020" y="2773680"/>
                    <a:pt x="2288540" y="2825750"/>
                  </a:cubicBezTo>
                  <a:cubicBezTo>
                    <a:pt x="2270760" y="2857500"/>
                    <a:pt x="2254250" y="2872740"/>
                    <a:pt x="2232660" y="2893060"/>
                  </a:cubicBezTo>
                  <a:cubicBezTo>
                    <a:pt x="2211070" y="2913380"/>
                    <a:pt x="2186940" y="2931160"/>
                    <a:pt x="2161540" y="2945130"/>
                  </a:cubicBezTo>
                  <a:cubicBezTo>
                    <a:pt x="2136140" y="2959100"/>
                    <a:pt x="2109470" y="2971800"/>
                    <a:pt x="2081530" y="2979420"/>
                  </a:cubicBezTo>
                  <a:cubicBezTo>
                    <a:pt x="2053590" y="2987040"/>
                    <a:pt x="2023110" y="2990850"/>
                    <a:pt x="1993900" y="2992120"/>
                  </a:cubicBezTo>
                  <a:cubicBezTo>
                    <a:pt x="1964690" y="2993390"/>
                    <a:pt x="1935480" y="2990850"/>
                    <a:pt x="1907540" y="2984500"/>
                  </a:cubicBezTo>
                  <a:cubicBezTo>
                    <a:pt x="1879600" y="2978150"/>
                    <a:pt x="1850390" y="2967990"/>
                    <a:pt x="1823720" y="2955290"/>
                  </a:cubicBezTo>
                  <a:cubicBezTo>
                    <a:pt x="1797050" y="2942590"/>
                    <a:pt x="1772920" y="2927350"/>
                    <a:pt x="1750060" y="2908300"/>
                  </a:cubicBezTo>
                  <a:cubicBezTo>
                    <a:pt x="1728470" y="2890520"/>
                    <a:pt x="1706880" y="2867660"/>
                    <a:pt x="1690370" y="2844800"/>
                  </a:cubicBezTo>
                  <a:cubicBezTo>
                    <a:pt x="1672590" y="2821940"/>
                    <a:pt x="1658620" y="2795270"/>
                    <a:pt x="1647190" y="2768600"/>
                  </a:cubicBezTo>
                  <a:cubicBezTo>
                    <a:pt x="1635760" y="2741930"/>
                    <a:pt x="1626870" y="2712720"/>
                    <a:pt x="1623060" y="2683510"/>
                  </a:cubicBezTo>
                  <a:cubicBezTo>
                    <a:pt x="1619250" y="2654300"/>
                    <a:pt x="1617980" y="2625090"/>
                    <a:pt x="1620520" y="2595880"/>
                  </a:cubicBezTo>
                  <a:cubicBezTo>
                    <a:pt x="1623060" y="2566670"/>
                    <a:pt x="1628140" y="2547620"/>
                    <a:pt x="1638300" y="2509520"/>
                  </a:cubicBezTo>
                  <a:cubicBezTo>
                    <a:pt x="1661160" y="2428240"/>
                    <a:pt x="1731010" y="2209800"/>
                    <a:pt x="1767840" y="2133600"/>
                  </a:cubicBezTo>
                  <a:cubicBezTo>
                    <a:pt x="1785620" y="2098040"/>
                    <a:pt x="1797050" y="2082800"/>
                    <a:pt x="1816100" y="2059940"/>
                  </a:cubicBezTo>
                  <a:cubicBezTo>
                    <a:pt x="1835150" y="2038350"/>
                    <a:pt x="1856740" y="2016760"/>
                    <a:pt x="1879600" y="2000250"/>
                  </a:cubicBezTo>
                  <a:cubicBezTo>
                    <a:pt x="1902460" y="1983740"/>
                    <a:pt x="1929130" y="1968500"/>
                    <a:pt x="1955800" y="1958340"/>
                  </a:cubicBezTo>
                  <a:cubicBezTo>
                    <a:pt x="1982470" y="1946910"/>
                    <a:pt x="2011680" y="1939290"/>
                    <a:pt x="2040890" y="1935480"/>
                  </a:cubicBezTo>
                  <a:cubicBezTo>
                    <a:pt x="2068830" y="1931670"/>
                    <a:pt x="2098040" y="1930400"/>
                    <a:pt x="2127250" y="1932940"/>
                  </a:cubicBezTo>
                  <a:cubicBezTo>
                    <a:pt x="2156460" y="1935480"/>
                    <a:pt x="2185670" y="1941830"/>
                    <a:pt x="2213610" y="1951990"/>
                  </a:cubicBezTo>
                  <a:cubicBezTo>
                    <a:pt x="2240280" y="1962150"/>
                    <a:pt x="2266950" y="1976120"/>
                    <a:pt x="2291080" y="1991360"/>
                  </a:cubicBezTo>
                  <a:cubicBezTo>
                    <a:pt x="2315210" y="2007870"/>
                    <a:pt x="2338070" y="2025650"/>
                    <a:pt x="2358390" y="2047240"/>
                  </a:cubicBezTo>
                  <a:cubicBezTo>
                    <a:pt x="2377440" y="2068830"/>
                    <a:pt x="2395220" y="2092960"/>
                    <a:pt x="2409190" y="2118360"/>
                  </a:cubicBezTo>
                  <a:cubicBezTo>
                    <a:pt x="2423160" y="2143760"/>
                    <a:pt x="2434590" y="2171700"/>
                    <a:pt x="2442210" y="2199640"/>
                  </a:cubicBezTo>
                  <a:cubicBezTo>
                    <a:pt x="2449830" y="2227580"/>
                    <a:pt x="2454910" y="2256790"/>
                    <a:pt x="2454910" y="2286000"/>
                  </a:cubicBezTo>
                  <a:cubicBezTo>
                    <a:pt x="2454910" y="2315210"/>
                    <a:pt x="2457450" y="2334260"/>
                    <a:pt x="2446020" y="2372360"/>
                  </a:cubicBezTo>
                  <a:cubicBezTo>
                    <a:pt x="2419350" y="2461260"/>
                    <a:pt x="2331720" y="2772410"/>
                    <a:pt x="2230120" y="2794000"/>
                  </a:cubicBezTo>
                  <a:cubicBezTo>
                    <a:pt x="2120900" y="2818130"/>
                    <a:pt x="1786890" y="2472690"/>
                    <a:pt x="1799590" y="2452370"/>
                  </a:cubicBezTo>
                  <a:cubicBezTo>
                    <a:pt x="1811020" y="2433320"/>
                    <a:pt x="2179320" y="2541270"/>
                    <a:pt x="2256790" y="2646680"/>
                  </a:cubicBezTo>
                  <a:cubicBezTo>
                    <a:pt x="2322830" y="2735580"/>
                    <a:pt x="2293620" y="2927350"/>
                    <a:pt x="2293620" y="3002280"/>
                  </a:cubicBezTo>
                  <a:cubicBezTo>
                    <a:pt x="2293620" y="3036570"/>
                    <a:pt x="2293620" y="3049270"/>
                    <a:pt x="2286000" y="3077210"/>
                  </a:cubicBezTo>
                  <a:cubicBezTo>
                    <a:pt x="2274570" y="3116580"/>
                    <a:pt x="2242820" y="3178810"/>
                    <a:pt x="2218690" y="3211830"/>
                  </a:cubicBezTo>
                  <a:cubicBezTo>
                    <a:pt x="2200910" y="3234690"/>
                    <a:pt x="2183130" y="3248660"/>
                    <a:pt x="2162810" y="3263900"/>
                  </a:cubicBezTo>
                  <a:cubicBezTo>
                    <a:pt x="2142490" y="3277870"/>
                    <a:pt x="2119630" y="3290570"/>
                    <a:pt x="2096770" y="3299460"/>
                  </a:cubicBezTo>
                  <a:cubicBezTo>
                    <a:pt x="2073910" y="3308350"/>
                    <a:pt x="2052320" y="3317240"/>
                    <a:pt x="2023110" y="3319780"/>
                  </a:cubicBezTo>
                  <a:cubicBezTo>
                    <a:pt x="1982470" y="3323590"/>
                    <a:pt x="1918970" y="3321050"/>
                    <a:pt x="1873250" y="3304540"/>
                  </a:cubicBezTo>
                  <a:cubicBezTo>
                    <a:pt x="1827530" y="3288030"/>
                    <a:pt x="1780540" y="3256280"/>
                    <a:pt x="1747520" y="3220720"/>
                  </a:cubicBezTo>
                  <a:cubicBezTo>
                    <a:pt x="1714500" y="3185160"/>
                    <a:pt x="1687830" y="3128010"/>
                    <a:pt x="1675130" y="3088640"/>
                  </a:cubicBezTo>
                  <a:cubicBezTo>
                    <a:pt x="1666240" y="3060700"/>
                    <a:pt x="1662430" y="3044190"/>
                    <a:pt x="1664970" y="3013710"/>
                  </a:cubicBezTo>
                  <a:cubicBezTo>
                    <a:pt x="1668780" y="2965450"/>
                    <a:pt x="1694180" y="2875280"/>
                    <a:pt x="1720850" y="2829560"/>
                  </a:cubicBezTo>
                  <a:cubicBezTo>
                    <a:pt x="1739900" y="2796540"/>
                    <a:pt x="1764030" y="2777490"/>
                    <a:pt x="1790700" y="2757170"/>
                  </a:cubicBezTo>
                  <a:cubicBezTo>
                    <a:pt x="1817370" y="2736850"/>
                    <a:pt x="1849120" y="2719070"/>
                    <a:pt x="1880870" y="2708910"/>
                  </a:cubicBezTo>
                  <a:cubicBezTo>
                    <a:pt x="1912620" y="2698750"/>
                    <a:pt x="1948180" y="2693670"/>
                    <a:pt x="1981200" y="2693670"/>
                  </a:cubicBezTo>
                  <a:cubicBezTo>
                    <a:pt x="2014220" y="2693670"/>
                    <a:pt x="2049780" y="2700020"/>
                    <a:pt x="2081530" y="2711450"/>
                  </a:cubicBezTo>
                  <a:cubicBezTo>
                    <a:pt x="2113280" y="2721610"/>
                    <a:pt x="2145030" y="2738120"/>
                    <a:pt x="2171700" y="2758440"/>
                  </a:cubicBezTo>
                  <a:cubicBezTo>
                    <a:pt x="2198370" y="2778760"/>
                    <a:pt x="2222500" y="2805430"/>
                    <a:pt x="2240280" y="2833370"/>
                  </a:cubicBezTo>
                  <a:cubicBezTo>
                    <a:pt x="2259330" y="2861310"/>
                    <a:pt x="2273300" y="2894330"/>
                    <a:pt x="2282190" y="2926080"/>
                  </a:cubicBezTo>
                  <a:cubicBezTo>
                    <a:pt x="2291080" y="2959100"/>
                    <a:pt x="2296160" y="2994660"/>
                    <a:pt x="2293620" y="3027680"/>
                  </a:cubicBezTo>
                  <a:cubicBezTo>
                    <a:pt x="2291080" y="3060700"/>
                    <a:pt x="2283460" y="3096260"/>
                    <a:pt x="2270760" y="3126740"/>
                  </a:cubicBezTo>
                  <a:cubicBezTo>
                    <a:pt x="2258060" y="3157220"/>
                    <a:pt x="2239010" y="3187700"/>
                    <a:pt x="2217420" y="3213100"/>
                  </a:cubicBezTo>
                  <a:cubicBezTo>
                    <a:pt x="2195830" y="3238500"/>
                    <a:pt x="2169160" y="3261360"/>
                    <a:pt x="2139950" y="3277870"/>
                  </a:cubicBezTo>
                  <a:cubicBezTo>
                    <a:pt x="2110740" y="3295650"/>
                    <a:pt x="2077720" y="3309620"/>
                    <a:pt x="2044700" y="3315970"/>
                  </a:cubicBezTo>
                  <a:cubicBezTo>
                    <a:pt x="2011680" y="3322320"/>
                    <a:pt x="1976120" y="3323590"/>
                    <a:pt x="1943100" y="3319780"/>
                  </a:cubicBezTo>
                  <a:cubicBezTo>
                    <a:pt x="1910080" y="3315970"/>
                    <a:pt x="1875790" y="3305810"/>
                    <a:pt x="1845310" y="3291840"/>
                  </a:cubicBezTo>
                  <a:cubicBezTo>
                    <a:pt x="1814830" y="3277870"/>
                    <a:pt x="1785620" y="3257550"/>
                    <a:pt x="1761490" y="3234690"/>
                  </a:cubicBezTo>
                  <a:cubicBezTo>
                    <a:pt x="1737360" y="3211830"/>
                    <a:pt x="1715770" y="3182620"/>
                    <a:pt x="1700530" y="3153410"/>
                  </a:cubicBezTo>
                  <a:cubicBezTo>
                    <a:pt x="1685290" y="3124200"/>
                    <a:pt x="1673860" y="3089910"/>
                    <a:pt x="1668780" y="3056890"/>
                  </a:cubicBezTo>
                  <a:cubicBezTo>
                    <a:pt x="1663700" y="3023870"/>
                    <a:pt x="1664970" y="2988310"/>
                    <a:pt x="1670050" y="2955290"/>
                  </a:cubicBezTo>
                  <a:cubicBezTo>
                    <a:pt x="1675130" y="2922270"/>
                    <a:pt x="1686560" y="2887980"/>
                    <a:pt x="1703070" y="2858770"/>
                  </a:cubicBezTo>
                  <a:cubicBezTo>
                    <a:pt x="1718310" y="2829560"/>
                    <a:pt x="1741170" y="2801620"/>
                    <a:pt x="1765300" y="2778760"/>
                  </a:cubicBezTo>
                  <a:cubicBezTo>
                    <a:pt x="1789430" y="2755900"/>
                    <a:pt x="1818640" y="2735580"/>
                    <a:pt x="1849120" y="2721610"/>
                  </a:cubicBezTo>
                  <a:cubicBezTo>
                    <a:pt x="1879600" y="2707640"/>
                    <a:pt x="1913890" y="2698750"/>
                    <a:pt x="1946910" y="2694940"/>
                  </a:cubicBezTo>
                  <a:cubicBezTo>
                    <a:pt x="1979930" y="2691130"/>
                    <a:pt x="2015490" y="2693670"/>
                    <a:pt x="2048510" y="2701290"/>
                  </a:cubicBezTo>
                  <a:cubicBezTo>
                    <a:pt x="2081530" y="2708910"/>
                    <a:pt x="2114550" y="2721610"/>
                    <a:pt x="2143760" y="2739390"/>
                  </a:cubicBezTo>
                  <a:cubicBezTo>
                    <a:pt x="2171700" y="2757170"/>
                    <a:pt x="2198370" y="2781300"/>
                    <a:pt x="2219960" y="2806700"/>
                  </a:cubicBezTo>
                  <a:cubicBezTo>
                    <a:pt x="2241550" y="2832100"/>
                    <a:pt x="2259330" y="2862580"/>
                    <a:pt x="2272030" y="2893060"/>
                  </a:cubicBezTo>
                  <a:cubicBezTo>
                    <a:pt x="2284730" y="2924810"/>
                    <a:pt x="2292350" y="2960370"/>
                    <a:pt x="2293620" y="2993390"/>
                  </a:cubicBezTo>
                  <a:cubicBezTo>
                    <a:pt x="2294890" y="3026410"/>
                    <a:pt x="2282190" y="3093720"/>
                    <a:pt x="2282190" y="3093720"/>
                  </a:cubicBezTo>
                  <a:cubicBezTo>
                    <a:pt x="2282190" y="3093720"/>
                    <a:pt x="2294890" y="3002280"/>
                    <a:pt x="2293620" y="3002280"/>
                  </a:cubicBezTo>
                  <a:cubicBezTo>
                    <a:pt x="2291080" y="3002280"/>
                    <a:pt x="2277110" y="3110230"/>
                    <a:pt x="2260600" y="3148330"/>
                  </a:cubicBezTo>
                  <a:cubicBezTo>
                    <a:pt x="2249170" y="3175000"/>
                    <a:pt x="2235200" y="3192780"/>
                    <a:pt x="2218690" y="3211830"/>
                  </a:cubicBezTo>
                  <a:cubicBezTo>
                    <a:pt x="2202180" y="3230880"/>
                    <a:pt x="2186940" y="3248660"/>
                    <a:pt x="2162810" y="3263900"/>
                  </a:cubicBezTo>
                  <a:cubicBezTo>
                    <a:pt x="2128520" y="3285490"/>
                    <a:pt x="2071370" y="3313430"/>
                    <a:pt x="2023110" y="3319780"/>
                  </a:cubicBezTo>
                  <a:cubicBezTo>
                    <a:pt x="1974850" y="3326130"/>
                    <a:pt x="1918970" y="3321050"/>
                    <a:pt x="1873250" y="3304540"/>
                  </a:cubicBezTo>
                  <a:cubicBezTo>
                    <a:pt x="1827530" y="3288030"/>
                    <a:pt x="1776730" y="3248660"/>
                    <a:pt x="1747520" y="3220720"/>
                  </a:cubicBezTo>
                  <a:cubicBezTo>
                    <a:pt x="1727200" y="3200400"/>
                    <a:pt x="1715770" y="3181350"/>
                    <a:pt x="1704340" y="3159760"/>
                  </a:cubicBezTo>
                  <a:cubicBezTo>
                    <a:pt x="1691640" y="3138170"/>
                    <a:pt x="1681480" y="3112770"/>
                    <a:pt x="1675130" y="3088640"/>
                  </a:cubicBezTo>
                  <a:cubicBezTo>
                    <a:pt x="1668780" y="3064510"/>
                    <a:pt x="1656080" y="3018790"/>
                    <a:pt x="1664970" y="3013710"/>
                  </a:cubicBezTo>
                  <a:cubicBezTo>
                    <a:pt x="1678940" y="3006090"/>
                    <a:pt x="1784350" y="3141980"/>
                    <a:pt x="1795780" y="3133090"/>
                  </a:cubicBezTo>
                  <a:cubicBezTo>
                    <a:pt x="1816100" y="3117850"/>
                    <a:pt x="1524000" y="2763520"/>
                    <a:pt x="1526540" y="2600960"/>
                  </a:cubicBezTo>
                  <a:cubicBezTo>
                    <a:pt x="1529080" y="2461260"/>
                    <a:pt x="1701800" y="2298700"/>
                    <a:pt x="1738630" y="2216150"/>
                  </a:cubicBezTo>
                  <a:cubicBezTo>
                    <a:pt x="1755140" y="2179320"/>
                    <a:pt x="1755140" y="2160270"/>
                    <a:pt x="1767840" y="2133600"/>
                  </a:cubicBezTo>
                  <a:cubicBezTo>
                    <a:pt x="1780540" y="2108200"/>
                    <a:pt x="1795780" y="2081530"/>
                    <a:pt x="1814830" y="2059940"/>
                  </a:cubicBezTo>
                  <a:cubicBezTo>
                    <a:pt x="1833880" y="2037080"/>
                    <a:pt x="1855470" y="2016760"/>
                    <a:pt x="1879600" y="2000250"/>
                  </a:cubicBezTo>
                  <a:cubicBezTo>
                    <a:pt x="1902460" y="1983740"/>
                    <a:pt x="1929130" y="1968500"/>
                    <a:pt x="1955800" y="1958340"/>
                  </a:cubicBezTo>
                  <a:cubicBezTo>
                    <a:pt x="1982470" y="1946910"/>
                    <a:pt x="2011680" y="1939290"/>
                    <a:pt x="2040890" y="1935480"/>
                  </a:cubicBezTo>
                  <a:cubicBezTo>
                    <a:pt x="2068830" y="1931670"/>
                    <a:pt x="2098040" y="1930400"/>
                    <a:pt x="2127250" y="1932940"/>
                  </a:cubicBezTo>
                  <a:cubicBezTo>
                    <a:pt x="2156460" y="1935480"/>
                    <a:pt x="2185670" y="1941830"/>
                    <a:pt x="2213610" y="1951990"/>
                  </a:cubicBezTo>
                  <a:cubicBezTo>
                    <a:pt x="2240280" y="1962150"/>
                    <a:pt x="2266950" y="1976120"/>
                    <a:pt x="2291080" y="1991360"/>
                  </a:cubicBezTo>
                  <a:cubicBezTo>
                    <a:pt x="2315210" y="2007870"/>
                    <a:pt x="2338070" y="2025650"/>
                    <a:pt x="2358390" y="2047240"/>
                  </a:cubicBezTo>
                  <a:cubicBezTo>
                    <a:pt x="2377440" y="2068830"/>
                    <a:pt x="2395220" y="2092960"/>
                    <a:pt x="2409190" y="2118360"/>
                  </a:cubicBezTo>
                  <a:cubicBezTo>
                    <a:pt x="2423160" y="2143760"/>
                    <a:pt x="2434590" y="2171700"/>
                    <a:pt x="2442210" y="2199640"/>
                  </a:cubicBezTo>
                  <a:cubicBezTo>
                    <a:pt x="2449830" y="2227580"/>
                    <a:pt x="2454910" y="2256790"/>
                    <a:pt x="2454910" y="2286000"/>
                  </a:cubicBezTo>
                  <a:cubicBezTo>
                    <a:pt x="2454910" y="2315210"/>
                    <a:pt x="2453640" y="2334260"/>
                    <a:pt x="2446020" y="2372360"/>
                  </a:cubicBezTo>
                  <a:cubicBezTo>
                    <a:pt x="2429510" y="2453640"/>
                    <a:pt x="2357120" y="2669540"/>
                    <a:pt x="2326640" y="2747010"/>
                  </a:cubicBezTo>
                  <a:cubicBezTo>
                    <a:pt x="2311400" y="2783840"/>
                    <a:pt x="2303780" y="2801620"/>
                    <a:pt x="2288540" y="2825750"/>
                  </a:cubicBezTo>
                  <a:cubicBezTo>
                    <a:pt x="2273300" y="2849880"/>
                    <a:pt x="2254250" y="2872740"/>
                    <a:pt x="2232660" y="2893060"/>
                  </a:cubicBezTo>
                  <a:cubicBezTo>
                    <a:pt x="2212340" y="2913380"/>
                    <a:pt x="2188210" y="2931160"/>
                    <a:pt x="2162810" y="2945130"/>
                  </a:cubicBezTo>
                  <a:cubicBezTo>
                    <a:pt x="2137410" y="2959100"/>
                    <a:pt x="2109470" y="2971800"/>
                    <a:pt x="2081530" y="2979420"/>
                  </a:cubicBezTo>
                  <a:cubicBezTo>
                    <a:pt x="2053590" y="2987040"/>
                    <a:pt x="2023110" y="2990850"/>
                    <a:pt x="1993900" y="2992120"/>
                  </a:cubicBezTo>
                  <a:cubicBezTo>
                    <a:pt x="1964690" y="2993390"/>
                    <a:pt x="1935480" y="2990850"/>
                    <a:pt x="1907540" y="2984500"/>
                  </a:cubicBezTo>
                  <a:cubicBezTo>
                    <a:pt x="1879600" y="2978150"/>
                    <a:pt x="1850390" y="2967990"/>
                    <a:pt x="1823720" y="2955290"/>
                  </a:cubicBezTo>
                  <a:cubicBezTo>
                    <a:pt x="1797050" y="2942590"/>
                    <a:pt x="1772920" y="2927350"/>
                    <a:pt x="1750060" y="2908300"/>
                  </a:cubicBezTo>
                  <a:cubicBezTo>
                    <a:pt x="1728470" y="2890520"/>
                    <a:pt x="1706880" y="2867660"/>
                    <a:pt x="1690370" y="2844800"/>
                  </a:cubicBezTo>
                  <a:cubicBezTo>
                    <a:pt x="1672590" y="2821940"/>
                    <a:pt x="1658620" y="2795270"/>
                    <a:pt x="1647190" y="2768600"/>
                  </a:cubicBezTo>
                  <a:cubicBezTo>
                    <a:pt x="1635760" y="2741930"/>
                    <a:pt x="1626870" y="2712720"/>
                    <a:pt x="1623060" y="2683510"/>
                  </a:cubicBezTo>
                  <a:cubicBezTo>
                    <a:pt x="1619250" y="2654300"/>
                    <a:pt x="1617980" y="2625090"/>
                    <a:pt x="1620520" y="2595880"/>
                  </a:cubicBezTo>
                  <a:cubicBezTo>
                    <a:pt x="1623060" y="2566670"/>
                    <a:pt x="1628140" y="2538730"/>
                    <a:pt x="1638300" y="2509520"/>
                  </a:cubicBezTo>
                  <a:cubicBezTo>
                    <a:pt x="1649730" y="2476500"/>
                    <a:pt x="1662430" y="2453640"/>
                    <a:pt x="1686560" y="2410460"/>
                  </a:cubicBezTo>
                  <a:cubicBezTo>
                    <a:pt x="1736090" y="2321560"/>
                    <a:pt x="1812290" y="2104390"/>
                    <a:pt x="1935480" y="2019300"/>
                  </a:cubicBezTo>
                  <a:cubicBezTo>
                    <a:pt x="2072640" y="1925320"/>
                    <a:pt x="2363470" y="1837690"/>
                    <a:pt x="2495550" y="1906270"/>
                  </a:cubicBezTo>
                  <a:cubicBezTo>
                    <a:pt x="2626360" y="1973580"/>
                    <a:pt x="2721610" y="2260600"/>
                    <a:pt x="2725420" y="2424430"/>
                  </a:cubicBezTo>
                  <a:cubicBezTo>
                    <a:pt x="2727960" y="2569210"/>
                    <a:pt x="2660650" y="2794000"/>
                    <a:pt x="2561590" y="2838450"/>
                  </a:cubicBezTo>
                  <a:cubicBezTo>
                    <a:pt x="2458720" y="2884170"/>
                    <a:pt x="2129790" y="2758440"/>
                    <a:pt x="2109470" y="2670810"/>
                  </a:cubicBezTo>
                  <a:cubicBezTo>
                    <a:pt x="2087880" y="2580640"/>
                    <a:pt x="2332990" y="2407920"/>
                    <a:pt x="2461260" y="2297430"/>
                  </a:cubicBezTo>
                  <a:cubicBezTo>
                    <a:pt x="2588260" y="2188210"/>
                    <a:pt x="2734310" y="2113280"/>
                    <a:pt x="2874010" y="2010410"/>
                  </a:cubicBezTo>
                  <a:cubicBezTo>
                    <a:pt x="3022600" y="1901190"/>
                    <a:pt x="3167380" y="1767840"/>
                    <a:pt x="3327400" y="1659890"/>
                  </a:cubicBezTo>
                  <a:cubicBezTo>
                    <a:pt x="3492500" y="1548130"/>
                    <a:pt x="3638550" y="1465580"/>
                    <a:pt x="3850640" y="1353820"/>
                  </a:cubicBezTo>
                  <a:cubicBezTo>
                    <a:pt x="4160520" y="1191260"/>
                    <a:pt x="4855210" y="866140"/>
                    <a:pt x="5021580" y="806450"/>
                  </a:cubicBezTo>
                  <a:cubicBezTo>
                    <a:pt x="5064760" y="791210"/>
                    <a:pt x="5077460" y="788670"/>
                    <a:pt x="5105400" y="784860"/>
                  </a:cubicBezTo>
                  <a:cubicBezTo>
                    <a:pt x="5134610" y="781050"/>
                    <a:pt x="5163820" y="781050"/>
                    <a:pt x="5193030" y="783590"/>
                  </a:cubicBezTo>
                  <a:cubicBezTo>
                    <a:pt x="5222240" y="786130"/>
                    <a:pt x="5251450" y="792480"/>
                    <a:pt x="5278120" y="802640"/>
                  </a:cubicBezTo>
                  <a:cubicBezTo>
                    <a:pt x="5304790" y="812800"/>
                    <a:pt x="5331460" y="825500"/>
                    <a:pt x="5355590" y="842010"/>
                  </a:cubicBezTo>
                  <a:cubicBezTo>
                    <a:pt x="5379720" y="857250"/>
                    <a:pt x="5402580" y="876300"/>
                    <a:pt x="5421630" y="897890"/>
                  </a:cubicBezTo>
                  <a:cubicBezTo>
                    <a:pt x="5440680" y="919480"/>
                    <a:pt x="5458460" y="943610"/>
                    <a:pt x="5472430" y="969010"/>
                  </a:cubicBezTo>
                  <a:cubicBezTo>
                    <a:pt x="5486400" y="994410"/>
                    <a:pt x="5497830" y="1022350"/>
                    <a:pt x="5505450" y="1050290"/>
                  </a:cubicBezTo>
                  <a:cubicBezTo>
                    <a:pt x="5513070" y="1078230"/>
                    <a:pt x="5516880" y="1107440"/>
                    <a:pt x="5516880" y="1136650"/>
                  </a:cubicBezTo>
                  <a:cubicBezTo>
                    <a:pt x="5516880" y="1165860"/>
                    <a:pt x="5514340" y="1195070"/>
                    <a:pt x="5507990" y="1223010"/>
                  </a:cubicBezTo>
                  <a:cubicBezTo>
                    <a:pt x="5501640" y="1250950"/>
                    <a:pt x="5491480" y="1278890"/>
                    <a:pt x="5478780" y="1304290"/>
                  </a:cubicBezTo>
                  <a:cubicBezTo>
                    <a:pt x="5466080" y="1329690"/>
                    <a:pt x="5449570" y="1356360"/>
                    <a:pt x="5430520" y="1377950"/>
                  </a:cubicBezTo>
                  <a:cubicBezTo>
                    <a:pt x="5411470" y="1399540"/>
                    <a:pt x="5368290" y="1438910"/>
                    <a:pt x="5365750" y="1436370"/>
                  </a:cubicBezTo>
                  <a:cubicBezTo>
                    <a:pt x="5361940" y="1433830"/>
                    <a:pt x="5434330" y="1351280"/>
                    <a:pt x="5426710" y="1342390"/>
                  </a:cubicBezTo>
                  <a:cubicBezTo>
                    <a:pt x="5408930" y="1323340"/>
                    <a:pt x="5106670" y="1567180"/>
                    <a:pt x="4941570" y="1633220"/>
                  </a:cubicBezTo>
                  <a:cubicBezTo>
                    <a:pt x="4790440" y="1692910"/>
                    <a:pt x="4646930" y="1704340"/>
                    <a:pt x="4481830" y="1733550"/>
                  </a:cubicBezTo>
                  <a:cubicBezTo>
                    <a:pt x="4291330" y="1766570"/>
                    <a:pt x="4102100" y="1780540"/>
                    <a:pt x="3863340" y="1814830"/>
                  </a:cubicBezTo>
                  <a:cubicBezTo>
                    <a:pt x="3535680" y="1863090"/>
                    <a:pt x="3063240" y="1922780"/>
                    <a:pt x="2698750" y="2002790"/>
                  </a:cubicBezTo>
                  <a:cubicBezTo>
                    <a:pt x="2369820" y="2075180"/>
                    <a:pt x="1913890" y="2263140"/>
                    <a:pt x="1769110" y="2264410"/>
                  </a:cubicBezTo>
                  <a:cubicBezTo>
                    <a:pt x="1724660" y="2264410"/>
                    <a:pt x="1710690" y="2252980"/>
                    <a:pt x="1682750" y="2241550"/>
                  </a:cubicBezTo>
                  <a:cubicBezTo>
                    <a:pt x="1654810" y="2231390"/>
                    <a:pt x="1628140" y="2216150"/>
                    <a:pt x="1604010" y="2199640"/>
                  </a:cubicBezTo>
                  <a:cubicBezTo>
                    <a:pt x="1579880" y="2181860"/>
                    <a:pt x="1557020" y="2161540"/>
                    <a:pt x="1537970" y="2138680"/>
                  </a:cubicBezTo>
                  <a:cubicBezTo>
                    <a:pt x="1518920" y="2115820"/>
                    <a:pt x="1502410" y="2091690"/>
                    <a:pt x="1488440" y="2065020"/>
                  </a:cubicBezTo>
                  <a:cubicBezTo>
                    <a:pt x="1474470" y="2038350"/>
                    <a:pt x="1463040" y="2010410"/>
                    <a:pt x="1456690" y="1981200"/>
                  </a:cubicBezTo>
                  <a:cubicBezTo>
                    <a:pt x="1450340" y="1951990"/>
                    <a:pt x="1447800" y="1921510"/>
                    <a:pt x="1447800" y="1892300"/>
                  </a:cubicBezTo>
                  <a:cubicBezTo>
                    <a:pt x="1447800" y="1863090"/>
                    <a:pt x="1451610" y="1832610"/>
                    <a:pt x="1459230" y="1803400"/>
                  </a:cubicBezTo>
                  <a:cubicBezTo>
                    <a:pt x="1466850" y="1774190"/>
                    <a:pt x="1478280" y="1746250"/>
                    <a:pt x="1492250" y="1719580"/>
                  </a:cubicBezTo>
                  <a:cubicBezTo>
                    <a:pt x="1506220" y="1694180"/>
                    <a:pt x="1524000" y="1668780"/>
                    <a:pt x="1543050" y="1647190"/>
                  </a:cubicBezTo>
                  <a:cubicBezTo>
                    <a:pt x="1563370" y="1625600"/>
                    <a:pt x="1586230" y="1605280"/>
                    <a:pt x="1610360" y="1588770"/>
                  </a:cubicBezTo>
                  <a:cubicBezTo>
                    <a:pt x="1634490" y="1572260"/>
                    <a:pt x="1662430" y="1558290"/>
                    <a:pt x="1690370" y="1548130"/>
                  </a:cubicBezTo>
                  <a:cubicBezTo>
                    <a:pt x="1718310" y="1537970"/>
                    <a:pt x="1748790" y="1531620"/>
                    <a:pt x="1778000" y="1527810"/>
                  </a:cubicBezTo>
                  <a:cubicBezTo>
                    <a:pt x="1807210" y="1524000"/>
                    <a:pt x="1831340" y="1524000"/>
                    <a:pt x="1866900" y="1527810"/>
                  </a:cubicBezTo>
                  <a:cubicBezTo>
                    <a:pt x="1922780" y="1532890"/>
                    <a:pt x="2001520" y="1531620"/>
                    <a:pt x="2076450" y="1565910"/>
                  </a:cubicBezTo>
                  <a:cubicBezTo>
                    <a:pt x="2189480" y="1617980"/>
                    <a:pt x="2305050" y="1836420"/>
                    <a:pt x="2452370" y="1874520"/>
                  </a:cubicBezTo>
                  <a:cubicBezTo>
                    <a:pt x="2609850" y="1915160"/>
                    <a:pt x="2794000" y="1817370"/>
                    <a:pt x="2998470" y="1771650"/>
                  </a:cubicBezTo>
                  <a:cubicBezTo>
                    <a:pt x="3265170" y="1711960"/>
                    <a:pt x="3652520" y="1610360"/>
                    <a:pt x="3911600" y="1532890"/>
                  </a:cubicBezTo>
                  <a:cubicBezTo>
                    <a:pt x="4105910" y="1474470"/>
                    <a:pt x="4249420" y="1426210"/>
                    <a:pt x="4417060" y="1363980"/>
                  </a:cubicBezTo>
                  <a:cubicBezTo>
                    <a:pt x="4585970" y="1300480"/>
                    <a:pt x="4749800" y="1219200"/>
                    <a:pt x="4921250" y="1153160"/>
                  </a:cubicBezTo>
                  <a:cubicBezTo>
                    <a:pt x="5096510" y="1085850"/>
                    <a:pt x="5275580" y="1022350"/>
                    <a:pt x="5455920" y="962660"/>
                  </a:cubicBezTo>
                  <a:cubicBezTo>
                    <a:pt x="5637530" y="902970"/>
                    <a:pt x="5830570" y="828040"/>
                    <a:pt x="6009640" y="796290"/>
                  </a:cubicBezTo>
                  <a:cubicBezTo>
                    <a:pt x="6170930" y="767080"/>
                    <a:pt x="6390640" y="789940"/>
                    <a:pt x="6480810" y="768350"/>
                  </a:cubicBezTo>
                  <a:cubicBezTo>
                    <a:pt x="6518910" y="759460"/>
                    <a:pt x="6531610" y="741680"/>
                    <a:pt x="6559550" y="732790"/>
                  </a:cubicBezTo>
                  <a:cubicBezTo>
                    <a:pt x="6587490" y="723900"/>
                    <a:pt x="6616700" y="718820"/>
                    <a:pt x="6645910" y="717550"/>
                  </a:cubicBezTo>
                  <a:cubicBezTo>
                    <a:pt x="6675120" y="716280"/>
                    <a:pt x="6704330" y="717550"/>
                    <a:pt x="6732270" y="722630"/>
                  </a:cubicBezTo>
                  <a:cubicBezTo>
                    <a:pt x="6760210" y="727710"/>
                    <a:pt x="6788150" y="736600"/>
                    <a:pt x="6814820" y="748030"/>
                  </a:cubicBezTo>
                  <a:cubicBezTo>
                    <a:pt x="6840220" y="759460"/>
                    <a:pt x="6865620" y="774700"/>
                    <a:pt x="6888480" y="792480"/>
                  </a:cubicBezTo>
                  <a:cubicBezTo>
                    <a:pt x="6911340" y="810260"/>
                    <a:pt x="6932930" y="830580"/>
                    <a:pt x="6950710" y="853440"/>
                  </a:cubicBezTo>
                  <a:cubicBezTo>
                    <a:pt x="6968490" y="876300"/>
                    <a:pt x="6983730" y="900430"/>
                    <a:pt x="6995160" y="927100"/>
                  </a:cubicBezTo>
                  <a:cubicBezTo>
                    <a:pt x="7006590" y="953770"/>
                    <a:pt x="7015480" y="982980"/>
                    <a:pt x="7020560" y="1010920"/>
                  </a:cubicBezTo>
                  <a:cubicBezTo>
                    <a:pt x="7025640" y="1038860"/>
                    <a:pt x="7030720" y="1064260"/>
                    <a:pt x="7026910" y="1097280"/>
                  </a:cubicBezTo>
                  <a:cubicBezTo>
                    <a:pt x="7021830" y="1144270"/>
                    <a:pt x="6997700" y="1219200"/>
                    <a:pt x="6976110" y="1261110"/>
                  </a:cubicBezTo>
                  <a:cubicBezTo>
                    <a:pt x="6960870" y="1290320"/>
                    <a:pt x="6943090" y="1309370"/>
                    <a:pt x="6922770" y="1329690"/>
                  </a:cubicBezTo>
                  <a:cubicBezTo>
                    <a:pt x="6902450" y="1350010"/>
                    <a:pt x="6887210" y="1362710"/>
                    <a:pt x="6854190" y="1383030"/>
                  </a:cubicBezTo>
                  <a:cubicBezTo>
                    <a:pt x="6789420" y="1423670"/>
                    <a:pt x="6675120" y="1482090"/>
                    <a:pt x="6544310" y="1539240"/>
                  </a:cubicBezTo>
                  <a:cubicBezTo>
                    <a:pt x="6329680" y="1633220"/>
                    <a:pt x="5927090" y="1761490"/>
                    <a:pt x="5676900" y="1860550"/>
                  </a:cubicBezTo>
                  <a:cubicBezTo>
                    <a:pt x="5483860" y="1936750"/>
                    <a:pt x="5336540" y="2010410"/>
                    <a:pt x="5167630" y="2076450"/>
                  </a:cubicBezTo>
                  <a:cubicBezTo>
                    <a:pt x="5003800" y="2141220"/>
                    <a:pt x="4838700" y="2190750"/>
                    <a:pt x="4678680" y="2252980"/>
                  </a:cubicBezTo>
                  <a:cubicBezTo>
                    <a:pt x="4519930" y="2313940"/>
                    <a:pt x="4364990" y="2379980"/>
                    <a:pt x="4211320" y="2447290"/>
                  </a:cubicBezTo>
                  <a:cubicBezTo>
                    <a:pt x="4057650" y="2514600"/>
                    <a:pt x="3898900" y="2581910"/>
                    <a:pt x="3755390" y="2656840"/>
                  </a:cubicBezTo>
                  <a:cubicBezTo>
                    <a:pt x="3622040" y="2726690"/>
                    <a:pt x="3502660" y="2799080"/>
                    <a:pt x="3376930" y="2880360"/>
                  </a:cubicBezTo>
                  <a:cubicBezTo>
                    <a:pt x="3244850" y="2965450"/>
                    <a:pt x="3097530" y="3055620"/>
                    <a:pt x="2981960" y="3159760"/>
                  </a:cubicBezTo>
                  <a:cubicBezTo>
                    <a:pt x="2872740" y="3257550"/>
                    <a:pt x="2768600" y="3356610"/>
                    <a:pt x="2696210" y="3479800"/>
                  </a:cubicBezTo>
                  <a:cubicBezTo>
                    <a:pt x="2621280" y="3606800"/>
                    <a:pt x="2590800" y="3757930"/>
                    <a:pt x="2547620" y="3915410"/>
                  </a:cubicBezTo>
                  <a:cubicBezTo>
                    <a:pt x="2498090" y="4094480"/>
                    <a:pt x="2463800" y="4274820"/>
                    <a:pt x="2424430" y="4497070"/>
                  </a:cubicBezTo>
                  <a:cubicBezTo>
                    <a:pt x="2372360" y="4791710"/>
                    <a:pt x="2402840" y="5293360"/>
                    <a:pt x="2278380" y="5533390"/>
                  </a:cubicBezTo>
                  <a:cubicBezTo>
                    <a:pt x="2192020" y="5701030"/>
                    <a:pt x="2052320" y="5852160"/>
                    <a:pt x="1908810" y="5883910"/>
                  </a:cubicBezTo>
                  <a:cubicBezTo>
                    <a:pt x="1764030" y="5916930"/>
                    <a:pt x="1507490" y="5842000"/>
                    <a:pt x="1413510" y="5722620"/>
                  </a:cubicBezTo>
                  <a:cubicBezTo>
                    <a:pt x="1309370" y="5590540"/>
                    <a:pt x="1343660" y="5317490"/>
                    <a:pt x="1363980" y="5082540"/>
                  </a:cubicBezTo>
                  <a:cubicBezTo>
                    <a:pt x="1390650" y="4785360"/>
                    <a:pt x="1568450" y="4366260"/>
                    <a:pt x="1623060" y="4085590"/>
                  </a:cubicBezTo>
                  <a:cubicBezTo>
                    <a:pt x="1662430" y="3883660"/>
                    <a:pt x="1661160" y="3745230"/>
                    <a:pt x="1691640" y="3559810"/>
                  </a:cubicBezTo>
                  <a:cubicBezTo>
                    <a:pt x="1727200" y="3347720"/>
                    <a:pt x="1781810" y="2989580"/>
                    <a:pt x="1828800" y="2880360"/>
                  </a:cubicBezTo>
                  <a:cubicBezTo>
                    <a:pt x="1845310" y="2842260"/>
                    <a:pt x="1859280" y="2830830"/>
                    <a:pt x="1878330" y="2809240"/>
                  </a:cubicBezTo>
                  <a:cubicBezTo>
                    <a:pt x="1897380" y="2787650"/>
                    <a:pt x="1920240" y="2767330"/>
                    <a:pt x="1944370" y="2750820"/>
                  </a:cubicBezTo>
                  <a:cubicBezTo>
                    <a:pt x="1968500" y="2734310"/>
                    <a:pt x="1995170" y="2720340"/>
                    <a:pt x="2021840" y="2710180"/>
                  </a:cubicBezTo>
                  <a:cubicBezTo>
                    <a:pt x="2048510" y="2700020"/>
                    <a:pt x="2077720" y="2693670"/>
                    <a:pt x="2105660" y="2689860"/>
                  </a:cubicBezTo>
                  <a:cubicBezTo>
                    <a:pt x="2134870" y="2686050"/>
                    <a:pt x="2164080" y="2686050"/>
                    <a:pt x="2193290" y="2689860"/>
                  </a:cubicBezTo>
                  <a:cubicBezTo>
                    <a:pt x="2222500" y="2693670"/>
                    <a:pt x="2247900" y="2696210"/>
                    <a:pt x="2278380" y="2710180"/>
                  </a:cubicBezTo>
                  <a:cubicBezTo>
                    <a:pt x="2321560" y="2729230"/>
                    <a:pt x="2388870" y="2776220"/>
                    <a:pt x="2421890" y="2809240"/>
                  </a:cubicBezTo>
                  <a:cubicBezTo>
                    <a:pt x="2446020" y="2833370"/>
                    <a:pt x="2458720" y="2856230"/>
                    <a:pt x="2471420" y="2881630"/>
                  </a:cubicBezTo>
                  <a:cubicBezTo>
                    <a:pt x="2485390" y="2907030"/>
                    <a:pt x="2495550" y="2936240"/>
                    <a:pt x="2501900" y="2964180"/>
                  </a:cubicBezTo>
                  <a:cubicBezTo>
                    <a:pt x="2508250" y="2992120"/>
                    <a:pt x="2512060" y="3021330"/>
                    <a:pt x="2512060" y="3050540"/>
                  </a:cubicBezTo>
                  <a:cubicBezTo>
                    <a:pt x="2512060" y="3079750"/>
                    <a:pt x="2512060" y="3098800"/>
                    <a:pt x="2501900" y="3136900"/>
                  </a:cubicBezTo>
                  <a:cubicBezTo>
                    <a:pt x="2479040" y="3220720"/>
                    <a:pt x="2381250" y="3385820"/>
                    <a:pt x="2336800" y="3528060"/>
                  </a:cubicBezTo>
                  <a:cubicBezTo>
                    <a:pt x="2286000" y="3686810"/>
                    <a:pt x="2268220" y="3879850"/>
                    <a:pt x="2223770" y="4048760"/>
                  </a:cubicBezTo>
                  <a:cubicBezTo>
                    <a:pt x="2180590" y="4213860"/>
                    <a:pt x="2134870" y="4371340"/>
                    <a:pt x="2073910" y="4532630"/>
                  </a:cubicBezTo>
                  <a:cubicBezTo>
                    <a:pt x="2010410" y="4700270"/>
                    <a:pt x="1940560" y="4889500"/>
                    <a:pt x="1847850" y="5036820"/>
                  </a:cubicBezTo>
                  <a:cubicBezTo>
                    <a:pt x="1764030" y="5171440"/>
                    <a:pt x="1677670" y="5360670"/>
                    <a:pt x="1551940" y="5388610"/>
                  </a:cubicBezTo>
                  <a:cubicBezTo>
                    <a:pt x="1410970" y="5420360"/>
                    <a:pt x="1131570" y="5270500"/>
                    <a:pt x="1027430" y="5146040"/>
                  </a:cubicBezTo>
                  <a:cubicBezTo>
                    <a:pt x="937260" y="5036820"/>
                    <a:pt x="927100" y="4805680"/>
                    <a:pt x="919480" y="4716780"/>
                  </a:cubicBezTo>
                  <a:cubicBezTo>
                    <a:pt x="916940" y="4677410"/>
                    <a:pt x="920750" y="4658360"/>
                    <a:pt x="927100" y="4630420"/>
                  </a:cubicBezTo>
                  <a:cubicBezTo>
                    <a:pt x="933450" y="4602480"/>
                    <a:pt x="943610" y="4574540"/>
                    <a:pt x="956310" y="4547870"/>
                  </a:cubicBezTo>
                  <a:cubicBezTo>
                    <a:pt x="969010" y="4522470"/>
                    <a:pt x="984250" y="4497070"/>
                    <a:pt x="1003300" y="4474210"/>
                  </a:cubicBezTo>
                  <a:cubicBezTo>
                    <a:pt x="1021080" y="4452620"/>
                    <a:pt x="1043940" y="4431030"/>
                    <a:pt x="1066800" y="4414520"/>
                  </a:cubicBezTo>
                  <a:cubicBezTo>
                    <a:pt x="1090930" y="4396740"/>
                    <a:pt x="1117600" y="4382770"/>
                    <a:pt x="1144270" y="4371340"/>
                  </a:cubicBezTo>
                  <a:cubicBezTo>
                    <a:pt x="1170940" y="4359910"/>
                    <a:pt x="1200150" y="4352290"/>
                    <a:pt x="1228090" y="4347210"/>
                  </a:cubicBezTo>
                  <a:cubicBezTo>
                    <a:pt x="1257300" y="4342130"/>
                    <a:pt x="1286510" y="4342130"/>
                    <a:pt x="1315720" y="4344670"/>
                  </a:cubicBezTo>
                  <a:cubicBezTo>
                    <a:pt x="1344930" y="4347210"/>
                    <a:pt x="1374140" y="4354830"/>
                    <a:pt x="1400810" y="4363720"/>
                  </a:cubicBezTo>
                  <a:cubicBezTo>
                    <a:pt x="1428750" y="4373880"/>
                    <a:pt x="1455420" y="4386580"/>
                    <a:pt x="1479550" y="4401820"/>
                  </a:cubicBezTo>
                  <a:cubicBezTo>
                    <a:pt x="1503680" y="4417060"/>
                    <a:pt x="1526540" y="4436110"/>
                    <a:pt x="1546860" y="4457700"/>
                  </a:cubicBezTo>
                  <a:cubicBezTo>
                    <a:pt x="1567180" y="4479290"/>
                    <a:pt x="1584960" y="4503420"/>
                    <a:pt x="1598930" y="4528820"/>
                  </a:cubicBezTo>
                  <a:cubicBezTo>
                    <a:pt x="1612900" y="4554220"/>
                    <a:pt x="1624330" y="4582160"/>
                    <a:pt x="1631950" y="4610100"/>
                  </a:cubicBezTo>
                  <a:cubicBezTo>
                    <a:pt x="1639570" y="4638040"/>
                    <a:pt x="1644650" y="4663440"/>
                    <a:pt x="1645920" y="4696460"/>
                  </a:cubicBezTo>
                  <a:cubicBezTo>
                    <a:pt x="1647190" y="4738370"/>
                    <a:pt x="1633220" y="4779010"/>
                    <a:pt x="1633220" y="4842510"/>
                  </a:cubicBezTo>
                  <a:cubicBezTo>
                    <a:pt x="1631950" y="4964430"/>
                    <a:pt x="1678940" y="5207000"/>
                    <a:pt x="1671320" y="5375910"/>
                  </a:cubicBezTo>
                  <a:cubicBezTo>
                    <a:pt x="1664970" y="5530850"/>
                    <a:pt x="1686560" y="5763260"/>
                    <a:pt x="1600200" y="5816600"/>
                  </a:cubicBezTo>
                  <a:cubicBezTo>
                    <a:pt x="1508760" y="5873750"/>
                    <a:pt x="1219200" y="5779770"/>
                    <a:pt x="1113790" y="5670550"/>
                  </a:cubicBezTo>
                  <a:cubicBezTo>
                    <a:pt x="1002030" y="5554980"/>
                    <a:pt x="1000760" y="5356860"/>
                    <a:pt x="970280" y="5119370"/>
                  </a:cubicBezTo>
                  <a:cubicBezTo>
                    <a:pt x="918210" y="4705350"/>
                    <a:pt x="961390" y="3853180"/>
                    <a:pt x="976630" y="3387090"/>
                  </a:cubicBezTo>
                  <a:cubicBezTo>
                    <a:pt x="986790" y="3070860"/>
                    <a:pt x="1012190" y="2894330"/>
                    <a:pt x="1024890" y="2593340"/>
                  </a:cubicBezTo>
                  <a:cubicBezTo>
                    <a:pt x="1041400" y="2198370"/>
                    <a:pt x="1033780" y="1405890"/>
                    <a:pt x="1052830" y="1224280"/>
                  </a:cubicBezTo>
                  <a:cubicBezTo>
                    <a:pt x="1057910" y="1178560"/>
                    <a:pt x="1060450" y="1165860"/>
                    <a:pt x="1069340" y="1139190"/>
                  </a:cubicBezTo>
                  <a:cubicBezTo>
                    <a:pt x="1078230" y="1111250"/>
                    <a:pt x="1090930" y="1084580"/>
                    <a:pt x="1106170" y="1060450"/>
                  </a:cubicBezTo>
                  <a:cubicBezTo>
                    <a:pt x="1121410" y="1036320"/>
                    <a:pt x="1140460" y="1013460"/>
                    <a:pt x="1160780" y="993140"/>
                  </a:cubicBezTo>
                  <a:cubicBezTo>
                    <a:pt x="1181100" y="972820"/>
                    <a:pt x="1205230" y="955040"/>
                    <a:pt x="1229360" y="941070"/>
                  </a:cubicBezTo>
                  <a:cubicBezTo>
                    <a:pt x="1253490" y="927100"/>
                    <a:pt x="1281430" y="914400"/>
                    <a:pt x="1308100" y="906780"/>
                  </a:cubicBezTo>
                  <a:cubicBezTo>
                    <a:pt x="1336040" y="899160"/>
                    <a:pt x="1365250" y="894080"/>
                    <a:pt x="1393190" y="892810"/>
                  </a:cubicBezTo>
                  <a:cubicBezTo>
                    <a:pt x="1422400" y="891540"/>
                    <a:pt x="1451610" y="894080"/>
                    <a:pt x="1479550" y="899160"/>
                  </a:cubicBezTo>
                  <a:cubicBezTo>
                    <a:pt x="1507490" y="904240"/>
                    <a:pt x="1536700" y="913130"/>
                    <a:pt x="1562100" y="925830"/>
                  </a:cubicBezTo>
                  <a:cubicBezTo>
                    <a:pt x="1587500" y="937260"/>
                    <a:pt x="1612900" y="953770"/>
                    <a:pt x="1634490" y="971550"/>
                  </a:cubicBezTo>
                  <a:cubicBezTo>
                    <a:pt x="1656080" y="989330"/>
                    <a:pt x="1676400" y="1010920"/>
                    <a:pt x="1694180" y="1033780"/>
                  </a:cubicBezTo>
                  <a:cubicBezTo>
                    <a:pt x="1711960" y="1056640"/>
                    <a:pt x="1727200" y="1082040"/>
                    <a:pt x="1738630" y="1108710"/>
                  </a:cubicBezTo>
                  <a:cubicBezTo>
                    <a:pt x="1750060" y="1135380"/>
                    <a:pt x="1757680" y="1163320"/>
                    <a:pt x="1762760" y="1191260"/>
                  </a:cubicBezTo>
                  <a:cubicBezTo>
                    <a:pt x="1767840" y="1219200"/>
                    <a:pt x="1766570" y="1249680"/>
                    <a:pt x="1766570" y="1277620"/>
                  </a:cubicBezTo>
                  <a:cubicBezTo>
                    <a:pt x="1766570" y="1304290"/>
                    <a:pt x="1766570" y="1320800"/>
                    <a:pt x="1760220" y="1357630"/>
                  </a:cubicBezTo>
                  <a:cubicBezTo>
                    <a:pt x="1743710" y="1447800"/>
                    <a:pt x="1676400" y="1661160"/>
                    <a:pt x="1630680" y="1808480"/>
                  </a:cubicBezTo>
                  <a:cubicBezTo>
                    <a:pt x="1586230" y="1953260"/>
                    <a:pt x="1512570" y="2084070"/>
                    <a:pt x="1488440" y="2233930"/>
                  </a:cubicBezTo>
                  <a:cubicBezTo>
                    <a:pt x="1463040" y="2391410"/>
                    <a:pt x="1490980" y="2565400"/>
                    <a:pt x="1487170" y="2729230"/>
                  </a:cubicBezTo>
                  <a:cubicBezTo>
                    <a:pt x="1483360" y="2891790"/>
                    <a:pt x="1480820" y="3055620"/>
                    <a:pt x="1464310" y="3213100"/>
                  </a:cubicBezTo>
                  <a:cubicBezTo>
                    <a:pt x="1449070" y="3364230"/>
                    <a:pt x="1422400" y="3501390"/>
                    <a:pt x="1393190" y="3653790"/>
                  </a:cubicBezTo>
                  <a:cubicBezTo>
                    <a:pt x="1361440" y="3821430"/>
                    <a:pt x="1300480" y="4000500"/>
                    <a:pt x="1277620" y="4178300"/>
                  </a:cubicBezTo>
                  <a:cubicBezTo>
                    <a:pt x="1254760" y="4357370"/>
                    <a:pt x="1268730" y="4537710"/>
                    <a:pt x="1258570" y="4724400"/>
                  </a:cubicBezTo>
                  <a:cubicBezTo>
                    <a:pt x="1247140" y="4922520"/>
                    <a:pt x="1258570" y="5114290"/>
                    <a:pt x="1212850" y="5334000"/>
                  </a:cubicBezTo>
                  <a:cubicBezTo>
                    <a:pt x="1155700" y="5609590"/>
                    <a:pt x="1088390" y="6108700"/>
                    <a:pt x="900430" y="6242050"/>
                  </a:cubicBezTo>
                  <a:cubicBezTo>
                    <a:pt x="751840" y="6348730"/>
                    <a:pt x="408940" y="6332220"/>
                    <a:pt x="294640" y="6240780"/>
                  </a:cubicBezTo>
                  <a:cubicBezTo>
                    <a:pt x="196850" y="6163310"/>
                    <a:pt x="203200" y="5955030"/>
                    <a:pt x="193040" y="5808980"/>
                  </a:cubicBezTo>
                  <a:cubicBezTo>
                    <a:pt x="182880" y="5661660"/>
                    <a:pt x="214630" y="5510530"/>
                    <a:pt x="233680" y="5360670"/>
                  </a:cubicBezTo>
                  <a:cubicBezTo>
                    <a:pt x="252730" y="5208270"/>
                    <a:pt x="288290" y="5063490"/>
                    <a:pt x="308610" y="4903470"/>
                  </a:cubicBezTo>
                  <a:cubicBezTo>
                    <a:pt x="331470" y="4726940"/>
                    <a:pt x="340360" y="4516120"/>
                    <a:pt x="363220" y="4343400"/>
                  </a:cubicBezTo>
                  <a:cubicBezTo>
                    <a:pt x="382270" y="4193540"/>
                    <a:pt x="408940" y="4103370"/>
                    <a:pt x="430530" y="3925570"/>
                  </a:cubicBezTo>
                  <a:cubicBezTo>
                    <a:pt x="468630" y="3616960"/>
                    <a:pt x="509270" y="3063240"/>
                    <a:pt x="539750" y="2651760"/>
                  </a:cubicBezTo>
                  <a:cubicBezTo>
                    <a:pt x="568960" y="2265680"/>
                    <a:pt x="568960" y="1818640"/>
                    <a:pt x="613410" y="1526540"/>
                  </a:cubicBezTo>
                  <a:cubicBezTo>
                    <a:pt x="642620" y="1336040"/>
                    <a:pt x="660400" y="1205230"/>
                    <a:pt x="723900" y="1061720"/>
                  </a:cubicBezTo>
                  <a:cubicBezTo>
                    <a:pt x="788670" y="915670"/>
                    <a:pt x="886460" y="669290"/>
                    <a:pt x="1000760" y="657860"/>
                  </a:cubicBezTo>
                  <a:cubicBezTo>
                    <a:pt x="1137920" y="643890"/>
                    <a:pt x="1463040" y="974090"/>
                    <a:pt x="1510030" y="1143000"/>
                  </a:cubicBezTo>
                  <a:cubicBezTo>
                    <a:pt x="1546860" y="1273810"/>
                    <a:pt x="1449070" y="1413510"/>
                    <a:pt x="1398270" y="1549400"/>
                  </a:cubicBezTo>
                  <a:cubicBezTo>
                    <a:pt x="1343660" y="1695450"/>
                    <a:pt x="1270000" y="1840230"/>
                    <a:pt x="1189990" y="1988820"/>
                  </a:cubicBezTo>
                  <a:cubicBezTo>
                    <a:pt x="1102360" y="2151380"/>
                    <a:pt x="957580" y="2401570"/>
                    <a:pt x="891540" y="2484120"/>
                  </a:cubicBezTo>
                  <a:cubicBezTo>
                    <a:pt x="866140" y="2515870"/>
                    <a:pt x="852170" y="2526030"/>
                    <a:pt x="829310" y="2543810"/>
                  </a:cubicBezTo>
                  <a:cubicBezTo>
                    <a:pt x="806450" y="2560320"/>
                    <a:pt x="781050" y="2575560"/>
                    <a:pt x="755650" y="2586990"/>
                  </a:cubicBezTo>
                  <a:cubicBezTo>
                    <a:pt x="728980" y="2598420"/>
                    <a:pt x="701040" y="2606040"/>
                    <a:pt x="673100" y="2611120"/>
                  </a:cubicBezTo>
                  <a:cubicBezTo>
                    <a:pt x="645160" y="2616200"/>
                    <a:pt x="615950" y="2617470"/>
                    <a:pt x="588010" y="2614930"/>
                  </a:cubicBezTo>
                  <a:cubicBezTo>
                    <a:pt x="560070" y="2612390"/>
                    <a:pt x="530860" y="2607310"/>
                    <a:pt x="504190" y="2598420"/>
                  </a:cubicBezTo>
                  <a:cubicBezTo>
                    <a:pt x="477520" y="2589530"/>
                    <a:pt x="450850" y="2578100"/>
                    <a:pt x="426720" y="2562860"/>
                  </a:cubicBezTo>
                  <a:cubicBezTo>
                    <a:pt x="402590" y="2547620"/>
                    <a:pt x="379730" y="2528570"/>
                    <a:pt x="359410" y="2508250"/>
                  </a:cubicBezTo>
                  <a:cubicBezTo>
                    <a:pt x="339090" y="2487930"/>
                    <a:pt x="321310" y="2465070"/>
                    <a:pt x="307340" y="2440940"/>
                  </a:cubicBezTo>
                  <a:cubicBezTo>
                    <a:pt x="293370" y="2416810"/>
                    <a:pt x="281940" y="2388870"/>
                    <a:pt x="274320" y="2362200"/>
                  </a:cubicBezTo>
                  <a:cubicBezTo>
                    <a:pt x="266700" y="2334260"/>
                    <a:pt x="260350" y="2305050"/>
                    <a:pt x="259080" y="2277110"/>
                  </a:cubicBezTo>
                  <a:cubicBezTo>
                    <a:pt x="257810" y="2249170"/>
                    <a:pt x="259080" y="2225040"/>
                    <a:pt x="266700" y="2192020"/>
                  </a:cubicBezTo>
                  <a:cubicBezTo>
                    <a:pt x="279400" y="2138680"/>
                    <a:pt x="306070" y="2066290"/>
                    <a:pt x="346710" y="1992630"/>
                  </a:cubicBezTo>
                  <a:cubicBezTo>
                    <a:pt x="406400" y="1883410"/>
                    <a:pt x="508000" y="1744980"/>
                    <a:pt x="618490" y="1614170"/>
                  </a:cubicBezTo>
                  <a:cubicBezTo>
                    <a:pt x="756920" y="1451610"/>
                    <a:pt x="935990" y="1259840"/>
                    <a:pt x="1126490" y="1106170"/>
                  </a:cubicBezTo>
                  <a:cubicBezTo>
                    <a:pt x="1329690" y="942340"/>
                    <a:pt x="1689100" y="718820"/>
                    <a:pt x="1807210" y="668020"/>
                  </a:cubicBezTo>
                  <a:cubicBezTo>
                    <a:pt x="1844040" y="651510"/>
                    <a:pt x="1859280" y="651510"/>
                    <a:pt x="1885950" y="647700"/>
                  </a:cubicBezTo>
                  <a:cubicBezTo>
                    <a:pt x="1912620" y="643890"/>
                    <a:pt x="1941830" y="643890"/>
                    <a:pt x="1968500" y="646430"/>
                  </a:cubicBezTo>
                  <a:cubicBezTo>
                    <a:pt x="1995170" y="648970"/>
                    <a:pt x="2019300" y="652780"/>
                    <a:pt x="2047240" y="665480"/>
                  </a:cubicBezTo>
                  <a:cubicBezTo>
                    <a:pt x="2087880" y="683260"/>
                    <a:pt x="2150110" y="725170"/>
                    <a:pt x="2181860" y="756920"/>
                  </a:cubicBezTo>
                  <a:cubicBezTo>
                    <a:pt x="2204720" y="778510"/>
                    <a:pt x="2216150" y="800100"/>
                    <a:pt x="2228850" y="824230"/>
                  </a:cubicBezTo>
                  <a:cubicBezTo>
                    <a:pt x="2241550" y="848360"/>
                    <a:pt x="2251710" y="869950"/>
                    <a:pt x="2258060" y="900430"/>
                  </a:cubicBezTo>
                  <a:cubicBezTo>
                    <a:pt x="2265680" y="943610"/>
                    <a:pt x="2266950" y="1019810"/>
                    <a:pt x="2259330" y="1062990"/>
                  </a:cubicBezTo>
                  <a:cubicBezTo>
                    <a:pt x="2254250" y="1093470"/>
                    <a:pt x="2242820" y="1115060"/>
                    <a:pt x="2230120" y="1139190"/>
                  </a:cubicBezTo>
                  <a:cubicBezTo>
                    <a:pt x="2217420" y="1163320"/>
                    <a:pt x="2207260" y="1179830"/>
                    <a:pt x="2184400" y="1206500"/>
                  </a:cubicBezTo>
                  <a:cubicBezTo>
                    <a:pt x="2141220" y="1257300"/>
                    <a:pt x="2065020" y="1339850"/>
                    <a:pt x="1976120" y="1405890"/>
                  </a:cubicBezTo>
                  <a:cubicBezTo>
                    <a:pt x="1852930" y="1497330"/>
                    <a:pt x="1595120" y="1651000"/>
                    <a:pt x="1496060" y="1677670"/>
                  </a:cubicBezTo>
                  <a:cubicBezTo>
                    <a:pt x="1456690" y="1687830"/>
                    <a:pt x="1436370" y="1682750"/>
                    <a:pt x="1407160" y="1678940"/>
                  </a:cubicBezTo>
                  <a:cubicBezTo>
                    <a:pt x="1377950" y="1675130"/>
                    <a:pt x="1348740" y="1668780"/>
                    <a:pt x="1322070" y="1658620"/>
                  </a:cubicBezTo>
                  <a:cubicBezTo>
                    <a:pt x="1294130" y="1648460"/>
                    <a:pt x="1267460" y="1634490"/>
                    <a:pt x="1243330" y="1617980"/>
                  </a:cubicBezTo>
                  <a:cubicBezTo>
                    <a:pt x="1219200" y="1601470"/>
                    <a:pt x="1196340" y="1581150"/>
                    <a:pt x="1177290" y="1559560"/>
                  </a:cubicBezTo>
                  <a:cubicBezTo>
                    <a:pt x="1158240" y="1537970"/>
                    <a:pt x="1140460" y="1512570"/>
                    <a:pt x="1126490" y="1487170"/>
                  </a:cubicBezTo>
                  <a:cubicBezTo>
                    <a:pt x="1112520" y="1461770"/>
                    <a:pt x="1102360" y="1432560"/>
                    <a:pt x="1094740" y="1404620"/>
                  </a:cubicBezTo>
                  <a:cubicBezTo>
                    <a:pt x="1087120" y="1376680"/>
                    <a:pt x="1083310" y="1346200"/>
                    <a:pt x="1083310" y="1316990"/>
                  </a:cubicBezTo>
                  <a:cubicBezTo>
                    <a:pt x="1083310" y="1287780"/>
                    <a:pt x="1087120" y="1257300"/>
                    <a:pt x="1093470" y="1229360"/>
                  </a:cubicBezTo>
                  <a:cubicBezTo>
                    <a:pt x="1099820" y="1201420"/>
                    <a:pt x="1109980" y="1172210"/>
                    <a:pt x="1123950" y="1146810"/>
                  </a:cubicBezTo>
                  <a:cubicBezTo>
                    <a:pt x="1136650" y="1121410"/>
                    <a:pt x="1154430" y="1096010"/>
                    <a:pt x="1173480" y="1074420"/>
                  </a:cubicBezTo>
                  <a:cubicBezTo>
                    <a:pt x="1192530" y="1052830"/>
                    <a:pt x="1215390" y="1031240"/>
                    <a:pt x="1239520" y="1014730"/>
                  </a:cubicBezTo>
                  <a:cubicBezTo>
                    <a:pt x="1263650" y="998220"/>
                    <a:pt x="1271270" y="989330"/>
                    <a:pt x="1316990" y="974090"/>
                  </a:cubicBezTo>
                  <a:cubicBezTo>
                    <a:pt x="1546860" y="897890"/>
                    <a:pt x="3270250" y="628650"/>
                    <a:pt x="3507740" y="626110"/>
                  </a:cubicBezTo>
                  <a:cubicBezTo>
                    <a:pt x="3553460" y="626110"/>
                    <a:pt x="3563620" y="629920"/>
                    <a:pt x="3590290" y="637540"/>
                  </a:cubicBezTo>
                  <a:cubicBezTo>
                    <a:pt x="3616960" y="643890"/>
                    <a:pt x="3639820" y="651510"/>
                    <a:pt x="3666490" y="668020"/>
                  </a:cubicBezTo>
                  <a:cubicBezTo>
                    <a:pt x="3703320" y="692150"/>
                    <a:pt x="3756660" y="734060"/>
                    <a:pt x="3785870" y="778510"/>
                  </a:cubicBezTo>
                  <a:cubicBezTo>
                    <a:pt x="3815080" y="822960"/>
                    <a:pt x="3834130" y="887730"/>
                    <a:pt x="3841750" y="932180"/>
                  </a:cubicBezTo>
                  <a:cubicBezTo>
                    <a:pt x="3846830" y="963930"/>
                    <a:pt x="3844290" y="988060"/>
                    <a:pt x="3840480" y="1014730"/>
                  </a:cubicBezTo>
                  <a:cubicBezTo>
                    <a:pt x="3836670" y="1041400"/>
                    <a:pt x="3829050" y="1069340"/>
                    <a:pt x="3818890" y="1094740"/>
                  </a:cubicBezTo>
                  <a:cubicBezTo>
                    <a:pt x="3808730" y="1120140"/>
                    <a:pt x="3794760" y="1144270"/>
                    <a:pt x="3779520" y="1165860"/>
                  </a:cubicBezTo>
                  <a:cubicBezTo>
                    <a:pt x="3763010" y="1187450"/>
                    <a:pt x="3743960" y="1209040"/>
                    <a:pt x="3723640" y="1226820"/>
                  </a:cubicBezTo>
                  <a:cubicBezTo>
                    <a:pt x="3703320" y="1244600"/>
                    <a:pt x="3679190" y="1259840"/>
                    <a:pt x="3655060" y="1272540"/>
                  </a:cubicBezTo>
                  <a:cubicBezTo>
                    <a:pt x="3630930" y="1285240"/>
                    <a:pt x="3619500" y="1287780"/>
                    <a:pt x="3577590" y="1300480"/>
                  </a:cubicBezTo>
                  <a:cubicBezTo>
                    <a:pt x="3411220" y="1351280"/>
                    <a:pt x="2669540" y="1536700"/>
                    <a:pt x="2320290" y="1611630"/>
                  </a:cubicBezTo>
                  <a:cubicBezTo>
                    <a:pt x="2072640" y="1664970"/>
                    <a:pt x="1797050" y="1725930"/>
                    <a:pt x="1681480" y="1728470"/>
                  </a:cubicBezTo>
                  <a:cubicBezTo>
                    <a:pt x="1638300" y="1729740"/>
                    <a:pt x="1621790" y="1724660"/>
                    <a:pt x="1592580" y="1717040"/>
                  </a:cubicBezTo>
                  <a:cubicBezTo>
                    <a:pt x="1563370" y="1709420"/>
                    <a:pt x="1534160" y="1699260"/>
                    <a:pt x="1507490" y="1685290"/>
                  </a:cubicBezTo>
                  <a:cubicBezTo>
                    <a:pt x="1480820" y="1671320"/>
                    <a:pt x="1456690" y="1653540"/>
                    <a:pt x="1433830" y="1633220"/>
                  </a:cubicBezTo>
                  <a:cubicBezTo>
                    <a:pt x="1412240" y="1612900"/>
                    <a:pt x="1390650" y="1590040"/>
                    <a:pt x="1374140" y="1565910"/>
                  </a:cubicBezTo>
                  <a:cubicBezTo>
                    <a:pt x="1357630" y="1541780"/>
                    <a:pt x="1342390" y="1513840"/>
                    <a:pt x="1332230" y="1485900"/>
                  </a:cubicBezTo>
                  <a:cubicBezTo>
                    <a:pt x="1322070" y="1457960"/>
                    <a:pt x="1314450" y="1427480"/>
                    <a:pt x="1310640" y="1398270"/>
                  </a:cubicBezTo>
                  <a:cubicBezTo>
                    <a:pt x="1306830" y="1369060"/>
                    <a:pt x="1306830" y="1337310"/>
                    <a:pt x="1310640" y="1308100"/>
                  </a:cubicBezTo>
                  <a:cubicBezTo>
                    <a:pt x="1314450" y="1278890"/>
                    <a:pt x="1322070" y="1248410"/>
                    <a:pt x="1332230" y="1220470"/>
                  </a:cubicBezTo>
                  <a:cubicBezTo>
                    <a:pt x="1342390" y="1192530"/>
                    <a:pt x="1357630" y="1164590"/>
                    <a:pt x="1374140" y="1140460"/>
                  </a:cubicBezTo>
                  <a:cubicBezTo>
                    <a:pt x="1390650" y="1116330"/>
                    <a:pt x="1410970" y="1092200"/>
                    <a:pt x="1433830" y="1073150"/>
                  </a:cubicBezTo>
                  <a:cubicBezTo>
                    <a:pt x="1456690" y="1052830"/>
                    <a:pt x="1482090" y="1036320"/>
                    <a:pt x="1508760" y="1022350"/>
                  </a:cubicBezTo>
                  <a:cubicBezTo>
                    <a:pt x="1535430" y="1008380"/>
                    <a:pt x="1549400" y="1002030"/>
                    <a:pt x="1592580" y="989330"/>
                  </a:cubicBezTo>
                  <a:cubicBezTo>
                    <a:pt x="1720850" y="951230"/>
                    <a:pt x="2089150" y="873760"/>
                    <a:pt x="2382520" y="822960"/>
                  </a:cubicBezTo>
                  <a:cubicBezTo>
                    <a:pt x="2747010" y="760730"/>
                    <a:pt x="3239770" y="706120"/>
                    <a:pt x="3613150" y="660400"/>
                  </a:cubicBezTo>
                  <a:cubicBezTo>
                    <a:pt x="3924300" y="622300"/>
                    <a:pt x="4218940" y="586740"/>
                    <a:pt x="4467860" y="563880"/>
                  </a:cubicBezTo>
                  <a:cubicBezTo>
                    <a:pt x="4659630" y="546100"/>
                    <a:pt x="4878070" y="528320"/>
                    <a:pt x="4977130" y="528320"/>
                  </a:cubicBezTo>
                  <a:cubicBezTo>
                    <a:pt x="5017770" y="528320"/>
                    <a:pt x="5034280" y="528320"/>
                    <a:pt x="5062220" y="533400"/>
                  </a:cubicBezTo>
                  <a:cubicBezTo>
                    <a:pt x="5090160" y="538480"/>
                    <a:pt x="5116830" y="546100"/>
                    <a:pt x="5142230" y="557530"/>
                  </a:cubicBezTo>
                  <a:cubicBezTo>
                    <a:pt x="5167630" y="568960"/>
                    <a:pt x="5191760" y="579120"/>
                    <a:pt x="5215890" y="600710"/>
                  </a:cubicBezTo>
                  <a:cubicBezTo>
                    <a:pt x="5250180" y="631190"/>
                    <a:pt x="5299710" y="692150"/>
                    <a:pt x="5321300" y="732790"/>
                  </a:cubicBezTo>
                  <a:cubicBezTo>
                    <a:pt x="5336540" y="760730"/>
                    <a:pt x="5341620" y="784860"/>
                    <a:pt x="5346700" y="812800"/>
                  </a:cubicBezTo>
                  <a:cubicBezTo>
                    <a:pt x="5351780" y="840740"/>
                    <a:pt x="5354320" y="869950"/>
                    <a:pt x="5353050" y="897890"/>
                  </a:cubicBezTo>
                  <a:cubicBezTo>
                    <a:pt x="5351780" y="925830"/>
                    <a:pt x="5345430" y="953770"/>
                    <a:pt x="5337810" y="980440"/>
                  </a:cubicBezTo>
                  <a:cubicBezTo>
                    <a:pt x="5328920" y="1007110"/>
                    <a:pt x="5317490" y="1033780"/>
                    <a:pt x="5303520" y="1057910"/>
                  </a:cubicBezTo>
                  <a:cubicBezTo>
                    <a:pt x="5289550" y="1082040"/>
                    <a:pt x="5271770" y="1104900"/>
                    <a:pt x="5252720" y="1125220"/>
                  </a:cubicBezTo>
                  <a:cubicBezTo>
                    <a:pt x="5233670" y="1145540"/>
                    <a:pt x="5210810" y="1163320"/>
                    <a:pt x="5186680" y="1178560"/>
                  </a:cubicBezTo>
                  <a:cubicBezTo>
                    <a:pt x="5162550" y="1193800"/>
                    <a:pt x="5154930" y="1201420"/>
                    <a:pt x="5109210" y="1214120"/>
                  </a:cubicBezTo>
                  <a:cubicBezTo>
                    <a:pt x="4883150" y="1276350"/>
                    <a:pt x="3208020" y="1416050"/>
                    <a:pt x="2969260" y="1433830"/>
                  </a:cubicBezTo>
                  <a:cubicBezTo>
                    <a:pt x="2921000" y="1437640"/>
                    <a:pt x="2910840" y="1440180"/>
                    <a:pt x="2882900" y="1437640"/>
                  </a:cubicBezTo>
                  <a:cubicBezTo>
                    <a:pt x="2853690" y="1435100"/>
                    <a:pt x="2824480" y="1430020"/>
                    <a:pt x="2797810" y="1421130"/>
                  </a:cubicBezTo>
                  <a:cubicBezTo>
                    <a:pt x="2771140" y="1412240"/>
                    <a:pt x="2744470" y="1400810"/>
                    <a:pt x="2720340" y="1385570"/>
                  </a:cubicBezTo>
                  <a:cubicBezTo>
                    <a:pt x="2696210" y="1370330"/>
                    <a:pt x="2672080" y="1352550"/>
                    <a:pt x="2651760" y="1332230"/>
                  </a:cubicBezTo>
                  <a:cubicBezTo>
                    <a:pt x="2631440" y="1311910"/>
                    <a:pt x="2613660" y="1287780"/>
                    <a:pt x="2599690" y="1263650"/>
                  </a:cubicBezTo>
                  <a:cubicBezTo>
                    <a:pt x="2585720" y="1239520"/>
                    <a:pt x="2573020" y="1211580"/>
                    <a:pt x="2565400" y="1184910"/>
                  </a:cubicBezTo>
                  <a:cubicBezTo>
                    <a:pt x="2556510" y="1156970"/>
                    <a:pt x="2551430" y="1127760"/>
                    <a:pt x="2550160" y="1099820"/>
                  </a:cubicBezTo>
                  <a:cubicBezTo>
                    <a:pt x="2548890" y="1070610"/>
                    <a:pt x="2550160" y="1041400"/>
                    <a:pt x="2555240" y="1013460"/>
                  </a:cubicBezTo>
                  <a:cubicBezTo>
                    <a:pt x="2560320" y="985520"/>
                    <a:pt x="2569210" y="957580"/>
                    <a:pt x="2581910" y="930910"/>
                  </a:cubicBezTo>
                  <a:cubicBezTo>
                    <a:pt x="2593340" y="905510"/>
                    <a:pt x="2609850" y="880110"/>
                    <a:pt x="2627630" y="857250"/>
                  </a:cubicBezTo>
                  <a:cubicBezTo>
                    <a:pt x="2645410" y="834390"/>
                    <a:pt x="2665730" y="814070"/>
                    <a:pt x="2688590" y="796290"/>
                  </a:cubicBezTo>
                  <a:cubicBezTo>
                    <a:pt x="2711450" y="778510"/>
                    <a:pt x="2736850" y="764540"/>
                    <a:pt x="2763520" y="753110"/>
                  </a:cubicBezTo>
                  <a:cubicBezTo>
                    <a:pt x="2790190" y="741680"/>
                    <a:pt x="2811780" y="735330"/>
                    <a:pt x="2846070" y="727710"/>
                  </a:cubicBezTo>
                  <a:cubicBezTo>
                    <a:pt x="2900680" y="715010"/>
                    <a:pt x="2962910" y="706120"/>
                    <a:pt x="3063240" y="692150"/>
                  </a:cubicBezTo>
                  <a:cubicBezTo>
                    <a:pt x="3281680" y="662940"/>
                    <a:pt x="3751580" y="629920"/>
                    <a:pt x="4112260" y="581660"/>
                  </a:cubicBezTo>
                  <a:cubicBezTo>
                    <a:pt x="4498340" y="530860"/>
                    <a:pt x="4963160" y="433070"/>
                    <a:pt x="5306060" y="391160"/>
                  </a:cubicBezTo>
                  <a:cubicBezTo>
                    <a:pt x="5563870" y="359410"/>
                    <a:pt x="5783580" y="345440"/>
                    <a:pt x="5988050" y="332740"/>
                  </a:cubicBezTo>
                  <a:cubicBezTo>
                    <a:pt x="6155690" y="322580"/>
                    <a:pt x="6355080" y="300990"/>
                    <a:pt x="6443980" y="316230"/>
                  </a:cubicBezTo>
                  <a:cubicBezTo>
                    <a:pt x="6482080" y="322580"/>
                    <a:pt x="6498590" y="334010"/>
                    <a:pt x="6522720" y="347980"/>
                  </a:cubicBezTo>
                  <a:cubicBezTo>
                    <a:pt x="6546850" y="361950"/>
                    <a:pt x="6570980" y="378460"/>
                    <a:pt x="6591300" y="397510"/>
                  </a:cubicBezTo>
                  <a:cubicBezTo>
                    <a:pt x="6611620" y="416560"/>
                    <a:pt x="6629400" y="433070"/>
                    <a:pt x="6645910" y="461010"/>
                  </a:cubicBezTo>
                  <a:cubicBezTo>
                    <a:pt x="6668770" y="500380"/>
                    <a:pt x="6694170" y="574040"/>
                    <a:pt x="6701790" y="619760"/>
                  </a:cubicBezTo>
                  <a:cubicBezTo>
                    <a:pt x="6706870" y="651510"/>
                    <a:pt x="6703060" y="675640"/>
                    <a:pt x="6699250" y="703580"/>
                  </a:cubicBezTo>
                  <a:cubicBezTo>
                    <a:pt x="6695440" y="731520"/>
                    <a:pt x="6687820" y="759460"/>
                    <a:pt x="6677660" y="784860"/>
                  </a:cubicBezTo>
                  <a:cubicBezTo>
                    <a:pt x="6667500" y="811530"/>
                    <a:pt x="6653530" y="836930"/>
                    <a:pt x="6637020" y="859790"/>
                  </a:cubicBezTo>
                  <a:cubicBezTo>
                    <a:pt x="6620510" y="882650"/>
                    <a:pt x="6601460" y="902970"/>
                    <a:pt x="6579870" y="920750"/>
                  </a:cubicBezTo>
                  <a:cubicBezTo>
                    <a:pt x="6558280" y="938530"/>
                    <a:pt x="6534150" y="955040"/>
                    <a:pt x="6508750" y="967740"/>
                  </a:cubicBezTo>
                  <a:cubicBezTo>
                    <a:pt x="6483350" y="980440"/>
                    <a:pt x="6456680" y="989330"/>
                    <a:pt x="6428740" y="995680"/>
                  </a:cubicBezTo>
                  <a:cubicBezTo>
                    <a:pt x="6402070" y="1002030"/>
                    <a:pt x="6383020" y="1005840"/>
                    <a:pt x="6344920" y="1004570"/>
                  </a:cubicBezTo>
                  <a:cubicBezTo>
                    <a:pt x="6264910" y="1003300"/>
                    <a:pt x="6103620" y="960120"/>
                    <a:pt x="5975350" y="947420"/>
                  </a:cubicBezTo>
                  <a:cubicBezTo>
                    <a:pt x="5838190" y="933450"/>
                    <a:pt x="5695950" y="932180"/>
                    <a:pt x="5547360" y="929640"/>
                  </a:cubicBezTo>
                  <a:cubicBezTo>
                    <a:pt x="5384800" y="927100"/>
                    <a:pt x="5251450" y="927100"/>
                    <a:pt x="5036820" y="937260"/>
                  </a:cubicBezTo>
                  <a:cubicBezTo>
                    <a:pt x="4669790" y="955040"/>
                    <a:pt x="3944620" y="1033780"/>
                    <a:pt x="3548380" y="1062990"/>
                  </a:cubicBezTo>
                  <a:cubicBezTo>
                    <a:pt x="3285490" y="1082040"/>
                    <a:pt x="3171190" y="1093470"/>
                    <a:pt x="2891790" y="1103630"/>
                  </a:cubicBezTo>
                  <a:cubicBezTo>
                    <a:pt x="2401570" y="1121410"/>
                    <a:pt x="1311910" y="1088390"/>
                    <a:pt x="862330" y="1126490"/>
                  </a:cubicBezTo>
                  <a:cubicBezTo>
                    <a:pt x="636270" y="1145540"/>
                    <a:pt x="454660" y="1209040"/>
                    <a:pt x="355600" y="1207770"/>
                  </a:cubicBezTo>
                  <a:cubicBezTo>
                    <a:pt x="313690" y="1207770"/>
                    <a:pt x="295910" y="1201420"/>
                    <a:pt x="267970" y="1192530"/>
                  </a:cubicBezTo>
                  <a:cubicBezTo>
                    <a:pt x="240030" y="1184910"/>
                    <a:pt x="212090" y="1173480"/>
                    <a:pt x="186690" y="1158240"/>
                  </a:cubicBezTo>
                  <a:cubicBezTo>
                    <a:pt x="161290" y="1143000"/>
                    <a:pt x="137160" y="1123950"/>
                    <a:pt x="115570" y="1103630"/>
                  </a:cubicBezTo>
                  <a:cubicBezTo>
                    <a:pt x="93980" y="1083310"/>
                    <a:pt x="73660" y="1060450"/>
                    <a:pt x="58420" y="1035050"/>
                  </a:cubicBezTo>
                  <a:cubicBezTo>
                    <a:pt x="41910" y="1009650"/>
                    <a:pt x="29210" y="981710"/>
                    <a:pt x="20320" y="953770"/>
                  </a:cubicBezTo>
                  <a:cubicBezTo>
                    <a:pt x="11430" y="925830"/>
                    <a:pt x="5080" y="895350"/>
                    <a:pt x="2540" y="866140"/>
                  </a:cubicBezTo>
                  <a:cubicBezTo>
                    <a:pt x="0" y="836930"/>
                    <a:pt x="1270" y="806450"/>
                    <a:pt x="6350" y="777240"/>
                  </a:cubicBezTo>
                  <a:cubicBezTo>
                    <a:pt x="11430" y="748030"/>
                    <a:pt x="20320" y="718820"/>
                    <a:pt x="31750" y="692150"/>
                  </a:cubicBezTo>
                  <a:cubicBezTo>
                    <a:pt x="43180" y="665480"/>
                    <a:pt x="59690" y="638810"/>
                    <a:pt x="77470" y="614680"/>
                  </a:cubicBezTo>
                  <a:cubicBezTo>
                    <a:pt x="95250" y="590550"/>
                    <a:pt x="115570" y="568960"/>
                    <a:pt x="138430" y="549910"/>
                  </a:cubicBezTo>
                  <a:cubicBezTo>
                    <a:pt x="161290" y="530860"/>
                    <a:pt x="187960" y="515620"/>
                    <a:pt x="214630" y="502920"/>
                  </a:cubicBezTo>
                  <a:cubicBezTo>
                    <a:pt x="241300" y="490220"/>
                    <a:pt x="270510" y="481330"/>
                    <a:pt x="299720" y="474980"/>
                  </a:cubicBezTo>
                  <a:cubicBezTo>
                    <a:pt x="328930" y="468630"/>
                    <a:pt x="344170" y="467360"/>
                    <a:pt x="388620" y="467360"/>
                  </a:cubicBezTo>
                  <a:cubicBezTo>
                    <a:pt x="520700" y="468630"/>
                    <a:pt x="953770" y="537210"/>
                    <a:pt x="1182370" y="546100"/>
                  </a:cubicBezTo>
                  <a:cubicBezTo>
                    <a:pt x="1356360" y="552450"/>
                    <a:pt x="1457960" y="546100"/>
                    <a:pt x="1640840" y="535940"/>
                  </a:cubicBezTo>
                  <a:cubicBezTo>
                    <a:pt x="1912620" y="520700"/>
                    <a:pt x="2258060" y="492760"/>
                    <a:pt x="2655570" y="440690"/>
                  </a:cubicBezTo>
                  <a:cubicBezTo>
                    <a:pt x="3230880" y="365760"/>
                    <a:pt x="4282440" y="160020"/>
                    <a:pt x="4757420" y="92710"/>
                  </a:cubicBezTo>
                  <a:cubicBezTo>
                    <a:pt x="4998720" y="58420"/>
                    <a:pt x="5129530" y="40640"/>
                    <a:pt x="5306060" y="27940"/>
                  </a:cubicBezTo>
                  <a:cubicBezTo>
                    <a:pt x="5469890" y="15240"/>
                    <a:pt x="5629910" y="13970"/>
                    <a:pt x="5783580" y="12700"/>
                  </a:cubicBezTo>
                  <a:cubicBezTo>
                    <a:pt x="5928360" y="11430"/>
                    <a:pt x="6060440" y="0"/>
                    <a:pt x="6203950" y="19050"/>
                  </a:cubicBezTo>
                  <a:cubicBezTo>
                    <a:pt x="6360160" y="39370"/>
                    <a:pt x="6535420" y="80010"/>
                    <a:pt x="6685280" y="140970"/>
                  </a:cubicBezTo>
                  <a:cubicBezTo>
                    <a:pt x="6830060" y="200660"/>
                    <a:pt x="7002780" y="262890"/>
                    <a:pt x="7090410" y="375920"/>
                  </a:cubicBezTo>
                  <a:cubicBezTo>
                    <a:pt x="7176770" y="486410"/>
                    <a:pt x="7221220" y="665480"/>
                    <a:pt x="7214870" y="807720"/>
                  </a:cubicBezTo>
                  <a:cubicBezTo>
                    <a:pt x="7208520" y="952500"/>
                    <a:pt x="7124700" y="1111250"/>
                    <a:pt x="7044690" y="1239520"/>
                  </a:cubicBezTo>
                  <a:cubicBezTo>
                    <a:pt x="6964680" y="1367790"/>
                    <a:pt x="6846570" y="1478280"/>
                    <a:pt x="6733540" y="1579880"/>
                  </a:cubicBezTo>
                  <a:cubicBezTo>
                    <a:pt x="6623050" y="1678940"/>
                    <a:pt x="6501130" y="1757680"/>
                    <a:pt x="6375400" y="1842770"/>
                  </a:cubicBezTo>
                  <a:cubicBezTo>
                    <a:pt x="6243320" y="1931670"/>
                    <a:pt x="6106160" y="2020570"/>
                    <a:pt x="5960110" y="2100580"/>
                  </a:cubicBezTo>
                  <a:cubicBezTo>
                    <a:pt x="5805170" y="2185670"/>
                    <a:pt x="5671820" y="2247900"/>
                    <a:pt x="5468620" y="2338070"/>
                  </a:cubicBezTo>
                  <a:cubicBezTo>
                    <a:pt x="5148580" y="2480310"/>
                    <a:pt x="4514850" y="2693670"/>
                    <a:pt x="4211320" y="2844800"/>
                  </a:cubicBezTo>
                  <a:cubicBezTo>
                    <a:pt x="4028440" y="2936240"/>
                    <a:pt x="3917950" y="3007360"/>
                    <a:pt x="3789680" y="3098800"/>
                  </a:cubicBezTo>
                  <a:cubicBezTo>
                    <a:pt x="3669030" y="3183890"/>
                    <a:pt x="3564890" y="3268980"/>
                    <a:pt x="3459480" y="3371850"/>
                  </a:cubicBezTo>
                  <a:cubicBezTo>
                    <a:pt x="3346450" y="3482340"/>
                    <a:pt x="3229610" y="3615690"/>
                    <a:pt x="3136900" y="3746500"/>
                  </a:cubicBezTo>
                  <a:cubicBezTo>
                    <a:pt x="3048000" y="3870960"/>
                    <a:pt x="2967990" y="3999230"/>
                    <a:pt x="2910840" y="4136390"/>
                  </a:cubicBezTo>
                  <a:cubicBezTo>
                    <a:pt x="2854960" y="4273550"/>
                    <a:pt x="2838450" y="4428490"/>
                    <a:pt x="2797810" y="4572000"/>
                  </a:cubicBezTo>
                  <a:cubicBezTo>
                    <a:pt x="2757170" y="4714240"/>
                    <a:pt x="2715260" y="4850130"/>
                    <a:pt x="2667000" y="4993640"/>
                  </a:cubicBezTo>
                  <a:cubicBezTo>
                    <a:pt x="2616200" y="5144770"/>
                    <a:pt x="2565400" y="5300980"/>
                    <a:pt x="2498090" y="5455920"/>
                  </a:cubicBezTo>
                  <a:cubicBezTo>
                    <a:pt x="2426970" y="5621020"/>
                    <a:pt x="2353310" y="5806440"/>
                    <a:pt x="2249170" y="5952490"/>
                  </a:cubicBezTo>
                  <a:cubicBezTo>
                    <a:pt x="2148840" y="6093460"/>
                    <a:pt x="2019300" y="6220460"/>
                    <a:pt x="1887220" y="6322060"/>
                  </a:cubicBezTo>
                  <a:cubicBezTo>
                    <a:pt x="1762760" y="6418580"/>
                    <a:pt x="1621790" y="6480810"/>
                    <a:pt x="1484630" y="6551930"/>
                  </a:cubicBezTo>
                  <a:cubicBezTo>
                    <a:pt x="1348740" y="6623050"/>
                    <a:pt x="1206500" y="6701790"/>
                    <a:pt x="1068070" y="6748780"/>
                  </a:cubicBezTo>
                  <a:cubicBezTo>
                    <a:pt x="941070" y="6791960"/>
                    <a:pt x="769620" y="6821170"/>
                    <a:pt x="690880" y="6830060"/>
                  </a:cubicBezTo>
                  <a:cubicBezTo>
                    <a:pt x="656590" y="6833870"/>
                    <a:pt x="640080" y="6833870"/>
                    <a:pt x="614680" y="6831330"/>
                  </a:cubicBezTo>
                  <a:cubicBezTo>
                    <a:pt x="589280" y="6828790"/>
                    <a:pt x="566420" y="6824980"/>
                    <a:pt x="539750" y="6812280"/>
                  </a:cubicBezTo>
                  <a:cubicBezTo>
                    <a:pt x="501650" y="6795770"/>
                    <a:pt x="448310" y="6764020"/>
                    <a:pt x="415290" y="6727190"/>
                  </a:cubicBezTo>
                  <a:cubicBezTo>
                    <a:pt x="382270" y="6690360"/>
                    <a:pt x="355600" y="6640830"/>
                    <a:pt x="344170" y="6592570"/>
                  </a:cubicBezTo>
                  <a:cubicBezTo>
                    <a:pt x="332740" y="6545580"/>
                    <a:pt x="336550" y="6482080"/>
                    <a:pt x="344170" y="6441440"/>
                  </a:cubicBezTo>
                  <a:cubicBezTo>
                    <a:pt x="349250" y="6412230"/>
                    <a:pt x="355600" y="6395720"/>
                    <a:pt x="370840" y="6370320"/>
                  </a:cubicBezTo>
                  <a:cubicBezTo>
                    <a:pt x="392430" y="6334760"/>
                    <a:pt x="438150" y="6281420"/>
                    <a:pt x="471170" y="6256020"/>
                  </a:cubicBezTo>
                  <a:cubicBezTo>
                    <a:pt x="494030" y="6238240"/>
                    <a:pt x="539750" y="6220460"/>
                    <a:pt x="539750" y="6220460"/>
                  </a:cubicBezTo>
                </a:path>
              </a:pathLst>
            </a:custGeom>
            <a:solidFill>
              <a:srgbClr val="FFC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2950074" y="6517740"/>
            <a:ext cx="6984682" cy="5138738"/>
            <a:chOff x="0" y="0"/>
            <a:chExt cx="9312910" cy="6851650"/>
          </a:xfrm>
        </p:grpSpPr>
        <p:sp>
          <p:nvSpPr>
            <p:cNvPr id="5" name="Freeform 5"/>
            <p:cNvSpPr/>
            <p:nvPr/>
          </p:nvSpPr>
          <p:spPr>
            <a:xfrm>
              <a:off x="48260" y="48260"/>
              <a:ext cx="9224010" cy="6819900"/>
            </a:xfrm>
            <a:custGeom>
              <a:avLst/>
              <a:gdLst/>
              <a:ahLst/>
              <a:cxnLst/>
              <a:rect l="l" t="t" r="r" b="b"/>
              <a:pathLst>
                <a:path w="9224010" h="6819900">
                  <a:moveTo>
                    <a:pt x="8290560" y="482600"/>
                  </a:moveTo>
                  <a:cubicBezTo>
                    <a:pt x="7711440" y="1572260"/>
                    <a:pt x="7473950" y="1912620"/>
                    <a:pt x="7302500" y="2141220"/>
                  </a:cubicBezTo>
                  <a:cubicBezTo>
                    <a:pt x="7180579" y="2302510"/>
                    <a:pt x="7080250" y="2415540"/>
                    <a:pt x="6971029" y="2541270"/>
                  </a:cubicBezTo>
                  <a:cubicBezTo>
                    <a:pt x="6869429" y="2656840"/>
                    <a:pt x="6791960" y="2740660"/>
                    <a:pt x="6667500" y="2867660"/>
                  </a:cubicBezTo>
                  <a:cubicBezTo>
                    <a:pt x="6480810" y="3058160"/>
                    <a:pt x="6212840" y="3371850"/>
                    <a:pt x="5947410" y="3561080"/>
                  </a:cubicBezTo>
                  <a:cubicBezTo>
                    <a:pt x="5688330" y="3746500"/>
                    <a:pt x="5383530" y="3872230"/>
                    <a:pt x="5097780" y="3999230"/>
                  </a:cubicBezTo>
                  <a:cubicBezTo>
                    <a:pt x="4822190" y="4122420"/>
                    <a:pt x="4574540" y="4210050"/>
                    <a:pt x="4263390" y="4315460"/>
                  </a:cubicBezTo>
                  <a:cubicBezTo>
                    <a:pt x="3876040" y="4446270"/>
                    <a:pt x="3268980" y="4589780"/>
                    <a:pt x="2947670" y="4709160"/>
                  </a:cubicBezTo>
                  <a:cubicBezTo>
                    <a:pt x="2754630" y="4780280"/>
                    <a:pt x="2646680" y="4837430"/>
                    <a:pt x="2495550" y="4909820"/>
                  </a:cubicBezTo>
                  <a:cubicBezTo>
                    <a:pt x="2339340" y="4984750"/>
                    <a:pt x="2194560" y="5048250"/>
                    <a:pt x="2025650" y="5154930"/>
                  </a:cubicBezTo>
                  <a:cubicBezTo>
                    <a:pt x="1804670" y="5294630"/>
                    <a:pt x="1482090" y="5541010"/>
                    <a:pt x="1299210" y="5703570"/>
                  </a:cubicBezTo>
                  <a:cubicBezTo>
                    <a:pt x="1174750" y="5814060"/>
                    <a:pt x="1093470" y="5887720"/>
                    <a:pt x="1007110" y="6008370"/>
                  </a:cubicBezTo>
                  <a:cubicBezTo>
                    <a:pt x="909320" y="6144260"/>
                    <a:pt x="845820" y="6487160"/>
                    <a:pt x="759460" y="6488430"/>
                  </a:cubicBezTo>
                  <a:cubicBezTo>
                    <a:pt x="671830" y="6489700"/>
                    <a:pt x="448310" y="6108700"/>
                    <a:pt x="486410" y="6000750"/>
                  </a:cubicBezTo>
                  <a:cubicBezTo>
                    <a:pt x="519430" y="5906770"/>
                    <a:pt x="735330" y="5885180"/>
                    <a:pt x="882650" y="5845810"/>
                  </a:cubicBezTo>
                  <a:cubicBezTo>
                    <a:pt x="1057910" y="5798820"/>
                    <a:pt x="1219200" y="5784850"/>
                    <a:pt x="1473200" y="5758180"/>
                  </a:cubicBezTo>
                  <a:cubicBezTo>
                    <a:pt x="1926590" y="5709920"/>
                    <a:pt x="2735580" y="5671820"/>
                    <a:pt x="3379470" y="5633720"/>
                  </a:cubicBezTo>
                  <a:cubicBezTo>
                    <a:pt x="4041140" y="5594350"/>
                    <a:pt x="4691380" y="5560060"/>
                    <a:pt x="5393690" y="5527040"/>
                  </a:cubicBezTo>
                  <a:cubicBezTo>
                    <a:pt x="6164580" y="5490210"/>
                    <a:pt x="7522210" y="5179060"/>
                    <a:pt x="7818120" y="5426710"/>
                  </a:cubicBezTo>
                  <a:cubicBezTo>
                    <a:pt x="7959090" y="5544820"/>
                    <a:pt x="7891780" y="5971540"/>
                    <a:pt x="7891780" y="5971540"/>
                  </a:cubicBezTo>
                  <a:cubicBezTo>
                    <a:pt x="7891780" y="5971540"/>
                    <a:pt x="7823200" y="5645150"/>
                    <a:pt x="7821930" y="5478780"/>
                  </a:cubicBezTo>
                  <a:cubicBezTo>
                    <a:pt x="7820660" y="5307330"/>
                    <a:pt x="7876540" y="5158740"/>
                    <a:pt x="7889240" y="4954270"/>
                  </a:cubicBezTo>
                  <a:cubicBezTo>
                    <a:pt x="7907020" y="4671060"/>
                    <a:pt x="7862570" y="4199890"/>
                    <a:pt x="7884160" y="3935730"/>
                  </a:cubicBezTo>
                  <a:cubicBezTo>
                    <a:pt x="7898130" y="3764280"/>
                    <a:pt x="7936230" y="3661410"/>
                    <a:pt x="7954010" y="3516630"/>
                  </a:cubicBezTo>
                  <a:cubicBezTo>
                    <a:pt x="7971790" y="3364230"/>
                    <a:pt x="7964170" y="3201670"/>
                    <a:pt x="7988300" y="3044190"/>
                  </a:cubicBezTo>
                  <a:cubicBezTo>
                    <a:pt x="8013700" y="2881630"/>
                    <a:pt x="8040370" y="2710180"/>
                    <a:pt x="8103870" y="2555240"/>
                  </a:cubicBezTo>
                  <a:cubicBezTo>
                    <a:pt x="8168640" y="2395220"/>
                    <a:pt x="8326120" y="2254250"/>
                    <a:pt x="8378190" y="2099310"/>
                  </a:cubicBezTo>
                  <a:cubicBezTo>
                    <a:pt x="8425180" y="1959610"/>
                    <a:pt x="8427720" y="1821180"/>
                    <a:pt x="8426450" y="1672590"/>
                  </a:cubicBezTo>
                  <a:cubicBezTo>
                    <a:pt x="8425180" y="1511300"/>
                    <a:pt x="8415020" y="1320800"/>
                    <a:pt x="8361680" y="1169670"/>
                  </a:cubicBezTo>
                  <a:cubicBezTo>
                    <a:pt x="8312150" y="1028700"/>
                    <a:pt x="8096250" y="844550"/>
                    <a:pt x="8130540" y="792480"/>
                  </a:cubicBezTo>
                  <a:cubicBezTo>
                    <a:pt x="8164830" y="740410"/>
                    <a:pt x="8533130" y="768350"/>
                    <a:pt x="8569960" y="855980"/>
                  </a:cubicBezTo>
                  <a:cubicBezTo>
                    <a:pt x="8632190" y="1002030"/>
                    <a:pt x="8120379" y="1452880"/>
                    <a:pt x="7851140" y="1849120"/>
                  </a:cubicBezTo>
                  <a:cubicBezTo>
                    <a:pt x="7468870" y="2410460"/>
                    <a:pt x="6807200" y="3559810"/>
                    <a:pt x="6523990" y="3926840"/>
                  </a:cubicBezTo>
                  <a:cubicBezTo>
                    <a:pt x="6412230" y="4071620"/>
                    <a:pt x="6328410" y="4157980"/>
                    <a:pt x="6263640" y="4208780"/>
                  </a:cubicBezTo>
                  <a:cubicBezTo>
                    <a:pt x="6233160" y="4232910"/>
                    <a:pt x="6212840" y="4241800"/>
                    <a:pt x="6186170" y="4253230"/>
                  </a:cubicBezTo>
                  <a:cubicBezTo>
                    <a:pt x="6159500" y="4264660"/>
                    <a:pt x="6130290" y="4273550"/>
                    <a:pt x="6101080" y="4278630"/>
                  </a:cubicBezTo>
                  <a:cubicBezTo>
                    <a:pt x="6071870" y="4283710"/>
                    <a:pt x="6041390" y="4283710"/>
                    <a:pt x="6012180" y="4281170"/>
                  </a:cubicBezTo>
                  <a:cubicBezTo>
                    <a:pt x="5982970" y="4278630"/>
                    <a:pt x="5952490" y="4272280"/>
                    <a:pt x="5924550" y="4263390"/>
                  </a:cubicBezTo>
                  <a:cubicBezTo>
                    <a:pt x="5896610" y="4254500"/>
                    <a:pt x="5869940" y="4240530"/>
                    <a:pt x="5844540" y="4225290"/>
                  </a:cubicBezTo>
                  <a:cubicBezTo>
                    <a:pt x="5820410" y="4210050"/>
                    <a:pt x="5796280" y="4191000"/>
                    <a:pt x="5775960" y="4169410"/>
                  </a:cubicBezTo>
                  <a:cubicBezTo>
                    <a:pt x="5755640" y="4147820"/>
                    <a:pt x="5737860" y="4123690"/>
                    <a:pt x="5722620" y="4098290"/>
                  </a:cubicBezTo>
                  <a:cubicBezTo>
                    <a:pt x="5707380" y="4072890"/>
                    <a:pt x="5694680" y="4044950"/>
                    <a:pt x="5687060" y="4017010"/>
                  </a:cubicBezTo>
                  <a:cubicBezTo>
                    <a:pt x="5678170" y="3989070"/>
                    <a:pt x="5674360" y="3958590"/>
                    <a:pt x="5673090" y="3929380"/>
                  </a:cubicBezTo>
                  <a:cubicBezTo>
                    <a:pt x="5671820" y="3900170"/>
                    <a:pt x="5673090" y="3869690"/>
                    <a:pt x="5679440" y="3840480"/>
                  </a:cubicBezTo>
                  <a:cubicBezTo>
                    <a:pt x="5685790" y="3811270"/>
                    <a:pt x="5695950" y="3783330"/>
                    <a:pt x="5708650" y="3756660"/>
                  </a:cubicBezTo>
                  <a:cubicBezTo>
                    <a:pt x="5721350" y="3729990"/>
                    <a:pt x="5728970" y="3712210"/>
                    <a:pt x="5755640" y="3680460"/>
                  </a:cubicBezTo>
                  <a:cubicBezTo>
                    <a:pt x="5822950" y="3600450"/>
                    <a:pt x="6007100" y="3472180"/>
                    <a:pt x="6170930" y="3312160"/>
                  </a:cubicBezTo>
                  <a:cubicBezTo>
                    <a:pt x="6437630" y="3050540"/>
                    <a:pt x="6847840" y="2561590"/>
                    <a:pt x="7167880" y="2228850"/>
                  </a:cubicBezTo>
                  <a:cubicBezTo>
                    <a:pt x="7452360" y="1934210"/>
                    <a:pt x="7815580" y="1597660"/>
                    <a:pt x="7990840" y="1410970"/>
                  </a:cubicBezTo>
                  <a:cubicBezTo>
                    <a:pt x="8077200" y="1318260"/>
                    <a:pt x="8129270" y="1243330"/>
                    <a:pt x="8177530" y="1196340"/>
                  </a:cubicBezTo>
                  <a:cubicBezTo>
                    <a:pt x="8204200" y="1169670"/>
                    <a:pt x="8220710" y="1155700"/>
                    <a:pt x="8244840" y="1139190"/>
                  </a:cubicBezTo>
                  <a:cubicBezTo>
                    <a:pt x="8268970" y="1122680"/>
                    <a:pt x="8295640" y="1109980"/>
                    <a:pt x="8323580" y="1099820"/>
                  </a:cubicBezTo>
                  <a:cubicBezTo>
                    <a:pt x="8351520" y="1089660"/>
                    <a:pt x="8380730" y="1083310"/>
                    <a:pt x="8409940" y="1080770"/>
                  </a:cubicBezTo>
                  <a:cubicBezTo>
                    <a:pt x="8439150" y="1078230"/>
                    <a:pt x="8469630" y="1078230"/>
                    <a:pt x="8498840" y="1082040"/>
                  </a:cubicBezTo>
                  <a:cubicBezTo>
                    <a:pt x="8528050" y="1085850"/>
                    <a:pt x="8557260" y="1093470"/>
                    <a:pt x="8583930" y="1104900"/>
                  </a:cubicBezTo>
                  <a:cubicBezTo>
                    <a:pt x="8610600" y="1115060"/>
                    <a:pt x="8637270" y="1130300"/>
                    <a:pt x="8661400" y="1146810"/>
                  </a:cubicBezTo>
                  <a:cubicBezTo>
                    <a:pt x="8685530" y="1164590"/>
                    <a:pt x="8707120" y="1184910"/>
                    <a:pt x="8726170" y="1207770"/>
                  </a:cubicBezTo>
                  <a:cubicBezTo>
                    <a:pt x="8745220" y="1230630"/>
                    <a:pt x="8761730" y="1254760"/>
                    <a:pt x="8774430" y="1281430"/>
                  </a:cubicBezTo>
                  <a:cubicBezTo>
                    <a:pt x="8787130" y="1306830"/>
                    <a:pt x="8798560" y="1336040"/>
                    <a:pt x="8804910" y="1363980"/>
                  </a:cubicBezTo>
                  <a:cubicBezTo>
                    <a:pt x="8811260" y="1391920"/>
                    <a:pt x="8813800" y="1422400"/>
                    <a:pt x="8813800" y="1451610"/>
                  </a:cubicBezTo>
                  <a:cubicBezTo>
                    <a:pt x="8813800" y="1480820"/>
                    <a:pt x="8808720" y="1511300"/>
                    <a:pt x="8801100" y="1539240"/>
                  </a:cubicBezTo>
                  <a:cubicBezTo>
                    <a:pt x="8793480" y="1567180"/>
                    <a:pt x="8789670" y="1583690"/>
                    <a:pt x="8768080" y="1621790"/>
                  </a:cubicBezTo>
                  <a:cubicBezTo>
                    <a:pt x="8700770" y="1741170"/>
                    <a:pt x="8393430" y="2108200"/>
                    <a:pt x="8253730" y="2296160"/>
                  </a:cubicBezTo>
                  <a:cubicBezTo>
                    <a:pt x="8155940" y="2428240"/>
                    <a:pt x="8101330" y="2501900"/>
                    <a:pt x="8006080" y="2637790"/>
                  </a:cubicBezTo>
                  <a:cubicBezTo>
                    <a:pt x="7867650" y="2835910"/>
                    <a:pt x="7673340" y="3145790"/>
                    <a:pt x="7509510" y="3374390"/>
                  </a:cubicBezTo>
                  <a:cubicBezTo>
                    <a:pt x="7360920" y="3582670"/>
                    <a:pt x="7153910" y="3862070"/>
                    <a:pt x="7070090" y="3957320"/>
                  </a:cubicBezTo>
                  <a:cubicBezTo>
                    <a:pt x="7040880" y="3990340"/>
                    <a:pt x="7028180" y="4003040"/>
                    <a:pt x="7004050" y="4020820"/>
                  </a:cubicBezTo>
                  <a:cubicBezTo>
                    <a:pt x="6979920" y="4038600"/>
                    <a:pt x="6954520" y="4055110"/>
                    <a:pt x="6926580" y="4066540"/>
                  </a:cubicBezTo>
                  <a:cubicBezTo>
                    <a:pt x="6898640" y="4077970"/>
                    <a:pt x="6868160" y="4086860"/>
                    <a:pt x="6838950" y="4091940"/>
                  </a:cubicBezTo>
                  <a:cubicBezTo>
                    <a:pt x="6809740" y="4097020"/>
                    <a:pt x="6777990" y="4099560"/>
                    <a:pt x="6748780" y="4097020"/>
                  </a:cubicBezTo>
                  <a:cubicBezTo>
                    <a:pt x="6718300" y="4094480"/>
                    <a:pt x="6687820" y="4088130"/>
                    <a:pt x="6659880" y="4079240"/>
                  </a:cubicBezTo>
                  <a:cubicBezTo>
                    <a:pt x="6630670" y="4070350"/>
                    <a:pt x="6602730" y="4056380"/>
                    <a:pt x="6577330" y="4041140"/>
                  </a:cubicBezTo>
                  <a:cubicBezTo>
                    <a:pt x="6551930" y="4024630"/>
                    <a:pt x="6527800" y="4005580"/>
                    <a:pt x="6506210" y="3983990"/>
                  </a:cubicBezTo>
                  <a:cubicBezTo>
                    <a:pt x="6485890" y="3962400"/>
                    <a:pt x="6466840" y="3937000"/>
                    <a:pt x="6451600" y="3911600"/>
                  </a:cubicBezTo>
                  <a:cubicBezTo>
                    <a:pt x="6436360" y="3884930"/>
                    <a:pt x="6423660" y="3856990"/>
                    <a:pt x="6414770" y="3827780"/>
                  </a:cubicBezTo>
                  <a:cubicBezTo>
                    <a:pt x="6405880" y="3798570"/>
                    <a:pt x="6402070" y="3769360"/>
                    <a:pt x="6400800" y="3738880"/>
                  </a:cubicBezTo>
                  <a:cubicBezTo>
                    <a:pt x="6399530" y="3708400"/>
                    <a:pt x="6400800" y="3676650"/>
                    <a:pt x="6407150" y="3647440"/>
                  </a:cubicBezTo>
                  <a:cubicBezTo>
                    <a:pt x="6413500" y="3618230"/>
                    <a:pt x="6416040" y="3599180"/>
                    <a:pt x="6435090" y="3561080"/>
                  </a:cubicBezTo>
                  <a:cubicBezTo>
                    <a:pt x="6484620" y="3460750"/>
                    <a:pt x="6649720" y="3266440"/>
                    <a:pt x="6781800" y="3060700"/>
                  </a:cubicBezTo>
                  <a:cubicBezTo>
                    <a:pt x="6983730" y="2747010"/>
                    <a:pt x="7311390" y="2207260"/>
                    <a:pt x="7504430" y="1849120"/>
                  </a:cubicBezTo>
                  <a:cubicBezTo>
                    <a:pt x="7651750" y="1576070"/>
                    <a:pt x="7796530" y="1224280"/>
                    <a:pt x="7865110" y="1108710"/>
                  </a:cubicBezTo>
                  <a:cubicBezTo>
                    <a:pt x="7887970" y="1070610"/>
                    <a:pt x="7896860" y="1059180"/>
                    <a:pt x="7915910" y="1037590"/>
                  </a:cubicBezTo>
                  <a:cubicBezTo>
                    <a:pt x="7934960" y="1016000"/>
                    <a:pt x="7957820" y="996950"/>
                    <a:pt x="7981950" y="980440"/>
                  </a:cubicBezTo>
                  <a:cubicBezTo>
                    <a:pt x="8006080" y="963930"/>
                    <a:pt x="8032750" y="951230"/>
                    <a:pt x="8060690" y="941070"/>
                  </a:cubicBezTo>
                  <a:cubicBezTo>
                    <a:pt x="8087360" y="930910"/>
                    <a:pt x="8116570" y="924560"/>
                    <a:pt x="8145780" y="922020"/>
                  </a:cubicBezTo>
                  <a:cubicBezTo>
                    <a:pt x="8174990" y="919480"/>
                    <a:pt x="8204200" y="919480"/>
                    <a:pt x="8233410" y="923290"/>
                  </a:cubicBezTo>
                  <a:cubicBezTo>
                    <a:pt x="8262620" y="927100"/>
                    <a:pt x="8288020" y="930910"/>
                    <a:pt x="8318500" y="944880"/>
                  </a:cubicBezTo>
                  <a:cubicBezTo>
                    <a:pt x="8361680" y="965200"/>
                    <a:pt x="8426450" y="1012190"/>
                    <a:pt x="8459470" y="1046480"/>
                  </a:cubicBezTo>
                  <a:cubicBezTo>
                    <a:pt x="8482330" y="1070610"/>
                    <a:pt x="8495030" y="1094740"/>
                    <a:pt x="8507730" y="1120140"/>
                  </a:cubicBezTo>
                  <a:cubicBezTo>
                    <a:pt x="8520430" y="1145540"/>
                    <a:pt x="8531860" y="1173480"/>
                    <a:pt x="8538210" y="1201420"/>
                  </a:cubicBezTo>
                  <a:cubicBezTo>
                    <a:pt x="8544560" y="1229360"/>
                    <a:pt x="8548370" y="1259840"/>
                    <a:pt x="8547100" y="1289050"/>
                  </a:cubicBezTo>
                  <a:cubicBezTo>
                    <a:pt x="8545830" y="1318260"/>
                    <a:pt x="8542020" y="1347470"/>
                    <a:pt x="8534400" y="1375410"/>
                  </a:cubicBezTo>
                  <a:cubicBezTo>
                    <a:pt x="8526780" y="1403350"/>
                    <a:pt x="8515350" y="1413510"/>
                    <a:pt x="8502650" y="1456690"/>
                  </a:cubicBezTo>
                  <a:cubicBezTo>
                    <a:pt x="8460740" y="1602740"/>
                    <a:pt x="8389620" y="2172970"/>
                    <a:pt x="8315960" y="2448560"/>
                  </a:cubicBezTo>
                  <a:cubicBezTo>
                    <a:pt x="8261350" y="2653030"/>
                    <a:pt x="8201660" y="2801620"/>
                    <a:pt x="8133080" y="2970530"/>
                  </a:cubicBezTo>
                  <a:cubicBezTo>
                    <a:pt x="8065770" y="3136900"/>
                    <a:pt x="8002270" y="3265170"/>
                    <a:pt x="7907020" y="3453130"/>
                  </a:cubicBezTo>
                  <a:cubicBezTo>
                    <a:pt x="7768590" y="3727450"/>
                    <a:pt x="7449820" y="4304030"/>
                    <a:pt x="7366000" y="4448810"/>
                  </a:cubicBezTo>
                  <a:cubicBezTo>
                    <a:pt x="7341870" y="4490720"/>
                    <a:pt x="7336790" y="4503420"/>
                    <a:pt x="7317740" y="4527550"/>
                  </a:cubicBezTo>
                  <a:cubicBezTo>
                    <a:pt x="7298690" y="4551680"/>
                    <a:pt x="7277100" y="4573270"/>
                    <a:pt x="7252970" y="4592320"/>
                  </a:cubicBezTo>
                  <a:cubicBezTo>
                    <a:pt x="7228840" y="4611370"/>
                    <a:pt x="7202170" y="4626610"/>
                    <a:pt x="7174230" y="4639310"/>
                  </a:cubicBezTo>
                  <a:cubicBezTo>
                    <a:pt x="7146290" y="4652010"/>
                    <a:pt x="7117080" y="4662170"/>
                    <a:pt x="7087870" y="4667250"/>
                  </a:cubicBezTo>
                  <a:cubicBezTo>
                    <a:pt x="7058660" y="4672330"/>
                    <a:pt x="7026910" y="4673600"/>
                    <a:pt x="6996430" y="4672330"/>
                  </a:cubicBezTo>
                  <a:cubicBezTo>
                    <a:pt x="6965950" y="4671060"/>
                    <a:pt x="6935470" y="4664710"/>
                    <a:pt x="6906260" y="4655820"/>
                  </a:cubicBezTo>
                  <a:cubicBezTo>
                    <a:pt x="6877050" y="4646930"/>
                    <a:pt x="6849110" y="4632960"/>
                    <a:pt x="6822440" y="4617720"/>
                  </a:cubicBezTo>
                  <a:cubicBezTo>
                    <a:pt x="6797040" y="4602480"/>
                    <a:pt x="6771640" y="4583430"/>
                    <a:pt x="6750050" y="4561840"/>
                  </a:cubicBezTo>
                  <a:cubicBezTo>
                    <a:pt x="6728460" y="4540250"/>
                    <a:pt x="6708140" y="4516120"/>
                    <a:pt x="6692900" y="4489450"/>
                  </a:cubicBezTo>
                  <a:cubicBezTo>
                    <a:pt x="6677660" y="4464050"/>
                    <a:pt x="6664960" y="4434840"/>
                    <a:pt x="6656070" y="4405630"/>
                  </a:cubicBezTo>
                  <a:cubicBezTo>
                    <a:pt x="6647180" y="4376420"/>
                    <a:pt x="6640830" y="4345940"/>
                    <a:pt x="6639560" y="4315460"/>
                  </a:cubicBezTo>
                  <a:cubicBezTo>
                    <a:pt x="6638290" y="4284980"/>
                    <a:pt x="6639560" y="4253230"/>
                    <a:pt x="6644640" y="4224020"/>
                  </a:cubicBezTo>
                  <a:cubicBezTo>
                    <a:pt x="6649720" y="4193540"/>
                    <a:pt x="6652260" y="4174490"/>
                    <a:pt x="6672580" y="4136390"/>
                  </a:cubicBezTo>
                  <a:cubicBezTo>
                    <a:pt x="6722110" y="4039870"/>
                    <a:pt x="6874510" y="3873500"/>
                    <a:pt x="7015480" y="3674110"/>
                  </a:cubicBezTo>
                  <a:cubicBezTo>
                    <a:pt x="7265670" y="3322320"/>
                    <a:pt x="7881620" y="2360930"/>
                    <a:pt x="8018780" y="2193290"/>
                  </a:cubicBezTo>
                  <a:cubicBezTo>
                    <a:pt x="8049260" y="2156460"/>
                    <a:pt x="8058150" y="2148840"/>
                    <a:pt x="8081010" y="2129790"/>
                  </a:cubicBezTo>
                  <a:cubicBezTo>
                    <a:pt x="8103870" y="2110740"/>
                    <a:pt x="8129270" y="2094230"/>
                    <a:pt x="8155940" y="2081530"/>
                  </a:cubicBezTo>
                  <a:cubicBezTo>
                    <a:pt x="8182610" y="2068830"/>
                    <a:pt x="8211820" y="2058670"/>
                    <a:pt x="8241030" y="2053590"/>
                  </a:cubicBezTo>
                  <a:cubicBezTo>
                    <a:pt x="8270240" y="2048510"/>
                    <a:pt x="8299450" y="2045970"/>
                    <a:pt x="8328660" y="2047240"/>
                  </a:cubicBezTo>
                  <a:cubicBezTo>
                    <a:pt x="8357870" y="2048510"/>
                    <a:pt x="8389620" y="2052320"/>
                    <a:pt x="8417560" y="2061210"/>
                  </a:cubicBezTo>
                  <a:cubicBezTo>
                    <a:pt x="8445500" y="2068830"/>
                    <a:pt x="8473440" y="2081530"/>
                    <a:pt x="8498840" y="2096770"/>
                  </a:cubicBezTo>
                  <a:cubicBezTo>
                    <a:pt x="8524240" y="2112010"/>
                    <a:pt x="8548370" y="2129790"/>
                    <a:pt x="8569960" y="2150110"/>
                  </a:cubicBezTo>
                  <a:cubicBezTo>
                    <a:pt x="8591550" y="2170430"/>
                    <a:pt x="8610600" y="2194560"/>
                    <a:pt x="8625840" y="2218690"/>
                  </a:cubicBezTo>
                  <a:cubicBezTo>
                    <a:pt x="8641080" y="2244090"/>
                    <a:pt x="8655050" y="2270760"/>
                    <a:pt x="8663940" y="2298700"/>
                  </a:cubicBezTo>
                  <a:cubicBezTo>
                    <a:pt x="8672830" y="2326640"/>
                    <a:pt x="8679180" y="2357120"/>
                    <a:pt x="8681720" y="2386330"/>
                  </a:cubicBezTo>
                  <a:cubicBezTo>
                    <a:pt x="8684260" y="2415540"/>
                    <a:pt x="8682990" y="2446020"/>
                    <a:pt x="8677910" y="2475230"/>
                  </a:cubicBezTo>
                  <a:cubicBezTo>
                    <a:pt x="8672830" y="2504440"/>
                    <a:pt x="8663940" y="2533650"/>
                    <a:pt x="8652510" y="2560320"/>
                  </a:cubicBezTo>
                  <a:cubicBezTo>
                    <a:pt x="8641080" y="2586990"/>
                    <a:pt x="8615680" y="2598420"/>
                    <a:pt x="8608060" y="2637790"/>
                  </a:cubicBezTo>
                  <a:cubicBezTo>
                    <a:pt x="8590280" y="2730500"/>
                    <a:pt x="8686800" y="2951480"/>
                    <a:pt x="8672830" y="3134360"/>
                  </a:cubicBezTo>
                  <a:cubicBezTo>
                    <a:pt x="8656320" y="3368040"/>
                    <a:pt x="8530590" y="3676650"/>
                    <a:pt x="8450580" y="3920490"/>
                  </a:cubicBezTo>
                  <a:cubicBezTo>
                    <a:pt x="8379460" y="4137660"/>
                    <a:pt x="8282940" y="4340860"/>
                    <a:pt x="8220710" y="4530090"/>
                  </a:cubicBezTo>
                  <a:cubicBezTo>
                    <a:pt x="8167370" y="4691380"/>
                    <a:pt x="8131810" y="4894580"/>
                    <a:pt x="8091170" y="4982210"/>
                  </a:cubicBezTo>
                  <a:cubicBezTo>
                    <a:pt x="8073390" y="5021580"/>
                    <a:pt x="8059420" y="5036820"/>
                    <a:pt x="8039100" y="5060950"/>
                  </a:cubicBezTo>
                  <a:cubicBezTo>
                    <a:pt x="8018780" y="5085080"/>
                    <a:pt x="7995920" y="5106670"/>
                    <a:pt x="7970520" y="5124450"/>
                  </a:cubicBezTo>
                  <a:cubicBezTo>
                    <a:pt x="7945120" y="5142230"/>
                    <a:pt x="7917180" y="5158740"/>
                    <a:pt x="7887970" y="5170170"/>
                  </a:cubicBezTo>
                  <a:cubicBezTo>
                    <a:pt x="7858760" y="5181600"/>
                    <a:pt x="7828280" y="5189220"/>
                    <a:pt x="7797800" y="5194300"/>
                  </a:cubicBezTo>
                  <a:cubicBezTo>
                    <a:pt x="7767320" y="5199380"/>
                    <a:pt x="7734300" y="5199380"/>
                    <a:pt x="7703820" y="5196840"/>
                  </a:cubicBezTo>
                  <a:cubicBezTo>
                    <a:pt x="7673340" y="5194300"/>
                    <a:pt x="7641590" y="5186680"/>
                    <a:pt x="7612380" y="5176520"/>
                  </a:cubicBezTo>
                  <a:cubicBezTo>
                    <a:pt x="7583170" y="5166360"/>
                    <a:pt x="7553960" y="5151120"/>
                    <a:pt x="7527290" y="5134610"/>
                  </a:cubicBezTo>
                  <a:cubicBezTo>
                    <a:pt x="7501890" y="5118100"/>
                    <a:pt x="7477760" y="5097780"/>
                    <a:pt x="7456170" y="5074920"/>
                  </a:cubicBezTo>
                  <a:cubicBezTo>
                    <a:pt x="7434580" y="5052060"/>
                    <a:pt x="7415530" y="5025390"/>
                    <a:pt x="7400290" y="4998720"/>
                  </a:cubicBezTo>
                  <a:cubicBezTo>
                    <a:pt x="7385050" y="4970780"/>
                    <a:pt x="7372350" y="4941570"/>
                    <a:pt x="7364730" y="4911090"/>
                  </a:cubicBezTo>
                  <a:cubicBezTo>
                    <a:pt x="7357110" y="4880610"/>
                    <a:pt x="7353300" y="4848860"/>
                    <a:pt x="7352030" y="4818380"/>
                  </a:cubicBezTo>
                  <a:cubicBezTo>
                    <a:pt x="7350760" y="4786630"/>
                    <a:pt x="7350760" y="4767580"/>
                    <a:pt x="7360920" y="4724400"/>
                  </a:cubicBezTo>
                  <a:cubicBezTo>
                    <a:pt x="7383780" y="4624070"/>
                    <a:pt x="7484110" y="4413250"/>
                    <a:pt x="7543800" y="4239260"/>
                  </a:cubicBezTo>
                  <a:cubicBezTo>
                    <a:pt x="7612380" y="4039870"/>
                    <a:pt x="7675880" y="3794760"/>
                    <a:pt x="7747000" y="3592830"/>
                  </a:cubicBezTo>
                  <a:cubicBezTo>
                    <a:pt x="7810500" y="3411220"/>
                    <a:pt x="7891780" y="3171190"/>
                    <a:pt x="7945120" y="3082290"/>
                  </a:cubicBezTo>
                  <a:cubicBezTo>
                    <a:pt x="7966710" y="3046730"/>
                    <a:pt x="7980680" y="3035300"/>
                    <a:pt x="8002270" y="3014980"/>
                  </a:cubicBezTo>
                  <a:cubicBezTo>
                    <a:pt x="8023860" y="2994660"/>
                    <a:pt x="8049260" y="2976880"/>
                    <a:pt x="8074660" y="2962910"/>
                  </a:cubicBezTo>
                  <a:cubicBezTo>
                    <a:pt x="8100060" y="2948940"/>
                    <a:pt x="8129270" y="2937510"/>
                    <a:pt x="8157210" y="2929890"/>
                  </a:cubicBezTo>
                  <a:cubicBezTo>
                    <a:pt x="8185150" y="2922270"/>
                    <a:pt x="8215630" y="2918460"/>
                    <a:pt x="8244840" y="2917190"/>
                  </a:cubicBezTo>
                  <a:cubicBezTo>
                    <a:pt x="8274050" y="2915920"/>
                    <a:pt x="8304530" y="2919730"/>
                    <a:pt x="8333740" y="2926080"/>
                  </a:cubicBezTo>
                  <a:cubicBezTo>
                    <a:pt x="8362950" y="2932430"/>
                    <a:pt x="8390890" y="2943860"/>
                    <a:pt x="8417560" y="2956560"/>
                  </a:cubicBezTo>
                  <a:cubicBezTo>
                    <a:pt x="8444230" y="2969260"/>
                    <a:pt x="8469630" y="2985770"/>
                    <a:pt x="8491220" y="3004820"/>
                  </a:cubicBezTo>
                  <a:cubicBezTo>
                    <a:pt x="8514080" y="3023870"/>
                    <a:pt x="8534400" y="3045460"/>
                    <a:pt x="8550910" y="3069590"/>
                  </a:cubicBezTo>
                  <a:cubicBezTo>
                    <a:pt x="8568690" y="3093720"/>
                    <a:pt x="8582660" y="3120390"/>
                    <a:pt x="8594090" y="3148330"/>
                  </a:cubicBezTo>
                  <a:cubicBezTo>
                    <a:pt x="8605520" y="3175000"/>
                    <a:pt x="8613140" y="3191510"/>
                    <a:pt x="8616950" y="3233420"/>
                  </a:cubicBezTo>
                  <a:cubicBezTo>
                    <a:pt x="8628380" y="3345180"/>
                    <a:pt x="8620760" y="3653790"/>
                    <a:pt x="8578850" y="3860800"/>
                  </a:cubicBezTo>
                  <a:cubicBezTo>
                    <a:pt x="8535670" y="4075430"/>
                    <a:pt x="8437880" y="4305300"/>
                    <a:pt x="8355330" y="4497070"/>
                  </a:cubicBezTo>
                  <a:cubicBezTo>
                    <a:pt x="8282940" y="4665980"/>
                    <a:pt x="8224520" y="4819650"/>
                    <a:pt x="8117840" y="4956810"/>
                  </a:cubicBezTo>
                  <a:cubicBezTo>
                    <a:pt x="8006080" y="5100320"/>
                    <a:pt x="7847330" y="5302250"/>
                    <a:pt x="7694930" y="5335270"/>
                  </a:cubicBezTo>
                  <a:cubicBezTo>
                    <a:pt x="7559040" y="5364480"/>
                    <a:pt x="7396480" y="5173980"/>
                    <a:pt x="7259320" y="5199380"/>
                  </a:cubicBezTo>
                  <a:cubicBezTo>
                    <a:pt x="7109460" y="5227320"/>
                    <a:pt x="6978650" y="5495290"/>
                    <a:pt x="6838950" y="5534660"/>
                  </a:cubicBezTo>
                  <a:cubicBezTo>
                    <a:pt x="6731000" y="5565140"/>
                    <a:pt x="6587490" y="5513070"/>
                    <a:pt x="6516370" y="5492750"/>
                  </a:cubicBezTo>
                  <a:cubicBezTo>
                    <a:pt x="6478270" y="5482590"/>
                    <a:pt x="6459220" y="5471160"/>
                    <a:pt x="6433820" y="5455920"/>
                  </a:cubicBezTo>
                  <a:cubicBezTo>
                    <a:pt x="6408420" y="5440680"/>
                    <a:pt x="6384290" y="5421630"/>
                    <a:pt x="6362700" y="5401310"/>
                  </a:cubicBezTo>
                  <a:cubicBezTo>
                    <a:pt x="6341110" y="5379720"/>
                    <a:pt x="6322060" y="5355590"/>
                    <a:pt x="6305550" y="5330190"/>
                  </a:cubicBezTo>
                  <a:cubicBezTo>
                    <a:pt x="6290310" y="5304790"/>
                    <a:pt x="6276340" y="5276850"/>
                    <a:pt x="6267450" y="5248910"/>
                  </a:cubicBezTo>
                  <a:cubicBezTo>
                    <a:pt x="6258560" y="5220970"/>
                    <a:pt x="6252210" y="5190490"/>
                    <a:pt x="6250940" y="5160010"/>
                  </a:cubicBezTo>
                  <a:cubicBezTo>
                    <a:pt x="6249670" y="5130800"/>
                    <a:pt x="6250940" y="5099050"/>
                    <a:pt x="6256020" y="5069840"/>
                  </a:cubicBezTo>
                  <a:cubicBezTo>
                    <a:pt x="6261100" y="5040630"/>
                    <a:pt x="6269990" y="5011420"/>
                    <a:pt x="6281420" y="4983480"/>
                  </a:cubicBezTo>
                  <a:cubicBezTo>
                    <a:pt x="6292850" y="4956810"/>
                    <a:pt x="6309360" y="4930140"/>
                    <a:pt x="6327140" y="4906010"/>
                  </a:cubicBezTo>
                  <a:cubicBezTo>
                    <a:pt x="6344920" y="4881880"/>
                    <a:pt x="6367780" y="4860290"/>
                    <a:pt x="6390640" y="4841240"/>
                  </a:cubicBezTo>
                  <a:cubicBezTo>
                    <a:pt x="6413500" y="4822190"/>
                    <a:pt x="6440170" y="4806950"/>
                    <a:pt x="6466840" y="4794250"/>
                  </a:cubicBezTo>
                  <a:cubicBezTo>
                    <a:pt x="6493510" y="4781550"/>
                    <a:pt x="6507480" y="4775200"/>
                    <a:pt x="6553200" y="4766310"/>
                  </a:cubicBezTo>
                  <a:cubicBezTo>
                    <a:pt x="6710680" y="4735830"/>
                    <a:pt x="7354570" y="4597400"/>
                    <a:pt x="7626350" y="4690110"/>
                  </a:cubicBezTo>
                  <a:cubicBezTo>
                    <a:pt x="7835900" y="4761230"/>
                    <a:pt x="8078470" y="4960620"/>
                    <a:pt x="8103870" y="5114290"/>
                  </a:cubicBezTo>
                  <a:cubicBezTo>
                    <a:pt x="8126730" y="5251450"/>
                    <a:pt x="7980680" y="5452110"/>
                    <a:pt x="7857490" y="5554980"/>
                  </a:cubicBezTo>
                  <a:cubicBezTo>
                    <a:pt x="7730490" y="5661660"/>
                    <a:pt x="7510780" y="5694680"/>
                    <a:pt x="7344410" y="5731510"/>
                  </a:cubicBezTo>
                  <a:cubicBezTo>
                    <a:pt x="7193280" y="5765800"/>
                    <a:pt x="6954520" y="5793740"/>
                    <a:pt x="6901180" y="5779770"/>
                  </a:cubicBezTo>
                  <a:cubicBezTo>
                    <a:pt x="6887210" y="5775960"/>
                    <a:pt x="6889750" y="5767070"/>
                    <a:pt x="6878320" y="5763260"/>
                  </a:cubicBezTo>
                  <a:cubicBezTo>
                    <a:pt x="6859270" y="5756910"/>
                    <a:pt x="6818630" y="5761990"/>
                    <a:pt x="6790690" y="5756910"/>
                  </a:cubicBezTo>
                  <a:cubicBezTo>
                    <a:pt x="6762750" y="5751830"/>
                    <a:pt x="6734810" y="5742940"/>
                    <a:pt x="6708140" y="5731510"/>
                  </a:cubicBezTo>
                  <a:cubicBezTo>
                    <a:pt x="6681470" y="5720080"/>
                    <a:pt x="6656070" y="5704840"/>
                    <a:pt x="6633210" y="5687060"/>
                  </a:cubicBezTo>
                  <a:cubicBezTo>
                    <a:pt x="6610350" y="5669280"/>
                    <a:pt x="6590030" y="5647690"/>
                    <a:pt x="6572250" y="5624830"/>
                  </a:cubicBezTo>
                  <a:cubicBezTo>
                    <a:pt x="6554470" y="5601970"/>
                    <a:pt x="6537960" y="5576570"/>
                    <a:pt x="6526530" y="5549900"/>
                  </a:cubicBezTo>
                  <a:cubicBezTo>
                    <a:pt x="6515100" y="5523230"/>
                    <a:pt x="6506210" y="5495290"/>
                    <a:pt x="6501130" y="5467350"/>
                  </a:cubicBezTo>
                  <a:cubicBezTo>
                    <a:pt x="6496050" y="5439410"/>
                    <a:pt x="6494780" y="5408930"/>
                    <a:pt x="6496050" y="5379720"/>
                  </a:cubicBezTo>
                  <a:cubicBezTo>
                    <a:pt x="6497320" y="5350510"/>
                    <a:pt x="6502400" y="5322570"/>
                    <a:pt x="6511290" y="5294630"/>
                  </a:cubicBezTo>
                  <a:cubicBezTo>
                    <a:pt x="6520180" y="5267960"/>
                    <a:pt x="6531610" y="5240020"/>
                    <a:pt x="6546850" y="5215890"/>
                  </a:cubicBezTo>
                  <a:cubicBezTo>
                    <a:pt x="6562090" y="5191760"/>
                    <a:pt x="6581140" y="5167630"/>
                    <a:pt x="6601460" y="5147310"/>
                  </a:cubicBezTo>
                  <a:cubicBezTo>
                    <a:pt x="6621780" y="5126990"/>
                    <a:pt x="6645910" y="5107940"/>
                    <a:pt x="6670040" y="5092700"/>
                  </a:cubicBezTo>
                  <a:cubicBezTo>
                    <a:pt x="6694170" y="5077460"/>
                    <a:pt x="6709410" y="5069840"/>
                    <a:pt x="6748780" y="5057140"/>
                  </a:cubicBezTo>
                  <a:cubicBezTo>
                    <a:pt x="6854190" y="5022850"/>
                    <a:pt x="7170420" y="4960620"/>
                    <a:pt x="7353300" y="4930140"/>
                  </a:cubicBezTo>
                  <a:cubicBezTo>
                    <a:pt x="7504430" y="4904740"/>
                    <a:pt x="7682230" y="4883150"/>
                    <a:pt x="7768590" y="4879340"/>
                  </a:cubicBezTo>
                  <a:cubicBezTo>
                    <a:pt x="7807960" y="4878070"/>
                    <a:pt x="7821930" y="4875530"/>
                    <a:pt x="7853680" y="4881880"/>
                  </a:cubicBezTo>
                  <a:cubicBezTo>
                    <a:pt x="7898130" y="4892040"/>
                    <a:pt x="7971790" y="4922520"/>
                    <a:pt x="8009890" y="4947920"/>
                  </a:cubicBezTo>
                  <a:cubicBezTo>
                    <a:pt x="8036560" y="4965700"/>
                    <a:pt x="8053070" y="4984750"/>
                    <a:pt x="8070850" y="5006340"/>
                  </a:cubicBezTo>
                  <a:cubicBezTo>
                    <a:pt x="8088630" y="5027930"/>
                    <a:pt x="8103870" y="5053330"/>
                    <a:pt x="8116570" y="5078730"/>
                  </a:cubicBezTo>
                  <a:cubicBezTo>
                    <a:pt x="8129270" y="5104130"/>
                    <a:pt x="8138160" y="5130800"/>
                    <a:pt x="8144510" y="5158740"/>
                  </a:cubicBezTo>
                  <a:cubicBezTo>
                    <a:pt x="8150860" y="5186680"/>
                    <a:pt x="8152130" y="5215890"/>
                    <a:pt x="8150860" y="5243830"/>
                  </a:cubicBezTo>
                  <a:cubicBezTo>
                    <a:pt x="8149590" y="5271770"/>
                    <a:pt x="8145780" y="5300980"/>
                    <a:pt x="8138160" y="5327650"/>
                  </a:cubicBezTo>
                  <a:cubicBezTo>
                    <a:pt x="8130540" y="5354320"/>
                    <a:pt x="8119110" y="5382260"/>
                    <a:pt x="8105140" y="5406390"/>
                  </a:cubicBezTo>
                  <a:cubicBezTo>
                    <a:pt x="8091170" y="5430520"/>
                    <a:pt x="8073390" y="5454650"/>
                    <a:pt x="8054340" y="5474970"/>
                  </a:cubicBezTo>
                  <a:cubicBezTo>
                    <a:pt x="8035290" y="5495290"/>
                    <a:pt x="8012430" y="5514340"/>
                    <a:pt x="7988300" y="5529580"/>
                  </a:cubicBezTo>
                  <a:cubicBezTo>
                    <a:pt x="7964170" y="5544820"/>
                    <a:pt x="7948930" y="5553710"/>
                    <a:pt x="7910830" y="5566410"/>
                  </a:cubicBezTo>
                  <a:cubicBezTo>
                    <a:pt x="7811770" y="5598160"/>
                    <a:pt x="7565390" y="5640070"/>
                    <a:pt x="7364730" y="5670550"/>
                  </a:cubicBezTo>
                  <a:cubicBezTo>
                    <a:pt x="7122160" y="5707380"/>
                    <a:pt x="6887210" y="5727700"/>
                    <a:pt x="6558280" y="5760720"/>
                  </a:cubicBezTo>
                  <a:cubicBezTo>
                    <a:pt x="6041390" y="5812790"/>
                    <a:pt x="5170170" y="5880100"/>
                    <a:pt x="4560570" y="5941060"/>
                  </a:cubicBezTo>
                  <a:cubicBezTo>
                    <a:pt x="4044950" y="5993130"/>
                    <a:pt x="3442970" y="6054090"/>
                    <a:pt x="3133090" y="6097270"/>
                  </a:cubicBezTo>
                  <a:cubicBezTo>
                    <a:pt x="2983230" y="6118860"/>
                    <a:pt x="2876550" y="6146800"/>
                    <a:pt x="2800350" y="6154420"/>
                  </a:cubicBezTo>
                  <a:cubicBezTo>
                    <a:pt x="2760980" y="6158230"/>
                    <a:pt x="2740660" y="6159500"/>
                    <a:pt x="2711450" y="6156960"/>
                  </a:cubicBezTo>
                  <a:cubicBezTo>
                    <a:pt x="2682240" y="6154420"/>
                    <a:pt x="2653030" y="6148070"/>
                    <a:pt x="2625090" y="6137910"/>
                  </a:cubicBezTo>
                  <a:cubicBezTo>
                    <a:pt x="2597150" y="6127750"/>
                    <a:pt x="2570480" y="6115050"/>
                    <a:pt x="2546350" y="6098540"/>
                  </a:cubicBezTo>
                  <a:cubicBezTo>
                    <a:pt x="2522220" y="6082030"/>
                    <a:pt x="2498090" y="6062980"/>
                    <a:pt x="2477770" y="6041390"/>
                  </a:cubicBezTo>
                  <a:cubicBezTo>
                    <a:pt x="2457450" y="6019800"/>
                    <a:pt x="2439670" y="5995670"/>
                    <a:pt x="2425700" y="5970270"/>
                  </a:cubicBezTo>
                  <a:cubicBezTo>
                    <a:pt x="2411730" y="5944870"/>
                    <a:pt x="2400300" y="5915660"/>
                    <a:pt x="2392680" y="5887720"/>
                  </a:cubicBezTo>
                  <a:cubicBezTo>
                    <a:pt x="2385060" y="5859780"/>
                    <a:pt x="2379980" y="5829300"/>
                    <a:pt x="2379980" y="5800090"/>
                  </a:cubicBezTo>
                  <a:cubicBezTo>
                    <a:pt x="2379980" y="5770880"/>
                    <a:pt x="2382520" y="5740400"/>
                    <a:pt x="2388870" y="5712460"/>
                  </a:cubicBezTo>
                  <a:cubicBezTo>
                    <a:pt x="2395220" y="5683250"/>
                    <a:pt x="2405380" y="5655310"/>
                    <a:pt x="2418080" y="5628640"/>
                  </a:cubicBezTo>
                  <a:cubicBezTo>
                    <a:pt x="2430780" y="5601970"/>
                    <a:pt x="2447290" y="5576570"/>
                    <a:pt x="2466340" y="5554980"/>
                  </a:cubicBezTo>
                  <a:cubicBezTo>
                    <a:pt x="2485390" y="5532120"/>
                    <a:pt x="2506980" y="5513070"/>
                    <a:pt x="2531110" y="5495290"/>
                  </a:cubicBezTo>
                  <a:cubicBezTo>
                    <a:pt x="2553970" y="5478780"/>
                    <a:pt x="2580640" y="5463540"/>
                    <a:pt x="2607310" y="5452110"/>
                  </a:cubicBezTo>
                  <a:cubicBezTo>
                    <a:pt x="2633980" y="5440680"/>
                    <a:pt x="2650490" y="5434330"/>
                    <a:pt x="2693670" y="5427980"/>
                  </a:cubicBezTo>
                  <a:cubicBezTo>
                    <a:pt x="2813050" y="5408930"/>
                    <a:pt x="3093720" y="5412740"/>
                    <a:pt x="3382010" y="5396230"/>
                  </a:cubicBezTo>
                  <a:cubicBezTo>
                    <a:pt x="3869690" y="5368290"/>
                    <a:pt x="5126990" y="5266690"/>
                    <a:pt x="5353050" y="5262880"/>
                  </a:cubicBezTo>
                  <a:cubicBezTo>
                    <a:pt x="5400040" y="5261610"/>
                    <a:pt x="5410200" y="5261610"/>
                    <a:pt x="5438140" y="5265420"/>
                  </a:cubicBezTo>
                  <a:cubicBezTo>
                    <a:pt x="5466080" y="5269230"/>
                    <a:pt x="5494020" y="5276850"/>
                    <a:pt x="5520690" y="5288280"/>
                  </a:cubicBezTo>
                  <a:cubicBezTo>
                    <a:pt x="5546090" y="5298440"/>
                    <a:pt x="5571490" y="5313680"/>
                    <a:pt x="5594350" y="5330190"/>
                  </a:cubicBezTo>
                  <a:cubicBezTo>
                    <a:pt x="5617210" y="5346700"/>
                    <a:pt x="5638800" y="5368290"/>
                    <a:pt x="5656580" y="5389880"/>
                  </a:cubicBezTo>
                  <a:cubicBezTo>
                    <a:pt x="5674360" y="5411470"/>
                    <a:pt x="5689600" y="5435600"/>
                    <a:pt x="5702300" y="5461000"/>
                  </a:cubicBezTo>
                  <a:cubicBezTo>
                    <a:pt x="5715000" y="5486400"/>
                    <a:pt x="5725160" y="5509260"/>
                    <a:pt x="5730240" y="5542280"/>
                  </a:cubicBezTo>
                  <a:cubicBezTo>
                    <a:pt x="5736590" y="5588000"/>
                    <a:pt x="5734050" y="5666740"/>
                    <a:pt x="5723890" y="5711190"/>
                  </a:cubicBezTo>
                  <a:cubicBezTo>
                    <a:pt x="5716270" y="5742940"/>
                    <a:pt x="5704840" y="5765800"/>
                    <a:pt x="5690870" y="5789930"/>
                  </a:cubicBezTo>
                  <a:cubicBezTo>
                    <a:pt x="5676900" y="5814060"/>
                    <a:pt x="5659120" y="5836920"/>
                    <a:pt x="5640070" y="5857240"/>
                  </a:cubicBezTo>
                  <a:cubicBezTo>
                    <a:pt x="5621020" y="5877560"/>
                    <a:pt x="5598160" y="5896610"/>
                    <a:pt x="5574030" y="5911850"/>
                  </a:cubicBezTo>
                  <a:cubicBezTo>
                    <a:pt x="5549900" y="5927090"/>
                    <a:pt x="5524500" y="5939790"/>
                    <a:pt x="5497830" y="5948680"/>
                  </a:cubicBezTo>
                  <a:cubicBezTo>
                    <a:pt x="5471160" y="5957570"/>
                    <a:pt x="5455920" y="5960110"/>
                    <a:pt x="5414010" y="5966460"/>
                  </a:cubicBezTo>
                  <a:cubicBezTo>
                    <a:pt x="5297170" y="5985510"/>
                    <a:pt x="5041900" y="6019800"/>
                    <a:pt x="4738370" y="6047740"/>
                  </a:cubicBezTo>
                  <a:cubicBezTo>
                    <a:pt x="4117340" y="6106160"/>
                    <a:pt x="2649220" y="6176010"/>
                    <a:pt x="1896110" y="6235700"/>
                  </a:cubicBezTo>
                  <a:cubicBezTo>
                    <a:pt x="1398270" y="6275070"/>
                    <a:pt x="834390" y="6343650"/>
                    <a:pt x="657860" y="6351270"/>
                  </a:cubicBezTo>
                  <a:cubicBezTo>
                    <a:pt x="609600" y="6352540"/>
                    <a:pt x="596900" y="6353810"/>
                    <a:pt x="566420" y="6350000"/>
                  </a:cubicBezTo>
                  <a:cubicBezTo>
                    <a:pt x="537210" y="6346190"/>
                    <a:pt x="506730" y="6338570"/>
                    <a:pt x="478790" y="6327140"/>
                  </a:cubicBezTo>
                  <a:cubicBezTo>
                    <a:pt x="450850" y="6315710"/>
                    <a:pt x="424180" y="6300470"/>
                    <a:pt x="400050" y="6282690"/>
                  </a:cubicBezTo>
                  <a:cubicBezTo>
                    <a:pt x="375920" y="6264910"/>
                    <a:pt x="351790" y="6244590"/>
                    <a:pt x="332740" y="6221730"/>
                  </a:cubicBezTo>
                  <a:cubicBezTo>
                    <a:pt x="313690" y="6198870"/>
                    <a:pt x="295910" y="6173470"/>
                    <a:pt x="283210" y="6146800"/>
                  </a:cubicBezTo>
                  <a:cubicBezTo>
                    <a:pt x="269240" y="6120130"/>
                    <a:pt x="259080" y="6090920"/>
                    <a:pt x="252730" y="6061710"/>
                  </a:cubicBezTo>
                  <a:cubicBezTo>
                    <a:pt x="246380" y="6032500"/>
                    <a:pt x="242570" y="6002020"/>
                    <a:pt x="242570" y="5971540"/>
                  </a:cubicBezTo>
                  <a:cubicBezTo>
                    <a:pt x="242570" y="5941060"/>
                    <a:pt x="247650" y="5910580"/>
                    <a:pt x="255270" y="5881370"/>
                  </a:cubicBezTo>
                  <a:cubicBezTo>
                    <a:pt x="262890" y="5852160"/>
                    <a:pt x="275590" y="5824220"/>
                    <a:pt x="289560" y="5797550"/>
                  </a:cubicBezTo>
                  <a:cubicBezTo>
                    <a:pt x="303530" y="5770880"/>
                    <a:pt x="321310" y="5745480"/>
                    <a:pt x="341630" y="5723890"/>
                  </a:cubicBezTo>
                  <a:cubicBezTo>
                    <a:pt x="361950" y="5701030"/>
                    <a:pt x="386080" y="5680710"/>
                    <a:pt x="411480" y="5664200"/>
                  </a:cubicBezTo>
                  <a:cubicBezTo>
                    <a:pt x="436880" y="5647690"/>
                    <a:pt x="463550" y="5633720"/>
                    <a:pt x="491490" y="5623560"/>
                  </a:cubicBezTo>
                  <a:cubicBezTo>
                    <a:pt x="519430" y="5613400"/>
                    <a:pt x="537210" y="5608320"/>
                    <a:pt x="580390" y="5603240"/>
                  </a:cubicBezTo>
                  <a:cubicBezTo>
                    <a:pt x="684530" y="5590540"/>
                    <a:pt x="938530" y="5607050"/>
                    <a:pt x="1123950" y="5586730"/>
                  </a:cubicBezTo>
                  <a:cubicBezTo>
                    <a:pt x="1320800" y="5565140"/>
                    <a:pt x="1540510" y="5511800"/>
                    <a:pt x="1728470" y="5472430"/>
                  </a:cubicBezTo>
                  <a:cubicBezTo>
                    <a:pt x="1894840" y="5438140"/>
                    <a:pt x="2043430" y="5408930"/>
                    <a:pt x="2197100" y="5365750"/>
                  </a:cubicBezTo>
                  <a:cubicBezTo>
                    <a:pt x="2349500" y="5322570"/>
                    <a:pt x="2500630" y="5279390"/>
                    <a:pt x="2646680" y="5214620"/>
                  </a:cubicBezTo>
                  <a:cubicBezTo>
                    <a:pt x="2795270" y="5148580"/>
                    <a:pt x="2932430" y="5050790"/>
                    <a:pt x="3081020" y="4973320"/>
                  </a:cubicBezTo>
                  <a:cubicBezTo>
                    <a:pt x="3234690" y="4893310"/>
                    <a:pt x="3368040" y="4823460"/>
                    <a:pt x="3556000" y="4739640"/>
                  </a:cubicBezTo>
                  <a:cubicBezTo>
                    <a:pt x="3820160" y="4622800"/>
                    <a:pt x="4391660" y="4425950"/>
                    <a:pt x="4523740" y="4358640"/>
                  </a:cubicBezTo>
                  <a:cubicBezTo>
                    <a:pt x="4560570" y="4339590"/>
                    <a:pt x="4565650" y="4326890"/>
                    <a:pt x="4589780" y="4316730"/>
                  </a:cubicBezTo>
                  <a:cubicBezTo>
                    <a:pt x="4616450" y="4305300"/>
                    <a:pt x="4648200" y="4298950"/>
                    <a:pt x="4677410" y="4295140"/>
                  </a:cubicBezTo>
                  <a:cubicBezTo>
                    <a:pt x="4706620" y="4291330"/>
                    <a:pt x="4738370" y="4292600"/>
                    <a:pt x="4767580" y="4296410"/>
                  </a:cubicBezTo>
                  <a:cubicBezTo>
                    <a:pt x="4796790" y="4300220"/>
                    <a:pt x="4826000" y="4307840"/>
                    <a:pt x="4853940" y="4318000"/>
                  </a:cubicBezTo>
                  <a:cubicBezTo>
                    <a:pt x="4881880" y="4328160"/>
                    <a:pt x="4909820" y="4343400"/>
                    <a:pt x="4933950" y="4359910"/>
                  </a:cubicBezTo>
                  <a:cubicBezTo>
                    <a:pt x="4958080" y="4376420"/>
                    <a:pt x="4980940" y="4396740"/>
                    <a:pt x="4999990" y="4419600"/>
                  </a:cubicBezTo>
                  <a:cubicBezTo>
                    <a:pt x="5019040" y="4442460"/>
                    <a:pt x="5036820" y="4467860"/>
                    <a:pt x="5050790" y="4494530"/>
                  </a:cubicBezTo>
                  <a:cubicBezTo>
                    <a:pt x="5064760" y="4521200"/>
                    <a:pt x="5076190" y="4549140"/>
                    <a:pt x="5082540" y="4578350"/>
                  </a:cubicBezTo>
                  <a:cubicBezTo>
                    <a:pt x="5088890" y="4607560"/>
                    <a:pt x="5092700" y="4638040"/>
                    <a:pt x="5092700" y="4667250"/>
                  </a:cubicBezTo>
                  <a:cubicBezTo>
                    <a:pt x="5092700" y="4696460"/>
                    <a:pt x="5090160" y="4726940"/>
                    <a:pt x="5082540" y="4756150"/>
                  </a:cubicBezTo>
                  <a:cubicBezTo>
                    <a:pt x="5074920" y="4785360"/>
                    <a:pt x="5063490" y="4813300"/>
                    <a:pt x="5049520" y="4839970"/>
                  </a:cubicBezTo>
                  <a:cubicBezTo>
                    <a:pt x="5035550" y="4866640"/>
                    <a:pt x="5017770" y="4892040"/>
                    <a:pt x="4998720" y="4913630"/>
                  </a:cubicBezTo>
                  <a:cubicBezTo>
                    <a:pt x="4978400" y="4936490"/>
                    <a:pt x="4955540" y="4956810"/>
                    <a:pt x="4931410" y="4973320"/>
                  </a:cubicBezTo>
                  <a:cubicBezTo>
                    <a:pt x="4907280" y="4989830"/>
                    <a:pt x="4892040" y="4997450"/>
                    <a:pt x="4851400" y="5013960"/>
                  </a:cubicBezTo>
                  <a:cubicBezTo>
                    <a:pt x="4734560" y="5062220"/>
                    <a:pt x="4375150" y="5160010"/>
                    <a:pt x="4156710" y="5242560"/>
                  </a:cubicBezTo>
                  <a:cubicBezTo>
                    <a:pt x="3954780" y="5317490"/>
                    <a:pt x="3803650" y="5383530"/>
                    <a:pt x="3585210" y="5483860"/>
                  </a:cubicBezTo>
                  <a:cubicBezTo>
                    <a:pt x="3279140" y="5624830"/>
                    <a:pt x="2802890" y="5887720"/>
                    <a:pt x="2500630" y="6027420"/>
                  </a:cubicBezTo>
                  <a:cubicBezTo>
                    <a:pt x="2288540" y="6125210"/>
                    <a:pt x="2114550" y="6209030"/>
                    <a:pt x="1953260" y="6261100"/>
                  </a:cubicBezTo>
                  <a:cubicBezTo>
                    <a:pt x="1831340" y="6300470"/>
                    <a:pt x="1700530" y="6324600"/>
                    <a:pt x="1624330" y="6334760"/>
                  </a:cubicBezTo>
                  <a:cubicBezTo>
                    <a:pt x="1583690" y="6339840"/>
                    <a:pt x="1562100" y="6342380"/>
                    <a:pt x="1531620" y="6339840"/>
                  </a:cubicBezTo>
                  <a:cubicBezTo>
                    <a:pt x="1501140" y="6337300"/>
                    <a:pt x="1470660" y="6330950"/>
                    <a:pt x="1441450" y="6322060"/>
                  </a:cubicBezTo>
                  <a:cubicBezTo>
                    <a:pt x="1412240" y="6311900"/>
                    <a:pt x="1383030" y="6299200"/>
                    <a:pt x="1357630" y="6282690"/>
                  </a:cubicBezTo>
                  <a:cubicBezTo>
                    <a:pt x="1330960" y="6266180"/>
                    <a:pt x="1306830" y="6245860"/>
                    <a:pt x="1285240" y="6224270"/>
                  </a:cubicBezTo>
                  <a:cubicBezTo>
                    <a:pt x="1263650" y="6202680"/>
                    <a:pt x="1244600" y="6177280"/>
                    <a:pt x="1229360" y="6150610"/>
                  </a:cubicBezTo>
                  <a:cubicBezTo>
                    <a:pt x="1214120" y="6123940"/>
                    <a:pt x="1201420" y="6096000"/>
                    <a:pt x="1192530" y="6066790"/>
                  </a:cubicBezTo>
                  <a:cubicBezTo>
                    <a:pt x="1183640" y="6037580"/>
                    <a:pt x="1178560" y="6005830"/>
                    <a:pt x="1177290" y="5975350"/>
                  </a:cubicBezTo>
                  <a:cubicBezTo>
                    <a:pt x="1176020" y="5944870"/>
                    <a:pt x="1178560" y="5914390"/>
                    <a:pt x="1184910" y="5883910"/>
                  </a:cubicBezTo>
                  <a:cubicBezTo>
                    <a:pt x="1191260" y="5853430"/>
                    <a:pt x="1200150" y="5822950"/>
                    <a:pt x="1212850" y="5795010"/>
                  </a:cubicBezTo>
                  <a:cubicBezTo>
                    <a:pt x="1225550" y="5767070"/>
                    <a:pt x="1243330" y="5741670"/>
                    <a:pt x="1262380" y="5717540"/>
                  </a:cubicBezTo>
                  <a:cubicBezTo>
                    <a:pt x="1281430" y="5693410"/>
                    <a:pt x="1304290" y="5671820"/>
                    <a:pt x="1328420" y="5652770"/>
                  </a:cubicBezTo>
                  <a:cubicBezTo>
                    <a:pt x="1352550" y="5633720"/>
                    <a:pt x="1380490" y="5618480"/>
                    <a:pt x="1408430" y="5605780"/>
                  </a:cubicBezTo>
                  <a:cubicBezTo>
                    <a:pt x="1436370" y="5594350"/>
                    <a:pt x="1452880" y="5599430"/>
                    <a:pt x="1496060" y="5580380"/>
                  </a:cubicBezTo>
                  <a:cubicBezTo>
                    <a:pt x="1643380" y="5514340"/>
                    <a:pt x="2152650" y="5165090"/>
                    <a:pt x="2418080" y="5008880"/>
                  </a:cubicBezTo>
                  <a:cubicBezTo>
                    <a:pt x="2616200" y="4892040"/>
                    <a:pt x="2764790" y="4801870"/>
                    <a:pt x="2943860" y="4715510"/>
                  </a:cubicBezTo>
                  <a:cubicBezTo>
                    <a:pt x="3120390" y="4630420"/>
                    <a:pt x="3336290" y="4455160"/>
                    <a:pt x="3484880" y="4490720"/>
                  </a:cubicBezTo>
                  <a:cubicBezTo>
                    <a:pt x="3624580" y="4523740"/>
                    <a:pt x="3829050" y="4761230"/>
                    <a:pt x="3820160" y="4884420"/>
                  </a:cubicBezTo>
                  <a:cubicBezTo>
                    <a:pt x="3811270" y="5010150"/>
                    <a:pt x="3585210" y="5121910"/>
                    <a:pt x="3413760" y="5237480"/>
                  </a:cubicBezTo>
                  <a:cubicBezTo>
                    <a:pt x="3177540" y="5396230"/>
                    <a:pt x="2748280" y="5561330"/>
                    <a:pt x="2501900" y="5697220"/>
                  </a:cubicBezTo>
                  <a:cubicBezTo>
                    <a:pt x="2327910" y="5792470"/>
                    <a:pt x="2209800" y="5857240"/>
                    <a:pt x="2066290" y="5958840"/>
                  </a:cubicBezTo>
                  <a:cubicBezTo>
                    <a:pt x="1911350" y="6069330"/>
                    <a:pt x="1696720" y="6273800"/>
                    <a:pt x="1609090" y="6342380"/>
                  </a:cubicBezTo>
                  <a:cubicBezTo>
                    <a:pt x="1574800" y="6369050"/>
                    <a:pt x="1562100" y="6381750"/>
                    <a:pt x="1536700" y="6395720"/>
                  </a:cubicBezTo>
                  <a:cubicBezTo>
                    <a:pt x="1510030" y="6409690"/>
                    <a:pt x="1482090" y="6421120"/>
                    <a:pt x="1452880" y="6428740"/>
                  </a:cubicBezTo>
                  <a:cubicBezTo>
                    <a:pt x="1423670" y="6436360"/>
                    <a:pt x="1393190" y="6441440"/>
                    <a:pt x="1363980" y="6442710"/>
                  </a:cubicBezTo>
                  <a:cubicBezTo>
                    <a:pt x="1333500" y="6443980"/>
                    <a:pt x="1303020" y="6440170"/>
                    <a:pt x="1273810" y="6433820"/>
                  </a:cubicBezTo>
                  <a:cubicBezTo>
                    <a:pt x="1244600" y="6427470"/>
                    <a:pt x="1215390" y="6417310"/>
                    <a:pt x="1188720" y="6403340"/>
                  </a:cubicBezTo>
                  <a:cubicBezTo>
                    <a:pt x="1162050" y="6390640"/>
                    <a:pt x="1136650" y="6372860"/>
                    <a:pt x="1113790" y="6353810"/>
                  </a:cubicBezTo>
                  <a:cubicBezTo>
                    <a:pt x="1090930" y="6334760"/>
                    <a:pt x="1070610" y="6311900"/>
                    <a:pt x="1052830" y="6287770"/>
                  </a:cubicBezTo>
                  <a:cubicBezTo>
                    <a:pt x="1035050" y="6263640"/>
                    <a:pt x="1019810" y="6236970"/>
                    <a:pt x="1008380" y="6209030"/>
                  </a:cubicBezTo>
                  <a:cubicBezTo>
                    <a:pt x="996950" y="6181090"/>
                    <a:pt x="989330" y="6150610"/>
                    <a:pt x="985520" y="6121400"/>
                  </a:cubicBezTo>
                  <a:cubicBezTo>
                    <a:pt x="981710" y="6092190"/>
                    <a:pt x="980440" y="6060440"/>
                    <a:pt x="982980" y="6031230"/>
                  </a:cubicBezTo>
                  <a:cubicBezTo>
                    <a:pt x="985520" y="6002020"/>
                    <a:pt x="993140" y="5971540"/>
                    <a:pt x="1003300" y="5943600"/>
                  </a:cubicBezTo>
                  <a:cubicBezTo>
                    <a:pt x="1013460" y="5915660"/>
                    <a:pt x="1026160" y="5887720"/>
                    <a:pt x="1042670" y="5862320"/>
                  </a:cubicBezTo>
                  <a:cubicBezTo>
                    <a:pt x="1059180" y="5836920"/>
                    <a:pt x="1070610" y="5822950"/>
                    <a:pt x="1101090" y="5793740"/>
                  </a:cubicBezTo>
                  <a:cubicBezTo>
                    <a:pt x="1181100" y="5717540"/>
                    <a:pt x="1372870" y="5558790"/>
                    <a:pt x="1568450" y="5426710"/>
                  </a:cubicBezTo>
                  <a:cubicBezTo>
                    <a:pt x="1859280" y="5229860"/>
                    <a:pt x="2379980" y="4951730"/>
                    <a:pt x="2707640" y="4772660"/>
                  </a:cubicBezTo>
                  <a:cubicBezTo>
                    <a:pt x="2951480" y="4639310"/>
                    <a:pt x="3133090" y="4533900"/>
                    <a:pt x="3354070" y="4438650"/>
                  </a:cubicBezTo>
                  <a:cubicBezTo>
                    <a:pt x="3572510" y="4344670"/>
                    <a:pt x="3773170" y="4283710"/>
                    <a:pt x="4024630" y="4203700"/>
                  </a:cubicBezTo>
                  <a:cubicBezTo>
                    <a:pt x="4340860" y="4102100"/>
                    <a:pt x="4735830" y="4001770"/>
                    <a:pt x="5104130" y="3891280"/>
                  </a:cubicBezTo>
                  <a:cubicBezTo>
                    <a:pt x="5491480" y="3774440"/>
                    <a:pt x="6121399" y="3554730"/>
                    <a:pt x="6292849" y="3519170"/>
                  </a:cubicBezTo>
                  <a:cubicBezTo>
                    <a:pt x="6338570" y="3509010"/>
                    <a:pt x="6352540" y="3509010"/>
                    <a:pt x="6381749" y="3509010"/>
                  </a:cubicBezTo>
                  <a:cubicBezTo>
                    <a:pt x="6410960" y="3509010"/>
                    <a:pt x="6441440" y="3511550"/>
                    <a:pt x="6470650" y="3519170"/>
                  </a:cubicBezTo>
                  <a:cubicBezTo>
                    <a:pt x="6499860" y="3526790"/>
                    <a:pt x="6527800" y="3538220"/>
                    <a:pt x="6554470" y="3552190"/>
                  </a:cubicBezTo>
                  <a:cubicBezTo>
                    <a:pt x="6581140" y="3566160"/>
                    <a:pt x="6606540" y="3583940"/>
                    <a:pt x="6628129" y="3602990"/>
                  </a:cubicBezTo>
                  <a:cubicBezTo>
                    <a:pt x="6650990" y="3623310"/>
                    <a:pt x="6671310" y="3646170"/>
                    <a:pt x="6687820" y="3670300"/>
                  </a:cubicBezTo>
                  <a:cubicBezTo>
                    <a:pt x="6704329" y="3694430"/>
                    <a:pt x="6719570" y="3722370"/>
                    <a:pt x="6729729" y="3750310"/>
                  </a:cubicBezTo>
                  <a:cubicBezTo>
                    <a:pt x="6739890" y="3778250"/>
                    <a:pt x="6747510" y="3808730"/>
                    <a:pt x="6751320" y="3837940"/>
                  </a:cubicBezTo>
                  <a:cubicBezTo>
                    <a:pt x="6755129" y="3867150"/>
                    <a:pt x="6753860" y="3898900"/>
                    <a:pt x="6750050" y="3928110"/>
                  </a:cubicBezTo>
                  <a:cubicBezTo>
                    <a:pt x="6746240" y="3957320"/>
                    <a:pt x="6738620" y="3986530"/>
                    <a:pt x="6728460" y="4014470"/>
                  </a:cubicBezTo>
                  <a:cubicBezTo>
                    <a:pt x="6718300" y="4042410"/>
                    <a:pt x="6703060" y="4070350"/>
                    <a:pt x="6686550" y="4094480"/>
                  </a:cubicBezTo>
                  <a:cubicBezTo>
                    <a:pt x="6670040" y="4118610"/>
                    <a:pt x="6649720" y="4141470"/>
                    <a:pt x="6626860" y="4161790"/>
                  </a:cubicBezTo>
                  <a:cubicBezTo>
                    <a:pt x="6605270" y="4180840"/>
                    <a:pt x="6579870" y="4198620"/>
                    <a:pt x="6553200" y="4212590"/>
                  </a:cubicBezTo>
                  <a:cubicBezTo>
                    <a:pt x="6526529" y="4226560"/>
                    <a:pt x="6508750" y="4232910"/>
                    <a:pt x="6468110" y="4244340"/>
                  </a:cubicBezTo>
                  <a:cubicBezTo>
                    <a:pt x="6370320" y="4271010"/>
                    <a:pt x="6130290" y="4288790"/>
                    <a:pt x="5957570" y="4329430"/>
                  </a:cubicBezTo>
                  <a:cubicBezTo>
                    <a:pt x="5774690" y="4372610"/>
                    <a:pt x="5596890" y="4429760"/>
                    <a:pt x="5402580" y="4497070"/>
                  </a:cubicBezTo>
                  <a:cubicBezTo>
                    <a:pt x="5181599" y="4573270"/>
                    <a:pt x="4926330" y="4669790"/>
                    <a:pt x="4705349" y="4771390"/>
                  </a:cubicBezTo>
                  <a:cubicBezTo>
                    <a:pt x="4494530" y="4869180"/>
                    <a:pt x="4300220" y="4980940"/>
                    <a:pt x="4103370" y="5092700"/>
                  </a:cubicBezTo>
                  <a:cubicBezTo>
                    <a:pt x="3907790" y="5204460"/>
                    <a:pt x="3634740" y="5386070"/>
                    <a:pt x="3529330" y="5440680"/>
                  </a:cubicBezTo>
                  <a:cubicBezTo>
                    <a:pt x="3491230" y="5459730"/>
                    <a:pt x="3475990" y="5467350"/>
                    <a:pt x="3448049" y="5474970"/>
                  </a:cubicBezTo>
                  <a:cubicBezTo>
                    <a:pt x="3420110" y="5482590"/>
                    <a:pt x="3388360" y="5487670"/>
                    <a:pt x="3359149" y="5488940"/>
                  </a:cubicBezTo>
                  <a:cubicBezTo>
                    <a:pt x="3329940" y="5490210"/>
                    <a:pt x="3299460" y="5487670"/>
                    <a:pt x="3270249" y="5481320"/>
                  </a:cubicBezTo>
                  <a:cubicBezTo>
                    <a:pt x="3241040" y="5474970"/>
                    <a:pt x="3213099" y="5464810"/>
                    <a:pt x="3186430" y="5452110"/>
                  </a:cubicBezTo>
                  <a:cubicBezTo>
                    <a:pt x="3159759" y="5439410"/>
                    <a:pt x="3134359" y="5422900"/>
                    <a:pt x="3111500" y="5403850"/>
                  </a:cubicBezTo>
                  <a:cubicBezTo>
                    <a:pt x="3088640" y="5384800"/>
                    <a:pt x="3068320" y="5361940"/>
                    <a:pt x="3050540" y="5337810"/>
                  </a:cubicBezTo>
                  <a:cubicBezTo>
                    <a:pt x="3032759" y="5313680"/>
                    <a:pt x="3017520" y="5287010"/>
                    <a:pt x="3006090" y="5260340"/>
                  </a:cubicBezTo>
                  <a:cubicBezTo>
                    <a:pt x="2994659" y="5233670"/>
                    <a:pt x="2988309" y="5204460"/>
                    <a:pt x="2983230" y="5175250"/>
                  </a:cubicBezTo>
                  <a:cubicBezTo>
                    <a:pt x="2978150" y="5146040"/>
                    <a:pt x="2976880" y="5115560"/>
                    <a:pt x="2979420" y="5086350"/>
                  </a:cubicBezTo>
                  <a:cubicBezTo>
                    <a:pt x="2981959" y="5057140"/>
                    <a:pt x="2988309" y="5026660"/>
                    <a:pt x="2998470" y="4998720"/>
                  </a:cubicBezTo>
                  <a:cubicBezTo>
                    <a:pt x="3008630" y="4970780"/>
                    <a:pt x="3021330" y="4942840"/>
                    <a:pt x="3037840" y="4918710"/>
                  </a:cubicBezTo>
                  <a:cubicBezTo>
                    <a:pt x="3054350" y="4893310"/>
                    <a:pt x="3073400" y="4870450"/>
                    <a:pt x="3094990" y="4850130"/>
                  </a:cubicBezTo>
                  <a:cubicBezTo>
                    <a:pt x="3116580" y="4829810"/>
                    <a:pt x="3130550" y="4817110"/>
                    <a:pt x="3166109" y="4796790"/>
                  </a:cubicBezTo>
                  <a:cubicBezTo>
                    <a:pt x="3251199" y="4749800"/>
                    <a:pt x="3453130" y="4691380"/>
                    <a:pt x="3623310" y="4621530"/>
                  </a:cubicBezTo>
                  <a:cubicBezTo>
                    <a:pt x="3844290" y="4531360"/>
                    <a:pt x="4156710" y="4384040"/>
                    <a:pt x="4377690" y="4295140"/>
                  </a:cubicBezTo>
                  <a:cubicBezTo>
                    <a:pt x="4547870" y="4226560"/>
                    <a:pt x="4681220" y="4179570"/>
                    <a:pt x="4832349" y="4124960"/>
                  </a:cubicBezTo>
                  <a:cubicBezTo>
                    <a:pt x="4979670" y="4071620"/>
                    <a:pt x="5090160" y="4030980"/>
                    <a:pt x="5273040" y="3970020"/>
                  </a:cubicBezTo>
                  <a:cubicBezTo>
                    <a:pt x="5568949" y="3870960"/>
                    <a:pt x="6277610" y="3648710"/>
                    <a:pt x="6445249" y="3602990"/>
                  </a:cubicBezTo>
                  <a:cubicBezTo>
                    <a:pt x="6489700" y="3590290"/>
                    <a:pt x="6502400" y="3586480"/>
                    <a:pt x="6531610" y="3582670"/>
                  </a:cubicBezTo>
                  <a:cubicBezTo>
                    <a:pt x="6560820" y="3578860"/>
                    <a:pt x="6592570" y="3580130"/>
                    <a:pt x="6621779" y="3583940"/>
                  </a:cubicBezTo>
                  <a:cubicBezTo>
                    <a:pt x="6650990" y="3587750"/>
                    <a:pt x="6680200" y="3594100"/>
                    <a:pt x="6708140" y="3605530"/>
                  </a:cubicBezTo>
                  <a:cubicBezTo>
                    <a:pt x="6734810" y="3615690"/>
                    <a:pt x="6761479" y="3632200"/>
                    <a:pt x="6785610" y="3648710"/>
                  </a:cubicBezTo>
                  <a:cubicBezTo>
                    <a:pt x="6809740" y="3666490"/>
                    <a:pt x="6832600" y="3686810"/>
                    <a:pt x="6851650" y="3708400"/>
                  </a:cubicBezTo>
                  <a:cubicBezTo>
                    <a:pt x="6870700" y="3731260"/>
                    <a:pt x="6888479" y="3755390"/>
                    <a:pt x="6902450" y="3782060"/>
                  </a:cubicBezTo>
                  <a:cubicBezTo>
                    <a:pt x="6916420" y="3808730"/>
                    <a:pt x="6926579" y="3836670"/>
                    <a:pt x="6932929" y="3865880"/>
                  </a:cubicBezTo>
                  <a:cubicBezTo>
                    <a:pt x="6939279" y="3895090"/>
                    <a:pt x="6943090" y="3925570"/>
                    <a:pt x="6943090" y="3954780"/>
                  </a:cubicBezTo>
                  <a:cubicBezTo>
                    <a:pt x="6943090" y="3983990"/>
                    <a:pt x="6939279" y="4014470"/>
                    <a:pt x="6931660" y="4042410"/>
                  </a:cubicBezTo>
                  <a:cubicBezTo>
                    <a:pt x="6924040" y="4071620"/>
                    <a:pt x="6912610" y="4099560"/>
                    <a:pt x="6898640" y="4126230"/>
                  </a:cubicBezTo>
                  <a:cubicBezTo>
                    <a:pt x="6884670" y="4151630"/>
                    <a:pt x="6866890" y="4177030"/>
                    <a:pt x="6846570" y="4198620"/>
                  </a:cubicBezTo>
                  <a:cubicBezTo>
                    <a:pt x="6826250" y="4220210"/>
                    <a:pt x="6814820" y="4232910"/>
                    <a:pt x="6779260" y="4257040"/>
                  </a:cubicBezTo>
                  <a:cubicBezTo>
                    <a:pt x="6682740" y="4321810"/>
                    <a:pt x="6435090" y="4442460"/>
                    <a:pt x="6203949" y="4555490"/>
                  </a:cubicBezTo>
                  <a:cubicBezTo>
                    <a:pt x="5863590" y="4721860"/>
                    <a:pt x="5320030" y="4939030"/>
                    <a:pt x="4926330" y="5139690"/>
                  </a:cubicBezTo>
                  <a:cubicBezTo>
                    <a:pt x="4574540" y="5318760"/>
                    <a:pt x="4161790" y="5580380"/>
                    <a:pt x="3950970" y="5692140"/>
                  </a:cubicBezTo>
                  <a:cubicBezTo>
                    <a:pt x="3851910" y="5744210"/>
                    <a:pt x="3788410" y="5778500"/>
                    <a:pt x="3731260" y="5802630"/>
                  </a:cubicBezTo>
                  <a:cubicBezTo>
                    <a:pt x="3696970" y="5816600"/>
                    <a:pt x="3675380" y="5825490"/>
                    <a:pt x="3646170" y="5831840"/>
                  </a:cubicBezTo>
                  <a:cubicBezTo>
                    <a:pt x="3616960" y="5838190"/>
                    <a:pt x="3586480" y="5840730"/>
                    <a:pt x="3555999" y="5839460"/>
                  </a:cubicBezTo>
                  <a:cubicBezTo>
                    <a:pt x="3526790" y="5838190"/>
                    <a:pt x="3496310" y="5834380"/>
                    <a:pt x="3467099" y="5825490"/>
                  </a:cubicBezTo>
                  <a:cubicBezTo>
                    <a:pt x="3439160" y="5817870"/>
                    <a:pt x="3409949" y="5805170"/>
                    <a:pt x="3384549" y="5789930"/>
                  </a:cubicBezTo>
                  <a:cubicBezTo>
                    <a:pt x="3359149" y="5774690"/>
                    <a:pt x="3333749" y="5756910"/>
                    <a:pt x="3312160" y="5736590"/>
                  </a:cubicBezTo>
                  <a:cubicBezTo>
                    <a:pt x="3290570" y="5716270"/>
                    <a:pt x="3271520" y="5692140"/>
                    <a:pt x="3255010" y="5666740"/>
                  </a:cubicBezTo>
                  <a:cubicBezTo>
                    <a:pt x="3238499" y="5641340"/>
                    <a:pt x="3225799" y="5613400"/>
                    <a:pt x="3215640" y="5585460"/>
                  </a:cubicBezTo>
                  <a:cubicBezTo>
                    <a:pt x="3205480" y="5557520"/>
                    <a:pt x="3199130" y="5527040"/>
                    <a:pt x="3196590" y="5497830"/>
                  </a:cubicBezTo>
                  <a:cubicBezTo>
                    <a:pt x="3194050" y="5468620"/>
                    <a:pt x="3194050" y="5436870"/>
                    <a:pt x="3199130" y="5407660"/>
                  </a:cubicBezTo>
                  <a:cubicBezTo>
                    <a:pt x="3204210" y="5378450"/>
                    <a:pt x="3213099" y="5349240"/>
                    <a:pt x="3224530" y="5321300"/>
                  </a:cubicBezTo>
                  <a:cubicBezTo>
                    <a:pt x="3235960" y="5293360"/>
                    <a:pt x="3251199" y="5266690"/>
                    <a:pt x="3268980" y="5242560"/>
                  </a:cubicBezTo>
                  <a:cubicBezTo>
                    <a:pt x="3286760" y="5218430"/>
                    <a:pt x="3308349" y="5196840"/>
                    <a:pt x="3331210" y="5177790"/>
                  </a:cubicBezTo>
                  <a:cubicBezTo>
                    <a:pt x="3354070" y="5158740"/>
                    <a:pt x="3365499" y="5152390"/>
                    <a:pt x="3406140" y="5128260"/>
                  </a:cubicBezTo>
                  <a:cubicBezTo>
                    <a:pt x="3552190" y="5041900"/>
                    <a:pt x="4145280" y="4725670"/>
                    <a:pt x="4452620" y="4575810"/>
                  </a:cubicBezTo>
                  <a:cubicBezTo>
                    <a:pt x="4688840" y="4460240"/>
                    <a:pt x="4885690" y="4375150"/>
                    <a:pt x="5087620" y="4290060"/>
                  </a:cubicBezTo>
                  <a:cubicBezTo>
                    <a:pt x="5269230" y="4212590"/>
                    <a:pt x="5424170" y="4154170"/>
                    <a:pt x="5610860" y="4083050"/>
                  </a:cubicBezTo>
                  <a:cubicBezTo>
                    <a:pt x="5824220" y="4003040"/>
                    <a:pt x="6090920" y="3895090"/>
                    <a:pt x="6303010" y="3835400"/>
                  </a:cubicBezTo>
                  <a:cubicBezTo>
                    <a:pt x="6478270" y="3785870"/>
                    <a:pt x="6793229" y="3746500"/>
                    <a:pt x="6791960" y="3733800"/>
                  </a:cubicBezTo>
                  <a:cubicBezTo>
                    <a:pt x="6791960" y="3727450"/>
                    <a:pt x="6659879" y="3736340"/>
                    <a:pt x="6659879" y="3731260"/>
                  </a:cubicBezTo>
                  <a:cubicBezTo>
                    <a:pt x="6659879" y="3727450"/>
                    <a:pt x="6717029" y="3713480"/>
                    <a:pt x="6746240" y="3709670"/>
                  </a:cubicBezTo>
                  <a:cubicBezTo>
                    <a:pt x="6775450" y="3705860"/>
                    <a:pt x="6805929" y="3705860"/>
                    <a:pt x="6835140" y="3709670"/>
                  </a:cubicBezTo>
                  <a:cubicBezTo>
                    <a:pt x="6864350" y="3713480"/>
                    <a:pt x="6894829" y="3721100"/>
                    <a:pt x="6922770" y="3731260"/>
                  </a:cubicBezTo>
                  <a:cubicBezTo>
                    <a:pt x="6950710" y="3741420"/>
                    <a:pt x="6977379" y="3756660"/>
                    <a:pt x="7001510" y="3773170"/>
                  </a:cubicBezTo>
                  <a:cubicBezTo>
                    <a:pt x="7025640" y="3789680"/>
                    <a:pt x="7048500" y="3811270"/>
                    <a:pt x="7067550" y="3832860"/>
                  </a:cubicBezTo>
                  <a:cubicBezTo>
                    <a:pt x="7086600" y="3855720"/>
                    <a:pt x="7104379" y="3879850"/>
                    <a:pt x="7118350" y="3906520"/>
                  </a:cubicBezTo>
                  <a:cubicBezTo>
                    <a:pt x="7132320" y="3931920"/>
                    <a:pt x="7142479" y="3961130"/>
                    <a:pt x="7150100" y="3989070"/>
                  </a:cubicBezTo>
                  <a:cubicBezTo>
                    <a:pt x="7157720" y="4018280"/>
                    <a:pt x="7160260" y="4048760"/>
                    <a:pt x="7160260" y="4077970"/>
                  </a:cubicBezTo>
                  <a:cubicBezTo>
                    <a:pt x="7160260" y="4107180"/>
                    <a:pt x="7157720" y="4137660"/>
                    <a:pt x="7150100" y="4166870"/>
                  </a:cubicBezTo>
                  <a:cubicBezTo>
                    <a:pt x="7142479" y="4194810"/>
                    <a:pt x="7132320" y="4224020"/>
                    <a:pt x="7118350" y="4249420"/>
                  </a:cubicBezTo>
                  <a:cubicBezTo>
                    <a:pt x="7104379" y="4276090"/>
                    <a:pt x="7086600" y="4301490"/>
                    <a:pt x="7067550" y="4323080"/>
                  </a:cubicBezTo>
                  <a:cubicBezTo>
                    <a:pt x="7047229" y="4345940"/>
                    <a:pt x="7034529" y="4357370"/>
                    <a:pt x="7000240" y="4382770"/>
                  </a:cubicBezTo>
                  <a:cubicBezTo>
                    <a:pt x="6917690" y="4445000"/>
                    <a:pt x="6739890" y="4554220"/>
                    <a:pt x="6551929" y="4664710"/>
                  </a:cubicBezTo>
                  <a:cubicBezTo>
                    <a:pt x="6248400" y="4842510"/>
                    <a:pt x="5618480" y="5154930"/>
                    <a:pt x="5336540" y="5322570"/>
                  </a:cubicBezTo>
                  <a:cubicBezTo>
                    <a:pt x="5181600" y="5415280"/>
                    <a:pt x="5110480" y="5477510"/>
                    <a:pt x="4983480" y="5553710"/>
                  </a:cubicBezTo>
                  <a:cubicBezTo>
                    <a:pt x="4842510" y="5637530"/>
                    <a:pt x="4621530" y="5769610"/>
                    <a:pt x="4526280" y="5802630"/>
                  </a:cubicBezTo>
                  <a:cubicBezTo>
                    <a:pt x="4485640" y="5816600"/>
                    <a:pt x="4466590" y="5816600"/>
                    <a:pt x="4436110" y="5817870"/>
                  </a:cubicBezTo>
                  <a:cubicBezTo>
                    <a:pt x="4405630" y="5819140"/>
                    <a:pt x="4373880" y="5817870"/>
                    <a:pt x="4344670" y="5811520"/>
                  </a:cubicBezTo>
                  <a:cubicBezTo>
                    <a:pt x="4315460" y="5805170"/>
                    <a:pt x="4284980" y="5796280"/>
                    <a:pt x="4258310" y="5783580"/>
                  </a:cubicBezTo>
                  <a:cubicBezTo>
                    <a:pt x="4230370" y="5770880"/>
                    <a:pt x="4203700" y="5754370"/>
                    <a:pt x="4180840" y="5735320"/>
                  </a:cubicBezTo>
                  <a:cubicBezTo>
                    <a:pt x="4156710" y="5716270"/>
                    <a:pt x="4135120" y="5693410"/>
                    <a:pt x="4117340" y="5669280"/>
                  </a:cubicBezTo>
                  <a:cubicBezTo>
                    <a:pt x="4098290" y="5645150"/>
                    <a:pt x="4083050" y="5618480"/>
                    <a:pt x="4070350" y="5590540"/>
                  </a:cubicBezTo>
                  <a:cubicBezTo>
                    <a:pt x="4058920" y="5562600"/>
                    <a:pt x="4050030" y="5532120"/>
                    <a:pt x="4044950" y="5502910"/>
                  </a:cubicBezTo>
                  <a:cubicBezTo>
                    <a:pt x="4039870" y="5473700"/>
                    <a:pt x="4037330" y="5443220"/>
                    <a:pt x="4039870" y="5412740"/>
                  </a:cubicBezTo>
                  <a:cubicBezTo>
                    <a:pt x="4042410" y="5382260"/>
                    <a:pt x="4047490" y="5351780"/>
                    <a:pt x="4057650" y="5322570"/>
                  </a:cubicBezTo>
                  <a:cubicBezTo>
                    <a:pt x="4066540" y="5293360"/>
                    <a:pt x="4080510" y="5265420"/>
                    <a:pt x="4097020" y="5240020"/>
                  </a:cubicBezTo>
                  <a:cubicBezTo>
                    <a:pt x="4113530" y="5214620"/>
                    <a:pt x="4132580" y="5190490"/>
                    <a:pt x="4154170" y="5168900"/>
                  </a:cubicBezTo>
                  <a:cubicBezTo>
                    <a:pt x="4175760" y="5147310"/>
                    <a:pt x="4185920" y="5138420"/>
                    <a:pt x="4226560" y="5113020"/>
                  </a:cubicBezTo>
                  <a:cubicBezTo>
                    <a:pt x="4376420" y="5020310"/>
                    <a:pt x="5024120" y="4742180"/>
                    <a:pt x="5349240" y="4570730"/>
                  </a:cubicBezTo>
                  <a:cubicBezTo>
                    <a:pt x="5608320" y="4434840"/>
                    <a:pt x="5815330" y="4296410"/>
                    <a:pt x="6033770" y="4179570"/>
                  </a:cubicBezTo>
                  <a:cubicBezTo>
                    <a:pt x="6228080" y="4075430"/>
                    <a:pt x="6405880" y="3973830"/>
                    <a:pt x="6593840" y="3897630"/>
                  </a:cubicBezTo>
                  <a:cubicBezTo>
                    <a:pt x="6771640" y="3825240"/>
                    <a:pt x="7134860" y="3741420"/>
                    <a:pt x="7132320" y="3727450"/>
                  </a:cubicBezTo>
                  <a:cubicBezTo>
                    <a:pt x="7131050" y="3721100"/>
                    <a:pt x="7024370" y="3737610"/>
                    <a:pt x="7024370" y="3733800"/>
                  </a:cubicBezTo>
                  <a:cubicBezTo>
                    <a:pt x="7024370" y="3729990"/>
                    <a:pt x="7082790" y="3714750"/>
                    <a:pt x="7112000" y="3709670"/>
                  </a:cubicBezTo>
                  <a:cubicBezTo>
                    <a:pt x="7141210" y="3704590"/>
                    <a:pt x="7172960" y="3703320"/>
                    <a:pt x="7202170" y="3705860"/>
                  </a:cubicBezTo>
                  <a:cubicBezTo>
                    <a:pt x="7232650" y="3708400"/>
                    <a:pt x="7263130" y="3716020"/>
                    <a:pt x="7291070" y="3724910"/>
                  </a:cubicBezTo>
                  <a:cubicBezTo>
                    <a:pt x="7320280" y="3735070"/>
                    <a:pt x="7348220" y="3746500"/>
                    <a:pt x="7373620" y="3763010"/>
                  </a:cubicBezTo>
                  <a:cubicBezTo>
                    <a:pt x="7399020" y="3779520"/>
                    <a:pt x="7423150" y="3799840"/>
                    <a:pt x="7443470" y="3821430"/>
                  </a:cubicBezTo>
                  <a:cubicBezTo>
                    <a:pt x="7463790" y="3843020"/>
                    <a:pt x="7481570" y="3868420"/>
                    <a:pt x="7496810" y="3893820"/>
                  </a:cubicBezTo>
                  <a:cubicBezTo>
                    <a:pt x="7512050" y="3920490"/>
                    <a:pt x="7523479" y="3948430"/>
                    <a:pt x="7532370" y="3977640"/>
                  </a:cubicBezTo>
                  <a:cubicBezTo>
                    <a:pt x="7539990" y="4006850"/>
                    <a:pt x="7545070" y="4037330"/>
                    <a:pt x="7546340" y="4066540"/>
                  </a:cubicBezTo>
                  <a:cubicBezTo>
                    <a:pt x="7547610" y="4097020"/>
                    <a:pt x="7545070" y="4127500"/>
                    <a:pt x="7538720" y="4156710"/>
                  </a:cubicBezTo>
                  <a:cubicBezTo>
                    <a:pt x="7532370" y="4185920"/>
                    <a:pt x="7522210" y="4216400"/>
                    <a:pt x="7509510" y="4243070"/>
                  </a:cubicBezTo>
                  <a:cubicBezTo>
                    <a:pt x="7496810" y="4269740"/>
                    <a:pt x="7480300" y="4296410"/>
                    <a:pt x="7461250" y="4319270"/>
                  </a:cubicBezTo>
                  <a:cubicBezTo>
                    <a:pt x="7442200" y="4342130"/>
                    <a:pt x="7419340" y="4364990"/>
                    <a:pt x="7395210" y="4382770"/>
                  </a:cubicBezTo>
                  <a:cubicBezTo>
                    <a:pt x="7371080" y="4400550"/>
                    <a:pt x="7350760" y="4401820"/>
                    <a:pt x="7316470" y="4427220"/>
                  </a:cubicBezTo>
                  <a:cubicBezTo>
                    <a:pt x="7230110" y="4489450"/>
                    <a:pt x="7044690" y="4683760"/>
                    <a:pt x="6898640" y="4800600"/>
                  </a:cubicBezTo>
                  <a:cubicBezTo>
                    <a:pt x="6752590" y="4917440"/>
                    <a:pt x="6619240" y="5003800"/>
                    <a:pt x="6442710" y="5125720"/>
                  </a:cubicBezTo>
                  <a:cubicBezTo>
                    <a:pt x="6206490" y="5288280"/>
                    <a:pt x="5740400" y="5621020"/>
                    <a:pt x="5600700" y="5685790"/>
                  </a:cubicBezTo>
                  <a:cubicBezTo>
                    <a:pt x="5558790" y="5704840"/>
                    <a:pt x="5542280" y="5706110"/>
                    <a:pt x="5513070" y="5711190"/>
                  </a:cubicBezTo>
                  <a:cubicBezTo>
                    <a:pt x="5483860" y="5716270"/>
                    <a:pt x="5452110" y="5717540"/>
                    <a:pt x="5422900" y="5715000"/>
                  </a:cubicBezTo>
                  <a:cubicBezTo>
                    <a:pt x="5392420" y="5712460"/>
                    <a:pt x="5361940" y="5706110"/>
                    <a:pt x="5334000" y="5697220"/>
                  </a:cubicBezTo>
                  <a:cubicBezTo>
                    <a:pt x="5304790" y="5687060"/>
                    <a:pt x="5276850" y="5674360"/>
                    <a:pt x="5251450" y="5657850"/>
                  </a:cubicBezTo>
                  <a:cubicBezTo>
                    <a:pt x="5226050" y="5641340"/>
                    <a:pt x="5201920" y="5622290"/>
                    <a:pt x="5181600" y="5600700"/>
                  </a:cubicBezTo>
                  <a:cubicBezTo>
                    <a:pt x="5161280" y="5579110"/>
                    <a:pt x="5142230" y="5553710"/>
                    <a:pt x="5126990" y="5528310"/>
                  </a:cubicBezTo>
                  <a:cubicBezTo>
                    <a:pt x="5111750" y="5502910"/>
                    <a:pt x="5100320" y="5474970"/>
                    <a:pt x="5091430" y="5445760"/>
                  </a:cubicBezTo>
                  <a:cubicBezTo>
                    <a:pt x="5082540" y="5416550"/>
                    <a:pt x="5077460" y="5386070"/>
                    <a:pt x="5076190" y="5355590"/>
                  </a:cubicBezTo>
                  <a:cubicBezTo>
                    <a:pt x="5074920" y="5325110"/>
                    <a:pt x="5077460" y="5294630"/>
                    <a:pt x="5083810" y="5265420"/>
                  </a:cubicBezTo>
                  <a:cubicBezTo>
                    <a:pt x="5090160" y="5236210"/>
                    <a:pt x="5100320" y="5205730"/>
                    <a:pt x="5113020" y="5179060"/>
                  </a:cubicBezTo>
                  <a:cubicBezTo>
                    <a:pt x="5125720" y="5152390"/>
                    <a:pt x="5142230" y="5125720"/>
                    <a:pt x="5161280" y="5102860"/>
                  </a:cubicBezTo>
                  <a:cubicBezTo>
                    <a:pt x="5180330" y="5080000"/>
                    <a:pt x="5190490" y="5063490"/>
                    <a:pt x="5226050" y="5039360"/>
                  </a:cubicBezTo>
                  <a:cubicBezTo>
                    <a:pt x="5320030" y="4977130"/>
                    <a:pt x="5614670" y="4889500"/>
                    <a:pt x="5798820" y="4799330"/>
                  </a:cubicBezTo>
                  <a:cubicBezTo>
                    <a:pt x="5980430" y="4710430"/>
                    <a:pt x="6120130" y="4611370"/>
                    <a:pt x="6322060" y="4503420"/>
                  </a:cubicBezTo>
                  <a:cubicBezTo>
                    <a:pt x="6591300" y="4358640"/>
                    <a:pt x="7030720" y="4151630"/>
                    <a:pt x="7277100" y="4015740"/>
                  </a:cubicBezTo>
                  <a:cubicBezTo>
                    <a:pt x="7435850" y="3928110"/>
                    <a:pt x="7571740" y="3836670"/>
                    <a:pt x="7663179" y="3785870"/>
                  </a:cubicBezTo>
                  <a:cubicBezTo>
                    <a:pt x="7712710" y="3757930"/>
                    <a:pt x="7741920" y="3740150"/>
                    <a:pt x="7778750" y="3726180"/>
                  </a:cubicBezTo>
                  <a:cubicBezTo>
                    <a:pt x="7809229" y="3714750"/>
                    <a:pt x="7837170" y="3707130"/>
                    <a:pt x="7867650" y="3703320"/>
                  </a:cubicBezTo>
                  <a:cubicBezTo>
                    <a:pt x="7896860" y="3699510"/>
                    <a:pt x="7928610" y="3699510"/>
                    <a:pt x="7957820" y="3702050"/>
                  </a:cubicBezTo>
                  <a:cubicBezTo>
                    <a:pt x="7988300" y="3704590"/>
                    <a:pt x="8018779" y="3712210"/>
                    <a:pt x="8046720" y="3722370"/>
                  </a:cubicBezTo>
                  <a:cubicBezTo>
                    <a:pt x="8074660" y="3732530"/>
                    <a:pt x="8102600" y="3747770"/>
                    <a:pt x="8128000" y="3764280"/>
                  </a:cubicBezTo>
                  <a:cubicBezTo>
                    <a:pt x="8153400" y="3780790"/>
                    <a:pt x="8177529" y="3801110"/>
                    <a:pt x="8197850" y="3822700"/>
                  </a:cubicBezTo>
                  <a:cubicBezTo>
                    <a:pt x="8218170" y="3845560"/>
                    <a:pt x="8237220" y="3870960"/>
                    <a:pt x="8251190" y="3897630"/>
                  </a:cubicBezTo>
                  <a:cubicBezTo>
                    <a:pt x="8265160" y="3924300"/>
                    <a:pt x="8276590" y="3953510"/>
                    <a:pt x="8284210" y="3982720"/>
                  </a:cubicBezTo>
                  <a:cubicBezTo>
                    <a:pt x="8291829" y="4011930"/>
                    <a:pt x="8296910" y="4042410"/>
                    <a:pt x="8296910" y="4072890"/>
                  </a:cubicBezTo>
                  <a:cubicBezTo>
                    <a:pt x="8296910" y="4103370"/>
                    <a:pt x="8293100" y="4133850"/>
                    <a:pt x="8286750" y="4163060"/>
                  </a:cubicBezTo>
                  <a:cubicBezTo>
                    <a:pt x="8280400" y="4192270"/>
                    <a:pt x="8270240" y="4222750"/>
                    <a:pt x="8256270" y="4249420"/>
                  </a:cubicBezTo>
                  <a:cubicBezTo>
                    <a:pt x="8242300" y="4276090"/>
                    <a:pt x="8225790" y="4302760"/>
                    <a:pt x="8205470" y="4325620"/>
                  </a:cubicBezTo>
                  <a:cubicBezTo>
                    <a:pt x="8186420" y="4348480"/>
                    <a:pt x="8173720" y="4357370"/>
                    <a:pt x="8138160" y="4386580"/>
                  </a:cubicBezTo>
                  <a:cubicBezTo>
                    <a:pt x="8026400" y="4478020"/>
                    <a:pt x="7616190" y="4813300"/>
                    <a:pt x="7419340" y="4925060"/>
                  </a:cubicBezTo>
                  <a:cubicBezTo>
                    <a:pt x="7298690" y="4993640"/>
                    <a:pt x="7192010" y="5033010"/>
                    <a:pt x="7105650" y="5054600"/>
                  </a:cubicBezTo>
                  <a:cubicBezTo>
                    <a:pt x="7047229" y="5068570"/>
                    <a:pt x="6996429" y="5073650"/>
                    <a:pt x="6955790" y="5069840"/>
                  </a:cubicBezTo>
                  <a:cubicBezTo>
                    <a:pt x="6926579" y="5067300"/>
                    <a:pt x="6910070" y="5063490"/>
                    <a:pt x="6883400" y="5050790"/>
                  </a:cubicBezTo>
                  <a:cubicBezTo>
                    <a:pt x="6846570" y="5033010"/>
                    <a:pt x="6788150" y="4992370"/>
                    <a:pt x="6760210" y="4963160"/>
                  </a:cubicBezTo>
                  <a:cubicBezTo>
                    <a:pt x="6739890" y="4941570"/>
                    <a:pt x="6729729" y="4922520"/>
                    <a:pt x="6718300" y="4899660"/>
                  </a:cubicBezTo>
                  <a:cubicBezTo>
                    <a:pt x="6706870" y="4876800"/>
                    <a:pt x="6697979" y="4857750"/>
                    <a:pt x="6692900" y="4828540"/>
                  </a:cubicBezTo>
                  <a:cubicBezTo>
                    <a:pt x="6686550" y="4787900"/>
                    <a:pt x="6687820" y="4719320"/>
                    <a:pt x="6695440" y="4678680"/>
                  </a:cubicBezTo>
                  <a:cubicBezTo>
                    <a:pt x="6700520" y="4649470"/>
                    <a:pt x="6708140" y="4632960"/>
                    <a:pt x="6723379" y="4607560"/>
                  </a:cubicBezTo>
                  <a:cubicBezTo>
                    <a:pt x="6744970" y="4573270"/>
                    <a:pt x="6817360" y="4491990"/>
                    <a:pt x="6824979" y="4497070"/>
                  </a:cubicBezTo>
                  <a:cubicBezTo>
                    <a:pt x="6835140" y="4503420"/>
                    <a:pt x="6697979" y="4785360"/>
                    <a:pt x="6685279" y="4781550"/>
                  </a:cubicBezTo>
                  <a:cubicBezTo>
                    <a:pt x="6677660" y="4779010"/>
                    <a:pt x="6686550" y="4712970"/>
                    <a:pt x="6695440" y="4679950"/>
                  </a:cubicBezTo>
                  <a:cubicBezTo>
                    <a:pt x="6704329" y="4646930"/>
                    <a:pt x="6718300" y="4613910"/>
                    <a:pt x="6736079" y="4585970"/>
                  </a:cubicBezTo>
                  <a:cubicBezTo>
                    <a:pt x="6753860" y="4558030"/>
                    <a:pt x="6777990" y="4531360"/>
                    <a:pt x="6804660" y="4511040"/>
                  </a:cubicBezTo>
                  <a:cubicBezTo>
                    <a:pt x="6831329" y="4490720"/>
                    <a:pt x="6861810" y="4474210"/>
                    <a:pt x="6893560" y="4462780"/>
                  </a:cubicBezTo>
                  <a:cubicBezTo>
                    <a:pt x="6925310" y="4451350"/>
                    <a:pt x="6960870" y="4443730"/>
                    <a:pt x="6993890" y="4443730"/>
                  </a:cubicBezTo>
                  <a:cubicBezTo>
                    <a:pt x="7026910" y="4443730"/>
                    <a:pt x="7062470" y="4448810"/>
                    <a:pt x="7094220" y="4458970"/>
                  </a:cubicBezTo>
                  <a:cubicBezTo>
                    <a:pt x="7125970" y="4469130"/>
                    <a:pt x="7158990" y="4484370"/>
                    <a:pt x="7185660" y="4504690"/>
                  </a:cubicBezTo>
                  <a:cubicBezTo>
                    <a:pt x="7212329" y="4523740"/>
                    <a:pt x="7237729" y="4550410"/>
                    <a:pt x="7256779" y="4577080"/>
                  </a:cubicBezTo>
                  <a:cubicBezTo>
                    <a:pt x="7275829" y="4605020"/>
                    <a:pt x="7291070" y="4636770"/>
                    <a:pt x="7301229" y="4668520"/>
                  </a:cubicBezTo>
                  <a:cubicBezTo>
                    <a:pt x="7311390" y="4700270"/>
                    <a:pt x="7315200" y="4737100"/>
                    <a:pt x="7313929" y="4770120"/>
                  </a:cubicBezTo>
                  <a:cubicBezTo>
                    <a:pt x="7312660" y="4803140"/>
                    <a:pt x="7305040" y="4837430"/>
                    <a:pt x="7293610" y="4869180"/>
                  </a:cubicBezTo>
                  <a:cubicBezTo>
                    <a:pt x="7282179" y="4900930"/>
                    <a:pt x="7264400" y="4931410"/>
                    <a:pt x="7242810" y="4958080"/>
                  </a:cubicBezTo>
                  <a:cubicBezTo>
                    <a:pt x="7221220" y="4983480"/>
                    <a:pt x="7194550" y="5007610"/>
                    <a:pt x="7166610" y="5025390"/>
                  </a:cubicBezTo>
                  <a:cubicBezTo>
                    <a:pt x="7138670" y="5043170"/>
                    <a:pt x="7105650" y="5055870"/>
                    <a:pt x="7072629" y="5063490"/>
                  </a:cubicBezTo>
                  <a:cubicBezTo>
                    <a:pt x="7039610" y="5071110"/>
                    <a:pt x="7004050" y="5073650"/>
                    <a:pt x="6971029" y="5071110"/>
                  </a:cubicBezTo>
                  <a:cubicBezTo>
                    <a:pt x="6938010" y="5068570"/>
                    <a:pt x="6902450" y="5059680"/>
                    <a:pt x="6871970" y="5045710"/>
                  </a:cubicBezTo>
                  <a:cubicBezTo>
                    <a:pt x="6841490" y="5031740"/>
                    <a:pt x="6811010" y="5012690"/>
                    <a:pt x="6786879" y="4989830"/>
                  </a:cubicBezTo>
                  <a:cubicBezTo>
                    <a:pt x="6762750" y="4966970"/>
                    <a:pt x="6741160" y="4939030"/>
                    <a:pt x="6724650" y="4909820"/>
                  </a:cubicBezTo>
                  <a:cubicBezTo>
                    <a:pt x="6708140" y="4880610"/>
                    <a:pt x="6696710" y="4847590"/>
                    <a:pt x="6690360" y="4814570"/>
                  </a:cubicBezTo>
                  <a:cubicBezTo>
                    <a:pt x="6684010" y="4781550"/>
                    <a:pt x="6682740" y="4745990"/>
                    <a:pt x="6687820" y="4712970"/>
                  </a:cubicBezTo>
                  <a:cubicBezTo>
                    <a:pt x="6692900" y="4679950"/>
                    <a:pt x="6704329" y="4645660"/>
                    <a:pt x="6719570" y="4616450"/>
                  </a:cubicBezTo>
                  <a:cubicBezTo>
                    <a:pt x="6734810" y="4585970"/>
                    <a:pt x="6755129" y="4558030"/>
                    <a:pt x="6779260" y="4533900"/>
                  </a:cubicBezTo>
                  <a:cubicBezTo>
                    <a:pt x="6803390" y="4511040"/>
                    <a:pt x="6831329" y="4489450"/>
                    <a:pt x="6861810" y="4475480"/>
                  </a:cubicBezTo>
                  <a:cubicBezTo>
                    <a:pt x="6892290" y="4460240"/>
                    <a:pt x="6926579" y="4450080"/>
                    <a:pt x="6959600" y="4446270"/>
                  </a:cubicBezTo>
                  <a:cubicBezTo>
                    <a:pt x="6992620" y="4442460"/>
                    <a:pt x="7028179" y="4443730"/>
                    <a:pt x="7061200" y="4450080"/>
                  </a:cubicBezTo>
                  <a:cubicBezTo>
                    <a:pt x="7094220" y="4456430"/>
                    <a:pt x="7127240" y="4469130"/>
                    <a:pt x="7156450" y="4485640"/>
                  </a:cubicBezTo>
                  <a:cubicBezTo>
                    <a:pt x="7185660" y="4502150"/>
                    <a:pt x="7213600" y="4525010"/>
                    <a:pt x="7235190" y="4550410"/>
                  </a:cubicBezTo>
                  <a:cubicBezTo>
                    <a:pt x="7258050" y="4575810"/>
                    <a:pt x="7284720" y="4596130"/>
                    <a:pt x="7289800" y="4636770"/>
                  </a:cubicBezTo>
                  <a:cubicBezTo>
                    <a:pt x="7301229" y="4718050"/>
                    <a:pt x="7222490" y="4963160"/>
                    <a:pt x="7174229" y="5020310"/>
                  </a:cubicBezTo>
                  <a:cubicBezTo>
                    <a:pt x="7152640" y="5045710"/>
                    <a:pt x="7133590" y="5046980"/>
                    <a:pt x="7105650" y="5054600"/>
                  </a:cubicBezTo>
                  <a:cubicBezTo>
                    <a:pt x="7066279" y="5066030"/>
                    <a:pt x="6996429" y="5073650"/>
                    <a:pt x="6955790" y="5069840"/>
                  </a:cubicBezTo>
                  <a:cubicBezTo>
                    <a:pt x="6926579" y="5067300"/>
                    <a:pt x="6910070" y="5063490"/>
                    <a:pt x="6883400" y="5050790"/>
                  </a:cubicBezTo>
                  <a:cubicBezTo>
                    <a:pt x="6846570" y="5033010"/>
                    <a:pt x="6791960" y="4999990"/>
                    <a:pt x="6760210" y="4963160"/>
                  </a:cubicBezTo>
                  <a:cubicBezTo>
                    <a:pt x="6728460" y="4926330"/>
                    <a:pt x="6703060" y="4875530"/>
                    <a:pt x="6692900" y="4828540"/>
                  </a:cubicBezTo>
                  <a:cubicBezTo>
                    <a:pt x="6682740" y="4781550"/>
                    <a:pt x="6687820" y="4719320"/>
                    <a:pt x="6695440" y="4678680"/>
                  </a:cubicBezTo>
                  <a:cubicBezTo>
                    <a:pt x="6700520" y="4649470"/>
                    <a:pt x="6708140" y="4632960"/>
                    <a:pt x="6723379" y="4607560"/>
                  </a:cubicBezTo>
                  <a:cubicBezTo>
                    <a:pt x="6744970" y="4573270"/>
                    <a:pt x="6817360" y="4526280"/>
                    <a:pt x="6824979" y="4497070"/>
                  </a:cubicBezTo>
                  <a:cubicBezTo>
                    <a:pt x="6828790" y="4481830"/>
                    <a:pt x="6811010" y="4475480"/>
                    <a:pt x="6817360" y="4458970"/>
                  </a:cubicBezTo>
                  <a:cubicBezTo>
                    <a:pt x="6838950" y="4398010"/>
                    <a:pt x="7078979" y="4231640"/>
                    <a:pt x="7221220" y="4119880"/>
                  </a:cubicBezTo>
                  <a:cubicBezTo>
                    <a:pt x="7372350" y="4001770"/>
                    <a:pt x="7604760" y="3830320"/>
                    <a:pt x="7698739" y="3770630"/>
                  </a:cubicBezTo>
                  <a:cubicBezTo>
                    <a:pt x="7735570" y="3746500"/>
                    <a:pt x="7750810" y="3737610"/>
                    <a:pt x="7778750" y="3726180"/>
                  </a:cubicBezTo>
                  <a:cubicBezTo>
                    <a:pt x="7806689" y="3714750"/>
                    <a:pt x="7837170" y="3707130"/>
                    <a:pt x="7867650" y="3703320"/>
                  </a:cubicBezTo>
                  <a:cubicBezTo>
                    <a:pt x="7896860" y="3699510"/>
                    <a:pt x="7928610" y="3699510"/>
                    <a:pt x="7957820" y="3702050"/>
                  </a:cubicBezTo>
                  <a:cubicBezTo>
                    <a:pt x="7988300" y="3704590"/>
                    <a:pt x="8018779" y="3712210"/>
                    <a:pt x="8046720" y="3722370"/>
                  </a:cubicBezTo>
                  <a:cubicBezTo>
                    <a:pt x="8074660" y="3732530"/>
                    <a:pt x="8102600" y="3747770"/>
                    <a:pt x="8128000" y="3764280"/>
                  </a:cubicBezTo>
                  <a:cubicBezTo>
                    <a:pt x="8153400" y="3780790"/>
                    <a:pt x="8177529" y="3801110"/>
                    <a:pt x="8197850" y="3822700"/>
                  </a:cubicBezTo>
                  <a:cubicBezTo>
                    <a:pt x="8218170" y="3845560"/>
                    <a:pt x="8237220" y="3870960"/>
                    <a:pt x="8251189" y="3897630"/>
                  </a:cubicBezTo>
                  <a:cubicBezTo>
                    <a:pt x="8265160" y="3924300"/>
                    <a:pt x="8276589" y="3953510"/>
                    <a:pt x="8284210" y="3982720"/>
                  </a:cubicBezTo>
                  <a:cubicBezTo>
                    <a:pt x="8291829" y="4011930"/>
                    <a:pt x="8296910" y="4042410"/>
                    <a:pt x="8296910" y="4072890"/>
                  </a:cubicBezTo>
                  <a:cubicBezTo>
                    <a:pt x="8296910" y="4103370"/>
                    <a:pt x="8293100" y="4133850"/>
                    <a:pt x="8286750" y="4163060"/>
                  </a:cubicBezTo>
                  <a:cubicBezTo>
                    <a:pt x="8280400" y="4192270"/>
                    <a:pt x="8270239" y="4222750"/>
                    <a:pt x="8256270" y="4249420"/>
                  </a:cubicBezTo>
                  <a:cubicBezTo>
                    <a:pt x="8242300" y="4276090"/>
                    <a:pt x="8224520" y="4301490"/>
                    <a:pt x="8205470" y="4324350"/>
                  </a:cubicBezTo>
                  <a:cubicBezTo>
                    <a:pt x="8185150" y="4347210"/>
                    <a:pt x="8173720" y="4361180"/>
                    <a:pt x="8138160" y="4386580"/>
                  </a:cubicBezTo>
                  <a:cubicBezTo>
                    <a:pt x="8049260" y="4452620"/>
                    <a:pt x="7824470" y="4579620"/>
                    <a:pt x="7627620" y="4686300"/>
                  </a:cubicBezTo>
                  <a:cubicBezTo>
                    <a:pt x="7367270" y="4827270"/>
                    <a:pt x="6974839" y="5002530"/>
                    <a:pt x="6704329" y="5146040"/>
                  </a:cubicBezTo>
                  <a:cubicBezTo>
                    <a:pt x="6485890" y="5261610"/>
                    <a:pt x="6306820" y="5389880"/>
                    <a:pt x="6122670" y="5474970"/>
                  </a:cubicBezTo>
                  <a:cubicBezTo>
                    <a:pt x="5967730" y="5547360"/>
                    <a:pt x="5764530" y="5599430"/>
                    <a:pt x="5678170" y="5640070"/>
                  </a:cubicBezTo>
                  <a:cubicBezTo>
                    <a:pt x="5640070" y="5657850"/>
                    <a:pt x="5628640" y="5674360"/>
                    <a:pt x="5600699" y="5685790"/>
                  </a:cubicBezTo>
                  <a:cubicBezTo>
                    <a:pt x="5572760" y="5697220"/>
                    <a:pt x="5542280" y="5706110"/>
                    <a:pt x="5513070" y="5711190"/>
                  </a:cubicBezTo>
                  <a:cubicBezTo>
                    <a:pt x="5483860" y="5716270"/>
                    <a:pt x="5452110" y="5717540"/>
                    <a:pt x="5422899" y="5715000"/>
                  </a:cubicBezTo>
                  <a:cubicBezTo>
                    <a:pt x="5392420" y="5712460"/>
                    <a:pt x="5361940" y="5706110"/>
                    <a:pt x="5333999" y="5697220"/>
                  </a:cubicBezTo>
                  <a:cubicBezTo>
                    <a:pt x="5304790" y="5687060"/>
                    <a:pt x="5276849" y="5674360"/>
                    <a:pt x="5251449" y="5657850"/>
                  </a:cubicBezTo>
                  <a:cubicBezTo>
                    <a:pt x="5226049" y="5641340"/>
                    <a:pt x="5201920" y="5622290"/>
                    <a:pt x="5181599" y="5600700"/>
                  </a:cubicBezTo>
                  <a:cubicBezTo>
                    <a:pt x="5161280" y="5579110"/>
                    <a:pt x="5142230" y="5553710"/>
                    <a:pt x="5126990" y="5528310"/>
                  </a:cubicBezTo>
                  <a:cubicBezTo>
                    <a:pt x="5111749" y="5502910"/>
                    <a:pt x="5100320" y="5474970"/>
                    <a:pt x="5091430" y="5445760"/>
                  </a:cubicBezTo>
                  <a:cubicBezTo>
                    <a:pt x="5082540" y="5416550"/>
                    <a:pt x="5077460" y="5386070"/>
                    <a:pt x="5076190" y="5355590"/>
                  </a:cubicBezTo>
                  <a:cubicBezTo>
                    <a:pt x="5074920" y="5325110"/>
                    <a:pt x="5077460" y="5294630"/>
                    <a:pt x="5083810" y="5265420"/>
                  </a:cubicBezTo>
                  <a:cubicBezTo>
                    <a:pt x="5090160" y="5236210"/>
                    <a:pt x="5099049" y="5205730"/>
                    <a:pt x="5111749" y="5179060"/>
                  </a:cubicBezTo>
                  <a:cubicBezTo>
                    <a:pt x="5124449" y="5152390"/>
                    <a:pt x="5142230" y="5125720"/>
                    <a:pt x="5161280" y="5102860"/>
                  </a:cubicBezTo>
                  <a:cubicBezTo>
                    <a:pt x="5180330" y="5080000"/>
                    <a:pt x="5198110" y="5064760"/>
                    <a:pt x="5226049" y="5039360"/>
                  </a:cubicBezTo>
                  <a:cubicBezTo>
                    <a:pt x="5273040" y="4997450"/>
                    <a:pt x="5341620" y="4931410"/>
                    <a:pt x="5419090" y="4876800"/>
                  </a:cubicBezTo>
                  <a:cubicBezTo>
                    <a:pt x="5518149" y="4805680"/>
                    <a:pt x="5636260" y="4751070"/>
                    <a:pt x="5781040" y="4657090"/>
                  </a:cubicBezTo>
                  <a:cubicBezTo>
                    <a:pt x="6007099" y="4511040"/>
                    <a:pt x="6405880" y="4240530"/>
                    <a:pt x="6631940" y="4066540"/>
                  </a:cubicBezTo>
                  <a:cubicBezTo>
                    <a:pt x="6790690" y="3944620"/>
                    <a:pt x="6936740" y="3779520"/>
                    <a:pt x="7024370" y="3733800"/>
                  </a:cubicBezTo>
                  <a:cubicBezTo>
                    <a:pt x="7061200" y="3714750"/>
                    <a:pt x="7082790" y="3714750"/>
                    <a:pt x="7112000" y="3709670"/>
                  </a:cubicBezTo>
                  <a:cubicBezTo>
                    <a:pt x="7141210" y="3704590"/>
                    <a:pt x="7172960" y="3703320"/>
                    <a:pt x="7202170" y="3705860"/>
                  </a:cubicBezTo>
                  <a:cubicBezTo>
                    <a:pt x="7232650" y="3708400"/>
                    <a:pt x="7263129" y="3714750"/>
                    <a:pt x="7291070" y="3724910"/>
                  </a:cubicBezTo>
                  <a:cubicBezTo>
                    <a:pt x="7319010" y="3733800"/>
                    <a:pt x="7346950" y="3746500"/>
                    <a:pt x="7372350" y="3763010"/>
                  </a:cubicBezTo>
                  <a:cubicBezTo>
                    <a:pt x="7397750" y="3779520"/>
                    <a:pt x="7423150" y="3799840"/>
                    <a:pt x="7443470" y="3821430"/>
                  </a:cubicBezTo>
                  <a:cubicBezTo>
                    <a:pt x="7463790" y="3843020"/>
                    <a:pt x="7481570" y="3868420"/>
                    <a:pt x="7496810" y="3893820"/>
                  </a:cubicBezTo>
                  <a:cubicBezTo>
                    <a:pt x="7512050" y="3920490"/>
                    <a:pt x="7523479" y="3948430"/>
                    <a:pt x="7532370" y="3977640"/>
                  </a:cubicBezTo>
                  <a:cubicBezTo>
                    <a:pt x="7539990" y="4006850"/>
                    <a:pt x="7545070" y="4037330"/>
                    <a:pt x="7546340" y="4066540"/>
                  </a:cubicBezTo>
                  <a:cubicBezTo>
                    <a:pt x="7547610" y="4097020"/>
                    <a:pt x="7545070" y="4127500"/>
                    <a:pt x="7538720" y="4156710"/>
                  </a:cubicBezTo>
                  <a:cubicBezTo>
                    <a:pt x="7532370" y="4185920"/>
                    <a:pt x="7522210" y="4216400"/>
                    <a:pt x="7509510" y="4243070"/>
                  </a:cubicBezTo>
                  <a:cubicBezTo>
                    <a:pt x="7496810" y="4269740"/>
                    <a:pt x="7480300" y="4296410"/>
                    <a:pt x="7461250" y="4319270"/>
                  </a:cubicBezTo>
                  <a:cubicBezTo>
                    <a:pt x="7442200" y="4342130"/>
                    <a:pt x="7419340" y="4364990"/>
                    <a:pt x="7395210" y="4382770"/>
                  </a:cubicBezTo>
                  <a:cubicBezTo>
                    <a:pt x="7371079" y="4400550"/>
                    <a:pt x="7353300" y="4409440"/>
                    <a:pt x="7316470" y="4427220"/>
                  </a:cubicBezTo>
                  <a:cubicBezTo>
                    <a:pt x="7233920" y="4466590"/>
                    <a:pt x="7051040" y="4522470"/>
                    <a:pt x="6910070" y="4584700"/>
                  </a:cubicBezTo>
                  <a:cubicBezTo>
                    <a:pt x="6748779" y="4655820"/>
                    <a:pt x="6584950" y="4740910"/>
                    <a:pt x="6404610" y="4837430"/>
                  </a:cubicBezTo>
                  <a:cubicBezTo>
                    <a:pt x="6188710" y="4953000"/>
                    <a:pt x="5933440" y="5113020"/>
                    <a:pt x="5703570" y="5236210"/>
                  </a:cubicBezTo>
                  <a:cubicBezTo>
                    <a:pt x="5486399" y="5353050"/>
                    <a:pt x="5266690" y="5464810"/>
                    <a:pt x="5060950" y="5562600"/>
                  </a:cubicBezTo>
                  <a:cubicBezTo>
                    <a:pt x="4875530" y="5651500"/>
                    <a:pt x="4631690" y="5770880"/>
                    <a:pt x="4526280" y="5802630"/>
                  </a:cubicBezTo>
                  <a:cubicBezTo>
                    <a:pt x="4484370" y="5815330"/>
                    <a:pt x="4466590" y="5816600"/>
                    <a:pt x="4436110" y="5817870"/>
                  </a:cubicBezTo>
                  <a:cubicBezTo>
                    <a:pt x="4405630" y="5819140"/>
                    <a:pt x="4373880" y="5817870"/>
                    <a:pt x="4344670" y="5811520"/>
                  </a:cubicBezTo>
                  <a:cubicBezTo>
                    <a:pt x="4315460" y="5805170"/>
                    <a:pt x="4284980" y="5796280"/>
                    <a:pt x="4258310" y="5783580"/>
                  </a:cubicBezTo>
                  <a:cubicBezTo>
                    <a:pt x="4230370" y="5770880"/>
                    <a:pt x="4203700" y="5754370"/>
                    <a:pt x="4180840" y="5735320"/>
                  </a:cubicBezTo>
                  <a:cubicBezTo>
                    <a:pt x="4156710" y="5716270"/>
                    <a:pt x="4135120" y="5693410"/>
                    <a:pt x="4117340" y="5669280"/>
                  </a:cubicBezTo>
                  <a:cubicBezTo>
                    <a:pt x="4098290" y="5645150"/>
                    <a:pt x="4083050" y="5618480"/>
                    <a:pt x="4070350" y="5590540"/>
                  </a:cubicBezTo>
                  <a:cubicBezTo>
                    <a:pt x="4058920" y="5562600"/>
                    <a:pt x="4050030" y="5533390"/>
                    <a:pt x="4044950" y="5504180"/>
                  </a:cubicBezTo>
                  <a:cubicBezTo>
                    <a:pt x="4039870" y="5474970"/>
                    <a:pt x="4037330" y="5443220"/>
                    <a:pt x="4039870" y="5412740"/>
                  </a:cubicBezTo>
                  <a:cubicBezTo>
                    <a:pt x="4042410" y="5382260"/>
                    <a:pt x="4047490" y="5351780"/>
                    <a:pt x="4057650" y="5322570"/>
                  </a:cubicBezTo>
                  <a:cubicBezTo>
                    <a:pt x="4066540" y="5293360"/>
                    <a:pt x="4080510" y="5265420"/>
                    <a:pt x="4097020" y="5240020"/>
                  </a:cubicBezTo>
                  <a:cubicBezTo>
                    <a:pt x="4113530" y="5214620"/>
                    <a:pt x="4132580" y="5190490"/>
                    <a:pt x="4154170" y="5168900"/>
                  </a:cubicBezTo>
                  <a:cubicBezTo>
                    <a:pt x="4175760" y="5147310"/>
                    <a:pt x="4192270" y="5135880"/>
                    <a:pt x="4226560" y="5113020"/>
                  </a:cubicBezTo>
                  <a:cubicBezTo>
                    <a:pt x="4297680" y="5066030"/>
                    <a:pt x="4452620" y="4996180"/>
                    <a:pt x="4570730" y="4925060"/>
                  </a:cubicBezTo>
                  <a:cubicBezTo>
                    <a:pt x="4704080" y="4846320"/>
                    <a:pt x="4806950" y="4761230"/>
                    <a:pt x="4983480" y="4657090"/>
                  </a:cubicBezTo>
                  <a:cubicBezTo>
                    <a:pt x="5276850" y="4485640"/>
                    <a:pt x="5878830" y="4198620"/>
                    <a:pt x="6186170" y="4023360"/>
                  </a:cubicBezTo>
                  <a:cubicBezTo>
                    <a:pt x="6383020" y="3911600"/>
                    <a:pt x="6563360" y="3771900"/>
                    <a:pt x="6659879" y="3731260"/>
                  </a:cubicBezTo>
                  <a:cubicBezTo>
                    <a:pt x="6697979" y="3714750"/>
                    <a:pt x="6717029" y="3713480"/>
                    <a:pt x="6746240" y="3709670"/>
                  </a:cubicBezTo>
                  <a:cubicBezTo>
                    <a:pt x="6775450" y="3705860"/>
                    <a:pt x="6805929" y="3705860"/>
                    <a:pt x="6835140" y="3709670"/>
                  </a:cubicBezTo>
                  <a:cubicBezTo>
                    <a:pt x="6864350" y="3713480"/>
                    <a:pt x="6894829" y="3721100"/>
                    <a:pt x="6922770" y="3731260"/>
                  </a:cubicBezTo>
                  <a:cubicBezTo>
                    <a:pt x="6950710" y="3741420"/>
                    <a:pt x="6977379" y="3756660"/>
                    <a:pt x="7001510" y="3773170"/>
                  </a:cubicBezTo>
                  <a:cubicBezTo>
                    <a:pt x="7025640" y="3789680"/>
                    <a:pt x="7048500" y="3811270"/>
                    <a:pt x="7067550" y="3832860"/>
                  </a:cubicBezTo>
                  <a:cubicBezTo>
                    <a:pt x="7086600" y="3855720"/>
                    <a:pt x="7104379" y="3879850"/>
                    <a:pt x="7118350" y="3906520"/>
                  </a:cubicBezTo>
                  <a:cubicBezTo>
                    <a:pt x="7132320" y="3931920"/>
                    <a:pt x="7142479" y="3961130"/>
                    <a:pt x="7150100" y="3989070"/>
                  </a:cubicBezTo>
                  <a:cubicBezTo>
                    <a:pt x="7157720" y="4018280"/>
                    <a:pt x="7160260" y="4048760"/>
                    <a:pt x="7160260" y="4077970"/>
                  </a:cubicBezTo>
                  <a:cubicBezTo>
                    <a:pt x="7160260" y="4107180"/>
                    <a:pt x="7157720" y="4137660"/>
                    <a:pt x="7150100" y="4166870"/>
                  </a:cubicBezTo>
                  <a:cubicBezTo>
                    <a:pt x="7142479" y="4194810"/>
                    <a:pt x="7132320" y="4224020"/>
                    <a:pt x="7118350" y="4249420"/>
                  </a:cubicBezTo>
                  <a:cubicBezTo>
                    <a:pt x="7104379" y="4276090"/>
                    <a:pt x="7086600" y="4301490"/>
                    <a:pt x="7067550" y="4323080"/>
                  </a:cubicBezTo>
                  <a:cubicBezTo>
                    <a:pt x="7047229" y="4345940"/>
                    <a:pt x="7024370" y="4366260"/>
                    <a:pt x="7000240" y="4382770"/>
                  </a:cubicBezTo>
                  <a:cubicBezTo>
                    <a:pt x="6976110" y="4399280"/>
                    <a:pt x="6958329" y="4408170"/>
                    <a:pt x="6921500" y="4423410"/>
                  </a:cubicBezTo>
                  <a:cubicBezTo>
                    <a:pt x="6842760" y="4455160"/>
                    <a:pt x="6684010" y="4491990"/>
                    <a:pt x="6540500" y="4538980"/>
                  </a:cubicBezTo>
                  <a:cubicBezTo>
                    <a:pt x="6349999" y="4601210"/>
                    <a:pt x="6084570" y="4695190"/>
                    <a:pt x="5881370" y="4770120"/>
                  </a:cubicBezTo>
                  <a:cubicBezTo>
                    <a:pt x="5704840" y="4836160"/>
                    <a:pt x="5561330" y="4890770"/>
                    <a:pt x="5391149" y="4963160"/>
                  </a:cubicBezTo>
                  <a:cubicBezTo>
                    <a:pt x="5201920" y="5043170"/>
                    <a:pt x="5022849" y="5121910"/>
                    <a:pt x="4798060" y="5232400"/>
                  </a:cubicBezTo>
                  <a:cubicBezTo>
                    <a:pt x="4491990" y="5383530"/>
                    <a:pt x="3888740" y="5734050"/>
                    <a:pt x="3731260" y="5802630"/>
                  </a:cubicBezTo>
                  <a:cubicBezTo>
                    <a:pt x="3688080" y="5821680"/>
                    <a:pt x="3675380" y="5825490"/>
                    <a:pt x="3646170" y="5831840"/>
                  </a:cubicBezTo>
                  <a:cubicBezTo>
                    <a:pt x="3616960" y="5838190"/>
                    <a:pt x="3586480" y="5840730"/>
                    <a:pt x="3555999" y="5839460"/>
                  </a:cubicBezTo>
                  <a:cubicBezTo>
                    <a:pt x="3526790" y="5838190"/>
                    <a:pt x="3496310" y="5834380"/>
                    <a:pt x="3467099" y="5825490"/>
                  </a:cubicBezTo>
                  <a:cubicBezTo>
                    <a:pt x="3439160" y="5817870"/>
                    <a:pt x="3409949" y="5805170"/>
                    <a:pt x="3384549" y="5789930"/>
                  </a:cubicBezTo>
                  <a:cubicBezTo>
                    <a:pt x="3359149" y="5774690"/>
                    <a:pt x="3333749" y="5756910"/>
                    <a:pt x="3312160" y="5736590"/>
                  </a:cubicBezTo>
                  <a:cubicBezTo>
                    <a:pt x="3290570" y="5716270"/>
                    <a:pt x="3271520" y="5692140"/>
                    <a:pt x="3255010" y="5666740"/>
                  </a:cubicBezTo>
                  <a:cubicBezTo>
                    <a:pt x="3238499" y="5641340"/>
                    <a:pt x="3225799" y="5614670"/>
                    <a:pt x="3215640" y="5586730"/>
                  </a:cubicBezTo>
                  <a:cubicBezTo>
                    <a:pt x="3205480" y="5558790"/>
                    <a:pt x="3199130" y="5528310"/>
                    <a:pt x="3196590" y="5497830"/>
                  </a:cubicBezTo>
                  <a:cubicBezTo>
                    <a:pt x="3194050" y="5468620"/>
                    <a:pt x="3194050" y="5436870"/>
                    <a:pt x="3199130" y="5407660"/>
                  </a:cubicBezTo>
                  <a:cubicBezTo>
                    <a:pt x="3204210" y="5378450"/>
                    <a:pt x="3213099" y="5349240"/>
                    <a:pt x="3224530" y="5321300"/>
                  </a:cubicBezTo>
                  <a:cubicBezTo>
                    <a:pt x="3235960" y="5293360"/>
                    <a:pt x="3251199" y="5266690"/>
                    <a:pt x="3268980" y="5242560"/>
                  </a:cubicBezTo>
                  <a:cubicBezTo>
                    <a:pt x="3286760" y="5218430"/>
                    <a:pt x="3296920" y="5205730"/>
                    <a:pt x="3331210" y="5177790"/>
                  </a:cubicBezTo>
                  <a:cubicBezTo>
                    <a:pt x="3431540" y="5097780"/>
                    <a:pt x="3770630" y="4912360"/>
                    <a:pt x="3987799" y="4790440"/>
                  </a:cubicBezTo>
                  <a:cubicBezTo>
                    <a:pt x="4197349" y="4673600"/>
                    <a:pt x="4366260" y="4582160"/>
                    <a:pt x="4612640" y="4461510"/>
                  </a:cubicBezTo>
                  <a:cubicBezTo>
                    <a:pt x="4956810" y="4293870"/>
                    <a:pt x="5534660" y="4056380"/>
                    <a:pt x="5871210" y="3895090"/>
                  </a:cubicBezTo>
                  <a:cubicBezTo>
                    <a:pt x="6101080" y="3784600"/>
                    <a:pt x="6337299" y="3642360"/>
                    <a:pt x="6445249" y="3602990"/>
                  </a:cubicBezTo>
                  <a:cubicBezTo>
                    <a:pt x="6485890" y="3587750"/>
                    <a:pt x="6502400" y="3586480"/>
                    <a:pt x="6531610" y="3582670"/>
                  </a:cubicBezTo>
                  <a:cubicBezTo>
                    <a:pt x="6560820" y="3578860"/>
                    <a:pt x="6592570" y="3580130"/>
                    <a:pt x="6621779" y="3583940"/>
                  </a:cubicBezTo>
                  <a:cubicBezTo>
                    <a:pt x="6650990" y="3587750"/>
                    <a:pt x="6680200" y="3594100"/>
                    <a:pt x="6708140" y="3605530"/>
                  </a:cubicBezTo>
                  <a:cubicBezTo>
                    <a:pt x="6734810" y="3615690"/>
                    <a:pt x="6761479" y="3632200"/>
                    <a:pt x="6785610" y="3648710"/>
                  </a:cubicBezTo>
                  <a:cubicBezTo>
                    <a:pt x="6809740" y="3666490"/>
                    <a:pt x="6832600" y="3686810"/>
                    <a:pt x="6851650" y="3708400"/>
                  </a:cubicBezTo>
                  <a:cubicBezTo>
                    <a:pt x="6870700" y="3731260"/>
                    <a:pt x="6888479" y="3755390"/>
                    <a:pt x="6902450" y="3782060"/>
                  </a:cubicBezTo>
                  <a:cubicBezTo>
                    <a:pt x="6916420" y="3808730"/>
                    <a:pt x="6926579" y="3836670"/>
                    <a:pt x="6932929" y="3865880"/>
                  </a:cubicBezTo>
                  <a:cubicBezTo>
                    <a:pt x="6939279" y="3895090"/>
                    <a:pt x="6943090" y="3925570"/>
                    <a:pt x="6943090" y="3954780"/>
                  </a:cubicBezTo>
                  <a:cubicBezTo>
                    <a:pt x="6943090" y="3983990"/>
                    <a:pt x="6939279" y="4014470"/>
                    <a:pt x="6931660" y="4042410"/>
                  </a:cubicBezTo>
                  <a:cubicBezTo>
                    <a:pt x="6924040" y="4071620"/>
                    <a:pt x="6912610" y="4099560"/>
                    <a:pt x="6898640" y="4126230"/>
                  </a:cubicBezTo>
                  <a:cubicBezTo>
                    <a:pt x="6884670" y="4151630"/>
                    <a:pt x="6866890" y="4177030"/>
                    <a:pt x="6846570" y="4198620"/>
                  </a:cubicBezTo>
                  <a:cubicBezTo>
                    <a:pt x="6826250" y="4220210"/>
                    <a:pt x="6803390" y="4240530"/>
                    <a:pt x="6779260" y="4257040"/>
                  </a:cubicBezTo>
                  <a:cubicBezTo>
                    <a:pt x="6755129" y="4273550"/>
                    <a:pt x="6743700" y="4279900"/>
                    <a:pt x="6700520" y="4297680"/>
                  </a:cubicBezTo>
                  <a:cubicBezTo>
                    <a:pt x="6540500" y="4363720"/>
                    <a:pt x="5814060" y="4573270"/>
                    <a:pt x="5518150" y="4671060"/>
                  </a:cubicBezTo>
                  <a:cubicBezTo>
                    <a:pt x="5339080" y="4730750"/>
                    <a:pt x="5255260" y="4759960"/>
                    <a:pt x="5090160" y="4820920"/>
                  </a:cubicBezTo>
                  <a:cubicBezTo>
                    <a:pt x="4859020" y="4904740"/>
                    <a:pt x="4537710" y="5025390"/>
                    <a:pt x="4263390" y="5134610"/>
                  </a:cubicBezTo>
                  <a:cubicBezTo>
                    <a:pt x="3990340" y="5243830"/>
                    <a:pt x="3583940" y="5436870"/>
                    <a:pt x="3448050" y="5474970"/>
                  </a:cubicBezTo>
                  <a:cubicBezTo>
                    <a:pt x="3404870" y="5487670"/>
                    <a:pt x="3388360" y="5487670"/>
                    <a:pt x="3359150" y="5488940"/>
                  </a:cubicBezTo>
                  <a:cubicBezTo>
                    <a:pt x="3329940" y="5490210"/>
                    <a:pt x="3299460" y="5487670"/>
                    <a:pt x="3270250" y="5481320"/>
                  </a:cubicBezTo>
                  <a:cubicBezTo>
                    <a:pt x="3241040" y="5474970"/>
                    <a:pt x="3213100" y="5464810"/>
                    <a:pt x="3186430" y="5452110"/>
                  </a:cubicBezTo>
                  <a:cubicBezTo>
                    <a:pt x="3159760" y="5439410"/>
                    <a:pt x="3134360" y="5422900"/>
                    <a:pt x="3111500" y="5403850"/>
                  </a:cubicBezTo>
                  <a:cubicBezTo>
                    <a:pt x="3088640" y="5384800"/>
                    <a:pt x="3068320" y="5363210"/>
                    <a:pt x="3050540" y="5339080"/>
                  </a:cubicBezTo>
                  <a:cubicBezTo>
                    <a:pt x="3032760" y="5314950"/>
                    <a:pt x="3017520" y="5288280"/>
                    <a:pt x="3006090" y="5260340"/>
                  </a:cubicBezTo>
                  <a:cubicBezTo>
                    <a:pt x="2994660" y="5233670"/>
                    <a:pt x="2988310" y="5204460"/>
                    <a:pt x="2983230" y="5175250"/>
                  </a:cubicBezTo>
                  <a:cubicBezTo>
                    <a:pt x="2978150" y="5146040"/>
                    <a:pt x="2976880" y="5115560"/>
                    <a:pt x="2979420" y="5086350"/>
                  </a:cubicBezTo>
                  <a:cubicBezTo>
                    <a:pt x="2981960" y="5057140"/>
                    <a:pt x="2988310" y="5026660"/>
                    <a:pt x="2998470" y="4998720"/>
                  </a:cubicBezTo>
                  <a:cubicBezTo>
                    <a:pt x="3008630" y="4970780"/>
                    <a:pt x="3021330" y="4942840"/>
                    <a:pt x="3037840" y="4918710"/>
                  </a:cubicBezTo>
                  <a:cubicBezTo>
                    <a:pt x="3054350" y="4893310"/>
                    <a:pt x="3068320" y="4875530"/>
                    <a:pt x="3094990" y="4850130"/>
                  </a:cubicBezTo>
                  <a:cubicBezTo>
                    <a:pt x="3139440" y="4808220"/>
                    <a:pt x="3195320" y="4767580"/>
                    <a:pt x="3290570" y="4706620"/>
                  </a:cubicBezTo>
                  <a:cubicBezTo>
                    <a:pt x="3507740" y="4566920"/>
                    <a:pt x="4066540" y="4249420"/>
                    <a:pt x="4410710" y="4088130"/>
                  </a:cubicBezTo>
                  <a:cubicBezTo>
                    <a:pt x="4688840" y="3958590"/>
                    <a:pt x="4944110" y="3869690"/>
                    <a:pt x="5187950" y="3787140"/>
                  </a:cubicBezTo>
                  <a:cubicBezTo>
                    <a:pt x="5398770" y="3716020"/>
                    <a:pt x="5582920" y="3657600"/>
                    <a:pt x="5783580" y="3610610"/>
                  </a:cubicBezTo>
                  <a:cubicBezTo>
                    <a:pt x="5981700" y="3564890"/>
                    <a:pt x="6271260" y="3511550"/>
                    <a:pt x="6381750" y="3509010"/>
                  </a:cubicBezTo>
                  <a:cubicBezTo>
                    <a:pt x="6424930" y="3507740"/>
                    <a:pt x="6441440" y="3511550"/>
                    <a:pt x="6470650" y="3519170"/>
                  </a:cubicBezTo>
                  <a:cubicBezTo>
                    <a:pt x="6499860" y="3526790"/>
                    <a:pt x="6527800" y="3538220"/>
                    <a:pt x="6554470" y="3552190"/>
                  </a:cubicBezTo>
                  <a:cubicBezTo>
                    <a:pt x="6581140" y="3566160"/>
                    <a:pt x="6606540" y="3583940"/>
                    <a:pt x="6628129" y="3602990"/>
                  </a:cubicBezTo>
                  <a:cubicBezTo>
                    <a:pt x="6650990" y="3623310"/>
                    <a:pt x="6671310" y="3646170"/>
                    <a:pt x="6687820" y="3670300"/>
                  </a:cubicBezTo>
                  <a:cubicBezTo>
                    <a:pt x="6704329" y="3694430"/>
                    <a:pt x="6719570" y="3722370"/>
                    <a:pt x="6729729" y="3750310"/>
                  </a:cubicBezTo>
                  <a:cubicBezTo>
                    <a:pt x="6739890" y="3778250"/>
                    <a:pt x="6747510" y="3808730"/>
                    <a:pt x="6751320" y="3837940"/>
                  </a:cubicBezTo>
                  <a:cubicBezTo>
                    <a:pt x="6755129" y="3867150"/>
                    <a:pt x="6753860" y="3898900"/>
                    <a:pt x="6750050" y="3928110"/>
                  </a:cubicBezTo>
                  <a:cubicBezTo>
                    <a:pt x="6746240" y="3957320"/>
                    <a:pt x="6738620" y="3986530"/>
                    <a:pt x="6728460" y="4014470"/>
                  </a:cubicBezTo>
                  <a:cubicBezTo>
                    <a:pt x="6718300" y="4042410"/>
                    <a:pt x="6703060" y="4070350"/>
                    <a:pt x="6686550" y="4094480"/>
                  </a:cubicBezTo>
                  <a:cubicBezTo>
                    <a:pt x="6670040" y="4118610"/>
                    <a:pt x="6649720" y="4141470"/>
                    <a:pt x="6626860" y="4161790"/>
                  </a:cubicBezTo>
                  <a:cubicBezTo>
                    <a:pt x="6605270" y="4180840"/>
                    <a:pt x="6579870" y="4198620"/>
                    <a:pt x="6553200" y="4212590"/>
                  </a:cubicBezTo>
                  <a:cubicBezTo>
                    <a:pt x="6526529" y="4226560"/>
                    <a:pt x="6473190" y="4251960"/>
                    <a:pt x="6468110" y="4244340"/>
                  </a:cubicBezTo>
                  <a:cubicBezTo>
                    <a:pt x="6457950" y="4230370"/>
                    <a:pt x="6672579" y="4024630"/>
                    <a:pt x="6664960" y="4015740"/>
                  </a:cubicBezTo>
                  <a:cubicBezTo>
                    <a:pt x="6654800" y="4005580"/>
                    <a:pt x="6482079" y="4202430"/>
                    <a:pt x="6297930" y="4297680"/>
                  </a:cubicBezTo>
                  <a:cubicBezTo>
                    <a:pt x="5899150" y="4502150"/>
                    <a:pt x="4709160" y="4767580"/>
                    <a:pt x="4234180" y="4921250"/>
                  </a:cubicBezTo>
                  <a:cubicBezTo>
                    <a:pt x="3981450" y="5002530"/>
                    <a:pt x="3846830" y="5040630"/>
                    <a:pt x="3656330" y="5120640"/>
                  </a:cubicBezTo>
                  <a:cubicBezTo>
                    <a:pt x="3459480" y="5204460"/>
                    <a:pt x="3294380" y="5294630"/>
                    <a:pt x="3070860" y="5415280"/>
                  </a:cubicBezTo>
                  <a:cubicBezTo>
                    <a:pt x="2758440" y="5584190"/>
                    <a:pt x="2241550" y="5862320"/>
                    <a:pt x="1964690" y="6051550"/>
                  </a:cubicBezTo>
                  <a:cubicBezTo>
                    <a:pt x="1783080" y="6176010"/>
                    <a:pt x="1626870" y="6343650"/>
                    <a:pt x="1536700" y="6395720"/>
                  </a:cubicBezTo>
                  <a:cubicBezTo>
                    <a:pt x="1499870" y="6417310"/>
                    <a:pt x="1482090" y="6421120"/>
                    <a:pt x="1452880" y="6428740"/>
                  </a:cubicBezTo>
                  <a:cubicBezTo>
                    <a:pt x="1423670" y="6436360"/>
                    <a:pt x="1393190" y="6441440"/>
                    <a:pt x="1363980" y="6442710"/>
                  </a:cubicBezTo>
                  <a:cubicBezTo>
                    <a:pt x="1333500" y="6443980"/>
                    <a:pt x="1303020" y="6440170"/>
                    <a:pt x="1273810" y="6433820"/>
                  </a:cubicBezTo>
                  <a:cubicBezTo>
                    <a:pt x="1244600" y="6427470"/>
                    <a:pt x="1215390" y="6417310"/>
                    <a:pt x="1188720" y="6403340"/>
                  </a:cubicBezTo>
                  <a:cubicBezTo>
                    <a:pt x="1162050" y="6390640"/>
                    <a:pt x="1136650" y="6372860"/>
                    <a:pt x="1113790" y="6353810"/>
                  </a:cubicBezTo>
                  <a:cubicBezTo>
                    <a:pt x="1090930" y="6334760"/>
                    <a:pt x="1070610" y="6311900"/>
                    <a:pt x="1052830" y="6287770"/>
                  </a:cubicBezTo>
                  <a:cubicBezTo>
                    <a:pt x="1035050" y="6263640"/>
                    <a:pt x="1019810" y="6236970"/>
                    <a:pt x="1008380" y="6209030"/>
                  </a:cubicBezTo>
                  <a:cubicBezTo>
                    <a:pt x="996950" y="6181090"/>
                    <a:pt x="989330" y="6150610"/>
                    <a:pt x="985520" y="6121400"/>
                  </a:cubicBezTo>
                  <a:cubicBezTo>
                    <a:pt x="981710" y="6092190"/>
                    <a:pt x="980440" y="6060440"/>
                    <a:pt x="982980" y="6031230"/>
                  </a:cubicBezTo>
                  <a:cubicBezTo>
                    <a:pt x="985520" y="6002020"/>
                    <a:pt x="993140" y="5971540"/>
                    <a:pt x="1003300" y="5943600"/>
                  </a:cubicBezTo>
                  <a:cubicBezTo>
                    <a:pt x="1013460" y="5915660"/>
                    <a:pt x="1026160" y="5887720"/>
                    <a:pt x="1042670" y="5862320"/>
                  </a:cubicBezTo>
                  <a:cubicBezTo>
                    <a:pt x="1059180" y="5836920"/>
                    <a:pt x="1069340" y="5824220"/>
                    <a:pt x="1101090" y="5793740"/>
                  </a:cubicBezTo>
                  <a:cubicBezTo>
                    <a:pt x="1188720" y="5707380"/>
                    <a:pt x="1454150" y="5472430"/>
                    <a:pt x="1638300" y="5342890"/>
                  </a:cubicBezTo>
                  <a:cubicBezTo>
                    <a:pt x="1811020" y="5220970"/>
                    <a:pt x="1962150" y="5142230"/>
                    <a:pt x="2167890" y="5033010"/>
                  </a:cubicBezTo>
                  <a:cubicBezTo>
                    <a:pt x="2440940" y="4886960"/>
                    <a:pt x="2886710" y="4678680"/>
                    <a:pt x="3140710" y="4561840"/>
                  </a:cubicBezTo>
                  <a:cubicBezTo>
                    <a:pt x="3302000" y="4488180"/>
                    <a:pt x="3387090" y="4420870"/>
                    <a:pt x="3538220" y="4387850"/>
                  </a:cubicBezTo>
                  <a:cubicBezTo>
                    <a:pt x="3717290" y="4348480"/>
                    <a:pt x="4064000" y="4274820"/>
                    <a:pt x="4152900" y="4376420"/>
                  </a:cubicBezTo>
                  <a:cubicBezTo>
                    <a:pt x="4245610" y="4484370"/>
                    <a:pt x="4159250" y="4904740"/>
                    <a:pt x="4043680" y="5050790"/>
                  </a:cubicBezTo>
                  <a:cubicBezTo>
                    <a:pt x="3940810" y="5180330"/>
                    <a:pt x="3710940" y="5181600"/>
                    <a:pt x="3547110" y="5253990"/>
                  </a:cubicBezTo>
                  <a:cubicBezTo>
                    <a:pt x="3382010" y="5327650"/>
                    <a:pt x="3244850" y="5387340"/>
                    <a:pt x="3054350" y="5490210"/>
                  </a:cubicBezTo>
                  <a:cubicBezTo>
                    <a:pt x="2776220" y="5641340"/>
                    <a:pt x="2316480" y="5946140"/>
                    <a:pt x="2051050" y="6099810"/>
                  </a:cubicBezTo>
                  <a:cubicBezTo>
                    <a:pt x="1879600" y="6198870"/>
                    <a:pt x="1717040" y="6308090"/>
                    <a:pt x="1624330" y="6334760"/>
                  </a:cubicBezTo>
                  <a:cubicBezTo>
                    <a:pt x="1583690" y="6346190"/>
                    <a:pt x="1562100" y="6342380"/>
                    <a:pt x="1531620" y="6339840"/>
                  </a:cubicBezTo>
                  <a:cubicBezTo>
                    <a:pt x="1501140" y="6337300"/>
                    <a:pt x="1470660" y="6330950"/>
                    <a:pt x="1441450" y="6322060"/>
                  </a:cubicBezTo>
                  <a:cubicBezTo>
                    <a:pt x="1412240" y="6311900"/>
                    <a:pt x="1383030" y="6299200"/>
                    <a:pt x="1357630" y="6282690"/>
                  </a:cubicBezTo>
                  <a:cubicBezTo>
                    <a:pt x="1330960" y="6266180"/>
                    <a:pt x="1306830" y="6245860"/>
                    <a:pt x="1285240" y="6224270"/>
                  </a:cubicBezTo>
                  <a:cubicBezTo>
                    <a:pt x="1263650" y="6202680"/>
                    <a:pt x="1244600" y="6177280"/>
                    <a:pt x="1229360" y="6150610"/>
                  </a:cubicBezTo>
                  <a:cubicBezTo>
                    <a:pt x="1214120" y="6123940"/>
                    <a:pt x="1201420" y="6096000"/>
                    <a:pt x="1192530" y="6066790"/>
                  </a:cubicBezTo>
                  <a:cubicBezTo>
                    <a:pt x="1183640" y="6037580"/>
                    <a:pt x="1178560" y="6005830"/>
                    <a:pt x="1177290" y="5975350"/>
                  </a:cubicBezTo>
                  <a:cubicBezTo>
                    <a:pt x="1176020" y="5944870"/>
                    <a:pt x="1178560" y="5913120"/>
                    <a:pt x="1184910" y="5883910"/>
                  </a:cubicBezTo>
                  <a:cubicBezTo>
                    <a:pt x="1191260" y="5853430"/>
                    <a:pt x="1200150" y="5824220"/>
                    <a:pt x="1212850" y="5796280"/>
                  </a:cubicBezTo>
                  <a:cubicBezTo>
                    <a:pt x="1225550" y="5768340"/>
                    <a:pt x="1243330" y="5741670"/>
                    <a:pt x="1262380" y="5717540"/>
                  </a:cubicBezTo>
                  <a:cubicBezTo>
                    <a:pt x="1281430" y="5693410"/>
                    <a:pt x="1304290" y="5671820"/>
                    <a:pt x="1328420" y="5652770"/>
                  </a:cubicBezTo>
                  <a:cubicBezTo>
                    <a:pt x="1352550" y="5633720"/>
                    <a:pt x="1371600" y="5621020"/>
                    <a:pt x="1408430" y="5605780"/>
                  </a:cubicBezTo>
                  <a:cubicBezTo>
                    <a:pt x="1474470" y="5579110"/>
                    <a:pt x="1598930" y="5570220"/>
                    <a:pt x="1706880" y="5534660"/>
                  </a:cubicBezTo>
                  <a:cubicBezTo>
                    <a:pt x="1840230" y="5490210"/>
                    <a:pt x="1965960" y="5429250"/>
                    <a:pt x="2145030" y="5347970"/>
                  </a:cubicBezTo>
                  <a:cubicBezTo>
                    <a:pt x="2439670" y="5214620"/>
                    <a:pt x="2974340" y="4939030"/>
                    <a:pt x="3296920" y="4794250"/>
                  </a:cubicBezTo>
                  <a:cubicBezTo>
                    <a:pt x="3525520" y="4691380"/>
                    <a:pt x="3675380" y="4625340"/>
                    <a:pt x="3888740" y="4546600"/>
                  </a:cubicBezTo>
                  <a:cubicBezTo>
                    <a:pt x="4131310" y="4457700"/>
                    <a:pt x="4544060" y="4315460"/>
                    <a:pt x="4677410" y="4295140"/>
                  </a:cubicBezTo>
                  <a:cubicBezTo>
                    <a:pt x="4721860" y="4288790"/>
                    <a:pt x="4738370" y="4292600"/>
                    <a:pt x="4767580" y="4296410"/>
                  </a:cubicBezTo>
                  <a:cubicBezTo>
                    <a:pt x="4796790" y="4300220"/>
                    <a:pt x="4826000" y="4307840"/>
                    <a:pt x="4853940" y="4318000"/>
                  </a:cubicBezTo>
                  <a:cubicBezTo>
                    <a:pt x="4881880" y="4328160"/>
                    <a:pt x="4909820" y="4343400"/>
                    <a:pt x="4933950" y="4359910"/>
                  </a:cubicBezTo>
                  <a:cubicBezTo>
                    <a:pt x="4958080" y="4376420"/>
                    <a:pt x="4980940" y="4396740"/>
                    <a:pt x="4999990" y="4419600"/>
                  </a:cubicBezTo>
                  <a:cubicBezTo>
                    <a:pt x="5019040" y="4442460"/>
                    <a:pt x="5036820" y="4467860"/>
                    <a:pt x="5050790" y="4494530"/>
                  </a:cubicBezTo>
                  <a:cubicBezTo>
                    <a:pt x="5064760" y="4521200"/>
                    <a:pt x="5076190" y="4549140"/>
                    <a:pt x="5082540" y="4578350"/>
                  </a:cubicBezTo>
                  <a:cubicBezTo>
                    <a:pt x="5088890" y="4607560"/>
                    <a:pt x="5092700" y="4638040"/>
                    <a:pt x="5092700" y="4667250"/>
                  </a:cubicBezTo>
                  <a:cubicBezTo>
                    <a:pt x="5092700" y="4696460"/>
                    <a:pt x="5090160" y="4726940"/>
                    <a:pt x="5082540" y="4756150"/>
                  </a:cubicBezTo>
                  <a:cubicBezTo>
                    <a:pt x="5074920" y="4785360"/>
                    <a:pt x="5063490" y="4813300"/>
                    <a:pt x="5049520" y="4839970"/>
                  </a:cubicBezTo>
                  <a:cubicBezTo>
                    <a:pt x="5035550" y="4866640"/>
                    <a:pt x="5017770" y="4892040"/>
                    <a:pt x="4998720" y="4913630"/>
                  </a:cubicBezTo>
                  <a:cubicBezTo>
                    <a:pt x="4978400" y="4936490"/>
                    <a:pt x="4972050" y="4947920"/>
                    <a:pt x="4931410" y="4973320"/>
                  </a:cubicBezTo>
                  <a:cubicBezTo>
                    <a:pt x="4771390" y="5073650"/>
                    <a:pt x="3936999" y="5361940"/>
                    <a:pt x="3610610" y="5523230"/>
                  </a:cubicBezTo>
                  <a:cubicBezTo>
                    <a:pt x="3408680" y="5623560"/>
                    <a:pt x="3300730" y="5717540"/>
                    <a:pt x="3135630" y="5798820"/>
                  </a:cubicBezTo>
                  <a:cubicBezTo>
                    <a:pt x="2969260" y="5880100"/>
                    <a:pt x="2790190" y="5951220"/>
                    <a:pt x="2617470" y="6009640"/>
                  </a:cubicBezTo>
                  <a:cubicBezTo>
                    <a:pt x="2449830" y="6065520"/>
                    <a:pt x="2277110" y="6106160"/>
                    <a:pt x="2113280" y="6145530"/>
                  </a:cubicBezTo>
                  <a:cubicBezTo>
                    <a:pt x="1959610" y="6182360"/>
                    <a:pt x="1816100" y="6211570"/>
                    <a:pt x="1663700" y="6240780"/>
                  </a:cubicBezTo>
                  <a:cubicBezTo>
                    <a:pt x="1508760" y="6269990"/>
                    <a:pt x="1361440" y="6301740"/>
                    <a:pt x="1192530" y="6319520"/>
                  </a:cubicBezTo>
                  <a:cubicBezTo>
                    <a:pt x="999490" y="6339840"/>
                    <a:pt x="679450" y="6361430"/>
                    <a:pt x="566420" y="6350000"/>
                  </a:cubicBezTo>
                  <a:cubicBezTo>
                    <a:pt x="523240" y="6344920"/>
                    <a:pt x="506730" y="6338570"/>
                    <a:pt x="478790" y="6327140"/>
                  </a:cubicBezTo>
                  <a:cubicBezTo>
                    <a:pt x="450850" y="6315710"/>
                    <a:pt x="424180" y="6300470"/>
                    <a:pt x="400050" y="6282690"/>
                  </a:cubicBezTo>
                  <a:cubicBezTo>
                    <a:pt x="375920" y="6264910"/>
                    <a:pt x="351790" y="6244590"/>
                    <a:pt x="332740" y="6221730"/>
                  </a:cubicBezTo>
                  <a:cubicBezTo>
                    <a:pt x="313690" y="6198870"/>
                    <a:pt x="295910" y="6173470"/>
                    <a:pt x="283210" y="6146800"/>
                  </a:cubicBezTo>
                  <a:cubicBezTo>
                    <a:pt x="269240" y="6120130"/>
                    <a:pt x="259080" y="6090920"/>
                    <a:pt x="252730" y="6061710"/>
                  </a:cubicBezTo>
                  <a:cubicBezTo>
                    <a:pt x="246380" y="6032500"/>
                    <a:pt x="242570" y="6002020"/>
                    <a:pt x="242570" y="5971540"/>
                  </a:cubicBezTo>
                  <a:cubicBezTo>
                    <a:pt x="242570" y="5941060"/>
                    <a:pt x="247650" y="5910580"/>
                    <a:pt x="255270" y="5881370"/>
                  </a:cubicBezTo>
                  <a:cubicBezTo>
                    <a:pt x="262890" y="5852160"/>
                    <a:pt x="275590" y="5824220"/>
                    <a:pt x="289560" y="5797550"/>
                  </a:cubicBezTo>
                  <a:cubicBezTo>
                    <a:pt x="303530" y="5770880"/>
                    <a:pt x="321310" y="5745480"/>
                    <a:pt x="341630" y="5723890"/>
                  </a:cubicBezTo>
                  <a:cubicBezTo>
                    <a:pt x="361950" y="5701030"/>
                    <a:pt x="386080" y="5680710"/>
                    <a:pt x="411480" y="5664200"/>
                  </a:cubicBezTo>
                  <a:cubicBezTo>
                    <a:pt x="436880" y="5647690"/>
                    <a:pt x="463550" y="5633720"/>
                    <a:pt x="491490" y="5623560"/>
                  </a:cubicBezTo>
                  <a:cubicBezTo>
                    <a:pt x="519430" y="5613400"/>
                    <a:pt x="533400" y="5610860"/>
                    <a:pt x="580390" y="5603240"/>
                  </a:cubicBezTo>
                  <a:cubicBezTo>
                    <a:pt x="756920" y="5575300"/>
                    <a:pt x="1377950" y="5520690"/>
                    <a:pt x="1842770" y="5486400"/>
                  </a:cubicBezTo>
                  <a:cubicBezTo>
                    <a:pt x="2414270" y="5443220"/>
                    <a:pt x="3147060" y="5416550"/>
                    <a:pt x="3755390" y="5377180"/>
                  </a:cubicBezTo>
                  <a:cubicBezTo>
                    <a:pt x="4311650" y="5341620"/>
                    <a:pt x="5153660" y="5266690"/>
                    <a:pt x="5353050" y="5262880"/>
                  </a:cubicBezTo>
                  <a:cubicBezTo>
                    <a:pt x="5398770" y="5261610"/>
                    <a:pt x="5410200" y="5261610"/>
                    <a:pt x="5438140" y="5265420"/>
                  </a:cubicBezTo>
                  <a:cubicBezTo>
                    <a:pt x="5466080" y="5269230"/>
                    <a:pt x="5494020" y="5276850"/>
                    <a:pt x="5520690" y="5288280"/>
                  </a:cubicBezTo>
                  <a:cubicBezTo>
                    <a:pt x="5546090" y="5298440"/>
                    <a:pt x="5571490" y="5313680"/>
                    <a:pt x="5594350" y="5330190"/>
                  </a:cubicBezTo>
                  <a:cubicBezTo>
                    <a:pt x="5617210" y="5346700"/>
                    <a:pt x="5638800" y="5368290"/>
                    <a:pt x="5656580" y="5389880"/>
                  </a:cubicBezTo>
                  <a:cubicBezTo>
                    <a:pt x="5674360" y="5411470"/>
                    <a:pt x="5689600" y="5435600"/>
                    <a:pt x="5702300" y="5461000"/>
                  </a:cubicBezTo>
                  <a:cubicBezTo>
                    <a:pt x="5715000" y="5486400"/>
                    <a:pt x="5725160" y="5509260"/>
                    <a:pt x="5730240" y="5542280"/>
                  </a:cubicBezTo>
                  <a:cubicBezTo>
                    <a:pt x="5736590" y="5588000"/>
                    <a:pt x="5734050" y="5666740"/>
                    <a:pt x="5723890" y="5711190"/>
                  </a:cubicBezTo>
                  <a:cubicBezTo>
                    <a:pt x="5716270" y="5742940"/>
                    <a:pt x="5704840" y="5765800"/>
                    <a:pt x="5690870" y="5789930"/>
                  </a:cubicBezTo>
                  <a:cubicBezTo>
                    <a:pt x="5676900" y="5814060"/>
                    <a:pt x="5659120" y="5836920"/>
                    <a:pt x="5640070" y="5857240"/>
                  </a:cubicBezTo>
                  <a:cubicBezTo>
                    <a:pt x="5621020" y="5877560"/>
                    <a:pt x="5598160" y="5896610"/>
                    <a:pt x="5574030" y="5911850"/>
                  </a:cubicBezTo>
                  <a:cubicBezTo>
                    <a:pt x="5549900" y="5927090"/>
                    <a:pt x="5524500" y="5939790"/>
                    <a:pt x="5497830" y="5948680"/>
                  </a:cubicBezTo>
                  <a:cubicBezTo>
                    <a:pt x="5471160" y="5957570"/>
                    <a:pt x="5462270" y="5960110"/>
                    <a:pt x="5414010" y="5966460"/>
                  </a:cubicBezTo>
                  <a:cubicBezTo>
                    <a:pt x="5144770" y="6004560"/>
                    <a:pt x="2984500" y="6177280"/>
                    <a:pt x="2711450" y="6156960"/>
                  </a:cubicBezTo>
                  <a:cubicBezTo>
                    <a:pt x="2661920" y="6153150"/>
                    <a:pt x="2653030" y="6148070"/>
                    <a:pt x="2625090" y="6137910"/>
                  </a:cubicBezTo>
                  <a:cubicBezTo>
                    <a:pt x="2597150" y="6127750"/>
                    <a:pt x="2570480" y="6115050"/>
                    <a:pt x="2546350" y="6098540"/>
                  </a:cubicBezTo>
                  <a:cubicBezTo>
                    <a:pt x="2522220" y="6082030"/>
                    <a:pt x="2498090" y="6062980"/>
                    <a:pt x="2477770" y="6041390"/>
                  </a:cubicBezTo>
                  <a:cubicBezTo>
                    <a:pt x="2457450" y="6019800"/>
                    <a:pt x="2439670" y="5995670"/>
                    <a:pt x="2425700" y="5970270"/>
                  </a:cubicBezTo>
                  <a:cubicBezTo>
                    <a:pt x="2411730" y="5944870"/>
                    <a:pt x="2400300" y="5915660"/>
                    <a:pt x="2392680" y="5887720"/>
                  </a:cubicBezTo>
                  <a:cubicBezTo>
                    <a:pt x="2385060" y="5859780"/>
                    <a:pt x="2379980" y="5829300"/>
                    <a:pt x="2379980" y="5800090"/>
                  </a:cubicBezTo>
                  <a:cubicBezTo>
                    <a:pt x="2379980" y="5770880"/>
                    <a:pt x="2382520" y="5740400"/>
                    <a:pt x="2388870" y="5712460"/>
                  </a:cubicBezTo>
                  <a:cubicBezTo>
                    <a:pt x="2395220" y="5683250"/>
                    <a:pt x="2405380" y="5655310"/>
                    <a:pt x="2418080" y="5628640"/>
                  </a:cubicBezTo>
                  <a:cubicBezTo>
                    <a:pt x="2430780" y="5601970"/>
                    <a:pt x="2447290" y="5576570"/>
                    <a:pt x="2466340" y="5554980"/>
                  </a:cubicBezTo>
                  <a:cubicBezTo>
                    <a:pt x="2485390" y="5532120"/>
                    <a:pt x="2506980" y="5513070"/>
                    <a:pt x="2531110" y="5495290"/>
                  </a:cubicBezTo>
                  <a:cubicBezTo>
                    <a:pt x="2553970" y="5478780"/>
                    <a:pt x="2574290" y="5464810"/>
                    <a:pt x="2607310" y="5452110"/>
                  </a:cubicBezTo>
                  <a:cubicBezTo>
                    <a:pt x="2659380" y="5431790"/>
                    <a:pt x="2729230" y="5417820"/>
                    <a:pt x="2816860" y="5401310"/>
                  </a:cubicBezTo>
                  <a:cubicBezTo>
                    <a:pt x="2960370" y="5374640"/>
                    <a:pt x="3149600" y="5354320"/>
                    <a:pt x="3387090" y="5325110"/>
                  </a:cubicBezTo>
                  <a:cubicBezTo>
                    <a:pt x="3779520" y="5276850"/>
                    <a:pt x="4376420" y="5203190"/>
                    <a:pt x="4949190" y="5144770"/>
                  </a:cubicBezTo>
                  <a:cubicBezTo>
                    <a:pt x="5648960" y="5073650"/>
                    <a:pt x="6797040" y="4988560"/>
                    <a:pt x="7283450" y="4937760"/>
                  </a:cubicBezTo>
                  <a:cubicBezTo>
                    <a:pt x="7505700" y="4914900"/>
                    <a:pt x="7673340" y="4883150"/>
                    <a:pt x="7768590" y="4879340"/>
                  </a:cubicBezTo>
                  <a:cubicBezTo>
                    <a:pt x="7807960" y="4878070"/>
                    <a:pt x="7825740" y="4876800"/>
                    <a:pt x="7853680" y="4881880"/>
                  </a:cubicBezTo>
                  <a:cubicBezTo>
                    <a:pt x="7881620" y="4886960"/>
                    <a:pt x="7909560" y="4894580"/>
                    <a:pt x="7934960" y="4906010"/>
                  </a:cubicBezTo>
                  <a:cubicBezTo>
                    <a:pt x="7960360" y="4917440"/>
                    <a:pt x="7985760" y="4931410"/>
                    <a:pt x="8008620" y="4947920"/>
                  </a:cubicBezTo>
                  <a:cubicBezTo>
                    <a:pt x="8031480" y="4964430"/>
                    <a:pt x="8053070" y="4984750"/>
                    <a:pt x="8070850" y="5006340"/>
                  </a:cubicBezTo>
                  <a:cubicBezTo>
                    <a:pt x="8088630" y="5027930"/>
                    <a:pt x="8103870" y="5053330"/>
                    <a:pt x="8116570" y="5078730"/>
                  </a:cubicBezTo>
                  <a:cubicBezTo>
                    <a:pt x="8129270" y="5104130"/>
                    <a:pt x="8138160" y="5130800"/>
                    <a:pt x="8144510" y="5158740"/>
                  </a:cubicBezTo>
                  <a:cubicBezTo>
                    <a:pt x="8150860" y="5186680"/>
                    <a:pt x="8152130" y="5215890"/>
                    <a:pt x="8150860" y="5243830"/>
                  </a:cubicBezTo>
                  <a:cubicBezTo>
                    <a:pt x="8149590" y="5271770"/>
                    <a:pt x="8145780" y="5300980"/>
                    <a:pt x="8138160" y="5327650"/>
                  </a:cubicBezTo>
                  <a:cubicBezTo>
                    <a:pt x="8130540" y="5354320"/>
                    <a:pt x="8119110" y="5382260"/>
                    <a:pt x="8105140" y="5406390"/>
                  </a:cubicBezTo>
                  <a:cubicBezTo>
                    <a:pt x="8091170" y="5430520"/>
                    <a:pt x="8073390" y="5454650"/>
                    <a:pt x="8054340" y="5474970"/>
                  </a:cubicBezTo>
                  <a:cubicBezTo>
                    <a:pt x="8035290" y="5495290"/>
                    <a:pt x="8012430" y="5514340"/>
                    <a:pt x="7988300" y="5529580"/>
                  </a:cubicBezTo>
                  <a:cubicBezTo>
                    <a:pt x="7964170" y="5544820"/>
                    <a:pt x="7938770" y="5557520"/>
                    <a:pt x="7912100" y="5566410"/>
                  </a:cubicBezTo>
                  <a:cubicBezTo>
                    <a:pt x="7885430" y="5575300"/>
                    <a:pt x="7866380" y="5577840"/>
                    <a:pt x="7828280" y="5582920"/>
                  </a:cubicBezTo>
                  <a:cubicBezTo>
                    <a:pt x="7748270" y="5594350"/>
                    <a:pt x="7589520" y="5595620"/>
                    <a:pt x="7451090" y="5619750"/>
                  </a:cubicBezTo>
                  <a:cubicBezTo>
                    <a:pt x="7279640" y="5648960"/>
                    <a:pt x="6986270" y="5754370"/>
                    <a:pt x="6878320" y="5763260"/>
                  </a:cubicBezTo>
                  <a:cubicBezTo>
                    <a:pt x="6836410" y="5767070"/>
                    <a:pt x="6818630" y="5761990"/>
                    <a:pt x="6790690" y="5756910"/>
                  </a:cubicBezTo>
                  <a:cubicBezTo>
                    <a:pt x="6762750" y="5751830"/>
                    <a:pt x="6734810" y="5742940"/>
                    <a:pt x="6708140" y="5731510"/>
                  </a:cubicBezTo>
                  <a:cubicBezTo>
                    <a:pt x="6681470" y="5720080"/>
                    <a:pt x="6656070" y="5704840"/>
                    <a:pt x="6633210" y="5687060"/>
                  </a:cubicBezTo>
                  <a:cubicBezTo>
                    <a:pt x="6610350" y="5669280"/>
                    <a:pt x="6590030" y="5647690"/>
                    <a:pt x="6572250" y="5624830"/>
                  </a:cubicBezTo>
                  <a:cubicBezTo>
                    <a:pt x="6554470" y="5601970"/>
                    <a:pt x="6537960" y="5576570"/>
                    <a:pt x="6526530" y="5549900"/>
                  </a:cubicBezTo>
                  <a:cubicBezTo>
                    <a:pt x="6515100" y="5523230"/>
                    <a:pt x="6506210" y="5495290"/>
                    <a:pt x="6501130" y="5467350"/>
                  </a:cubicBezTo>
                  <a:cubicBezTo>
                    <a:pt x="6496050" y="5439410"/>
                    <a:pt x="6494780" y="5408930"/>
                    <a:pt x="6496050" y="5379720"/>
                  </a:cubicBezTo>
                  <a:cubicBezTo>
                    <a:pt x="6497320" y="5350510"/>
                    <a:pt x="6502400" y="5322570"/>
                    <a:pt x="6511290" y="5294630"/>
                  </a:cubicBezTo>
                  <a:cubicBezTo>
                    <a:pt x="6520180" y="5267960"/>
                    <a:pt x="6531610" y="5240020"/>
                    <a:pt x="6546850" y="5215890"/>
                  </a:cubicBezTo>
                  <a:cubicBezTo>
                    <a:pt x="6562090" y="5191760"/>
                    <a:pt x="6581140" y="5167630"/>
                    <a:pt x="6601460" y="5147310"/>
                  </a:cubicBezTo>
                  <a:cubicBezTo>
                    <a:pt x="6621780" y="5126990"/>
                    <a:pt x="6645910" y="5107940"/>
                    <a:pt x="6670040" y="5092700"/>
                  </a:cubicBezTo>
                  <a:cubicBezTo>
                    <a:pt x="6694170" y="5077460"/>
                    <a:pt x="6720840" y="5066030"/>
                    <a:pt x="6748780" y="5057140"/>
                  </a:cubicBezTo>
                  <a:cubicBezTo>
                    <a:pt x="6776720" y="5048250"/>
                    <a:pt x="6793230" y="5046980"/>
                    <a:pt x="6835140" y="5041900"/>
                  </a:cubicBezTo>
                  <a:cubicBezTo>
                    <a:pt x="6945630" y="5029200"/>
                    <a:pt x="7387590" y="4930140"/>
                    <a:pt x="7444740" y="5011420"/>
                  </a:cubicBezTo>
                  <a:cubicBezTo>
                    <a:pt x="7493000" y="5080000"/>
                    <a:pt x="7387590" y="5327650"/>
                    <a:pt x="7277100" y="5412740"/>
                  </a:cubicBezTo>
                  <a:cubicBezTo>
                    <a:pt x="7138670" y="5519420"/>
                    <a:pt x="6724650" y="5509260"/>
                    <a:pt x="6605270" y="5507990"/>
                  </a:cubicBezTo>
                  <a:cubicBezTo>
                    <a:pt x="6562090" y="5507990"/>
                    <a:pt x="6544310" y="5501640"/>
                    <a:pt x="6516370" y="5492750"/>
                  </a:cubicBezTo>
                  <a:cubicBezTo>
                    <a:pt x="6487160" y="5483860"/>
                    <a:pt x="6459220" y="5471160"/>
                    <a:pt x="6433820" y="5455920"/>
                  </a:cubicBezTo>
                  <a:cubicBezTo>
                    <a:pt x="6408420" y="5440680"/>
                    <a:pt x="6384290" y="5421630"/>
                    <a:pt x="6362700" y="5401310"/>
                  </a:cubicBezTo>
                  <a:cubicBezTo>
                    <a:pt x="6341110" y="5380990"/>
                    <a:pt x="6320790" y="5356860"/>
                    <a:pt x="6305550" y="5331460"/>
                  </a:cubicBezTo>
                  <a:cubicBezTo>
                    <a:pt x="6290310" y="5306060"/>
                    <a:pt x="6277610" y="5276850"/>
                    <a:pt x="6268720" y="5248910"/>
                  </a:cubicBezTo>
                  <a:cubicBezTo>
                    <a:pt x="6259830" y="5219700"/>
                    <a:pt x="6253480" y="5190490"/>
                    <a:pt x="6250940" y="5160010"/>
                  </a:cubicBezTo>
                  <a:cubicBezTo>
                    <a:pt x="6248400" y="5130800"/>
                    <a:pt x="6250940" y="5099050"/>
                    <a:pt x="6256020" y="5069840"/>
                  </a:cubicBezTo>
                  <a:cubicBezTo>
                    <a:pt x="6261100" y="5040630"/>
                    <a:pt x="6269990" y="5011420"/>
                    <a:pt x="6281420" y="4983480"/>
                  </a:cubicBezTo>
                  <a:cubicBezTo>
                    <a:pt x="6292850" y="4956810"/>
                    <a:pt x="6309360" y="4930140"/>
                    <a:pt x="6327140" y="4906010"/>
                  </a:cubicBezTo>
                  <a:cubicBezTo>
                    <a:pt x="6344920" y="4881880"/>
                    <a:pt x="6367780" y="4860290"/>
                    <a:pt x="6390640" y="4841240"/>
                  </a:cubicBezTo>
                  <a:cubicBezTo>
                    <a:pt x="6413500" y="4822190"/>
                    <a:pt x="6440170" y="4806950"/>
                    <a:pt x="6466840" y="4794250"/>
                  </a:cubicBezTo>
                  <a:cubicBezTo>
                    <a:pt x="6493510" y="4781550"/>
                    <a:pt x="6513830" y="4772660"/>
                    <a:pt x="6553200" y="4766310"/>
                  </a:cubicBezTo>
                  <a:cubicBezTo>
                    <a:pt x="6635750" y="4752340"/>
                    <a:pt x="6804660" y="4773930"/>
                    <a:pt x="6939280" y="4753610"/>
                  </a:cubicBezTo>
                  <a:cubicBezTo>
                    <a:pt x="7094220" y="4729480"/>
                    <a:pt x="7310120" y="4712970"/>
                    <a:pt x="7430770" y="4616450"/>
                  </a:cubicBezTo>
                  <a:cubicBezTo>
                    <a:pt x="7548880" y="4522470"/>
                    <a:pt x="7594600" y="4335780"/>
                    <a:pt x="7663180" y="4189730"/>
                  </a:cubicBezTo>
                  <a:cubicBezTo>
                    <a:pt x="7731760" y="4044950"/>
                    <a:pt x="7804150" y="3907790"/>
                    <a:pt x="7844790" y="3746500"/>
                  </a:cubicBezTo>
                  <a:cubicBezTo>
                    <a:pt x="7889240" y="3568700"/>
                    <a:pt x="7875270" y="3266440"/>
                    <a:pt x="7905750" y="3162300"/>
                  </a:cubicBezTo>
                  <a:cubicBezTo>
                    <a:pt x="7917180" y="3121660"/>
                    <a:pt x="7928610" y="3106420"/>
                    <a:pt x="7945120" y="3082290"/>
                  </a:cubicBezTo>
                  <a:cubicBezTo>
                    <a:pt x="7961630" y="3058160"/>
                    <a:pt x="7980680" y="3035300"/>
                    <a:pt x="8002270" y="3014980"/>
                  </a:cubicBezTo>
                  <a:cubicBezTo>
                    <a:pt x="8023860" y="2994660"/>
                    <a:pt x="8049260" y="2976880"/>
                    <a:pt x="8074660" y="2962910"/>
                  </a:cubicBezTo>
                  <a:cubicBezTo>
                    <a:pt x="8100060" y="2948940"/>
                    <a:pt x="8129270" y="2937510"/>
                    <a:pt x="8157210" y="2929890"/>
                  </a:cubicBezTo>
                  <a:cubicBezTo>
                    <a:pt x="8185150" y="2922270"/>
                    <a:pt x="8215630" y="2918460"/>
                    <a:pt x="8244840" y="2917190"/>
                  </a:cubicBezTo>
                  <a:cubicBezTo>
                    <a:pt x="8274050" y="2915920"/>
                    <a:pt x="8304530" y="2919730"/>
                    <a:pt x="8333740" y="2926080"/>
                  </a:cubicBezTo>
                  <a:cubicBezTo>
                    <a:pt x="8362950" y="2932430"/>
                    <a:pt x="8390890" y="2943860"/>
                    <a:pt x="8417560" y="2956560"/>
                  </a:cubicBezTo>
                  <a:cubicBezTo>
                    <a:pt x="8444230" y="2969260"/>
                    <a:pt x="8469630" y="2985770"/>
                    <a:pt x="8491220" y="3004820"/>
                  </a:cubicBezTo>
                  <a:cubicBezTo>
                    <a:pt x="8514080" y="3023870"/>
                    <a:pt x="8534400" y="3045460"/>
                    <a:pt x="8550910" y="3069590"/>
                  </a:cubicBezTo>
                  <a:cubicBezTo>
                    <a:pt x="8568690" y="3093720"/>
                    <a:pt x="8582660" y="3120390"/>
                    <a:pt x="8594090" y="3148330"/>
                  </a:cubicBezTo>
                  <a:cubicBezTo>
                    <a:pt x="8605520" y="3175000"/>
                    <a:pt x="8613140" y="3204210"/>
                    <a:pt x="8616950" y="3233420"/>
                  </a:cubicBezTo>
                  <a:cubicBezTo>
                    <a:pt x="8620760" y="3262630"/>
                    <a:pt x="8622030" y="3293110"/>
                    <a:pt x="8619490" y="3322320"/>
                  </a:cubicBezTo>
                  <a:cubicBezTo>
                    <a:pt x="8616950" y="3351530"/>
                    <a:pt x="8610600" y="3369310"/>
                    <a:pt x="8599170" y="3408680"/>
                  </a:cubicBezTo>
                  <a:cubicBezTo>
                    <a:pt x="8572500" y="3493770"/>
                    <a:pt x="8503920" y="3641090"/>
                    <a:pt x="8445500" y="3811270"/>
                  </a:cubicBezTo>
                  <a:cubicBezTo>
                    <a:pt x="8347710" y="4098290"/>
                    <a:pt x="8166100" y="4823460"/>
                    <a:pt x="8091170" y="4982210"/>
                  </a:cubicBezTo>
                  <a:cubicBezTo>
                    <a:pt x="8070850" y="5026660"/>
                    <a:pt x="8059420" y="5036820"/>
                    <a:pt x="8039100" y="5060950"/>
                  </a:cubicBezTo>
                  <a:cubicBezTo>
                    <a:pt x="8018780" y="5085080"/>
                    <a:pt x="7995920" y="5106670"/>
                    <a:pt x="7970520" y="5124450"/>
                  </a:cubicBezTo>
                  <a:cubicBezTo>
                    <a:pt x="7945120" y="5142230"/>
                    <a:pt x="7917180" y="5158740"/>
                    <a:pt x="7887970" y="5170170"/>
                  </a:cubicBezTo>
                  <a:cubicBezTo>
                    <a:pt x="7858760" y="5181600"/>
                    <a:pt x="7828280" y="5189220"/>
                    <a:pt x="7797800" y="5194300"/>
                  </a:cubicBezTo>
                  <a:cubicBezTo>
                    <a:pt x="7767320" y="5199380"/>
                    <a:pt x="7734300" y="5199380"/>
                    <a:pt x="7703820" y="5196840"/>
                  </a:cubicBezTo>
                  <a:cubicBezTo>
                    <a:pt x="7673340" y="5194300"/>
                    <a:pt x="7641590" y="5186680"/>
                    <a:pt x="7612380" y="5176520"/>
                  </a:cubicBezTo>
                  <a:cubicBezTo>
                    <a:pt x="7583170" y="5166360"/>
                    <a:pt x="7553960" y="5151120"/>
                    <a:pt x="7527290" y="5134610"/>
                  </a:cubicBezTo>
                  <a:cubicBezTo>
                    <a:pt x="7501890" y="5118100"/>
                    <a:pt x="7477760" y="5097780"/>
                    <a:pt x="7456170" y="5074920"/>
                  </a:cubicBezTo>
                  <a:cubicBezTo>
                    <a:pt x="7434580" y="5052060"/>
                    <a:pt x="7415530" y="5025390"/>
                    <a:pt x="7400290" y="4998720"/>
                  </a:cubicBezTo>
                  <a:cubicBezTo>
                    <a:pt x="7385050" y="4970780"/>
                    <a:pt x="7372350" y="4941570"/>
                    <a:pt x="7364730" y="4911090"/>
                  </a:cubicBezTo>
                  <a:cubicBezTo>
                    <a:pt x="7357110" y="4880610"/>
                    <a:pt x="7353300" y="4848860"/>
                    <a:pt x="7352030" y="4818380"/>
                  </a:cubicBezTo>
                  <a:cubicBezTo>
                    <a:pt x="7350760" y="4786630"/>
                    <a:pt x="7354570" y="4763770"/>
                    <a:pt x="7360920" y="4724400"/>
                  </a:cubicBezTo>
                  <a:cubicBezTo>
                    <a:pt x="7371080" y="4657090"/>
                    <a:pt x="7383780" y="4572000"/>
                    <a:pt x="7419340" y="4452620"/>
                  </a:cubicBezTo>
                  <a:cubicBezTo>
                    <a:pt x="7493000" y="4203700"/>
                    <a:pt x="7764780" y="3648710"/>
                    <a:pt x="7852410" y="3332480"/>
                  </a:cubicBezTo>
                  <a:cubicBezTo>
                    <a:pt x="7914640" y="3111500"/>
                    <a:pt x="7927340" y="2943860"/>
                    <a:pt x="7955280" y="2752090"/>
                  </a:cubicBezTo>
                  <a:cubicBezTo>
                    <a:pt x="7981950" y="2564130"/>
                    <a:pt x="7975600" y="2284730"/>
                    <a:pt x="8018780" y="2193290"/>
                  </a:cubicBezTo>
                  <a:cubicBezTo>
                    <a:pt x="8036560" y="2156460"/>
                    <a:pt x="8058150" y="2148840"/>
                    <a:pt x="8081010" y="2129790"/>
                  </a:cubicBezTo>
                  <a:cubicBezTo>
                    <a:pt x="8103870" y="2110740"/>
                    <a:pt x="8129270" y="2094230"/>
                    <a:pt x="8155940" y="2081530"/>
                  </a:cubicBezTo>
                  <a:cubicBezTo>
                    <a:pt x="8182610" y="2068830"/>
                    <a:pt x="8211820" y="2058670"/>
                    <a:pt x="8241030" y="2053590"/>
                  </a:cubicBezTo>
                  <a:cubicBezTo>
                    <a:pt x="8270240" y="2048510"/>
                    <a:pt x="8299450" y="2045970"/>
                    <a:pt x="8328660" y="2047240"/>
                  </a:cubicBezTo>
                  <a:cubicBezTo>
                    <a:pt x="8357870" y="2048510"/>
                    <a:pt x="8389620" y="2052320"/>
                    <a:pt x="8417560" y="2061210"/>
                  </a:cubicBezTo>
                  <a:cubicBezTo>
                    <a:pt x="8445500" y="2068830"/>
                    <a:pt x="8473440" y="2081530"/>
                    <a:pt x="8498840" y="2096770"/>
                  </a:cubicBezTo>
                  <a:cubicBezTo>
                    <a:pt x="8524240" y="2112010"/>
                    <a:pt x="8548370" y="2129790"/>
                    <a:pt x="8569960" y="2150110"/>
                  </a:cubicBezTo>
                  <a:cubicBezTo>
                    <a:pt x="8591550" y="2170430"/>
                    <a:pt x="8610600" y="2194560"/>
                    <a:pt x="8625840" y="2218690"/>
                  </a:cubicBezTo>
                  <a:cubicBezTo>
                    <a:pt x="8641080" y="2244090"/>
                    <a:pt x="8655050" y="2270760"/>
                    <a:pt x="8663940" y="2298700"/>
                  </a:cubicBezTo>
                  <a:cubicBezTo>
                    <a:pt x="8672830" y="2326640"/>
                    <a:pt x="8679180" y="2357120"/>
                    <a:pt x="8681720" y="2386330"/>
                  </a:cubicBezTo>
                  <a:cubicBezTo>
                    <a:pt x="8684260" y="2415540"/>
                    <a:pt x="8682990" y="2446020"/>
                    <a:pt x="8677910" y="2475230"/>
                  </a:cubicBezTo>
                  <a:cubicBezTo>
                    <a:pt x="8672830" y="2504440"/>
                    <a:pt x="8672830" y="2517140"/>
                    <a:pt x="8652510" y="2560320"/>
                  </a:cubicBezTo>
                  <a:cubicBezTo>
                    <a:pt x="8558530" y="2759710"/>
                    <a:pt x="7865110" y="3756660"/>
                    <a:pt x="7621270" y="4108450"/>
                  </a:cubicBezTo>
                  <a:cubicBezTo>
                    <a:pt x="7493000" y="4293870"/>
                    <a:pt x="7383780" y="4450080"/>
                    <a:pt x="7317740" y="4527550"/>
                  </a:cubicBezTo>
                  <a:cubicBezTo>
                    <a:pt x="7289800" y="4560570"/>
                    <a:pt x="7277100" y="4573270"/>
                    <a:pt x="7252970" y="4592320"/>
                  </a:cubicBezTo>
                  <a:cubicBezTo>
                    <a:pt x="7228840" y="4611370"/>
                    <a:pt x="7203440" y="4626610"/>
                    <a:pt x="7175500" y="4639310"/>
                  </a:cubicBezTo>
                  <a:cubicBezTo>
                    <a:pt x="7147560" y="4652010"/>
                    <a:pt x="7118350" y="4662170"/>
                    <a:pt x="7087870" y="4667250"/>
                  </a:cubicBezTo>
                  <a:cubicBezTo>
                    <a:pt x="7058660" y="4672330"/>
                    <a:pt x="7026910" y="4673600"/>
                    <a:pt x="6996430" y="4672330"/>
                  </a:cubicBezTo>
                  <a:cubicBezTo>
                    <a:pt x="6965950" y="4671060"/>
                    <a:pt x="6935470" y="4664710"/>
                    <a:pt x="6906260" y="4655820"/>
                  </a:cubicBezTo>
                  <a:cubicBezTo>
                    <a:pt x="6877050" y="4646930"/>
                    <a:pt x="6849110" y="4632960"/>
                    <a:pt x="6822440" y="4617720"/>
                  </a:cubicBezTo>
                  <a:cubicBezTo>
                    <a:pt x="6797040" y="4602480"/>
                    <a:pt x="6771640" y="4583430"/>
                    <a:pt x="6750050" y="4561840"/>
                  </a:cubicBezTo>
                  <a:cubicBezTo>
                    <a:pt x="6728460" y="4540250"/>
                    <a:pt x="6709410" y="4514850"/>
                    <a:pt x="6694170" y="4489450"/>
                  </a:cubicBezTo>
                  <a:cubicBezTo>
                    <a:pt x="6678930" y="4462780"/>
                    <a:pt x="6664960" y="4434840"/>
                    <a:pt x="6656070" y="4405630"/>
                  </a:cubicBezTo>
                  <a:cubicBezTo>
                    <a:pt x="6647180" y="4376420"/>
                    <a:pt x="6640830" y="4345940"/>
                    <a:pt x="6639560" y="4315460"/>
                  </a:cubicBezTo>
                  <a:cubicBezTo>
                    <a:pt x="6638290" y="4284980"/>
                    <a:pt x="6640830" y="4251960"/>
                    <a:pt x="6644640" y="4224020"/>
                  </a:cubicBezTo>
                  <a:cubicBezTo>
                    <a:pt x="6648450" y="4201160"/>
                    <a:pt x="6649720" y="4191000"/>
                    <a:pt x="6659880" y="4161790"/>
                  </a:cubicBezTo>
                  <a:cubicBezTo>
                    <a:pt x="6689090" y="4080510"/>
                    <a:pt x="6794500" y="3873500"/>
                    <a:pt x="6877050" y="3714750"/>
                  </a:cubicBezTo>
                  <a:cubicBezTo>
                    <a:pt x="6973570" y="3529330"/>
                    <a:pt x="7114540" y="3300730"/>
                    <a:pt x="7208520" y="3119120"/>
                  </a:cubicBezTo>
                  <a:cubicBezTo>
                    <a:pt x="7285990" y="2971800"/>
                    <a:pt x="7338060" y="2879090"/>
                    <a:pt x="7407910" y="2710180"/>
                  </a:cubicBezTo>
                  <a:cubicBezTo>
                    <a:pt x="7514590" y="2452370"/>
                    <a:pt x="7673340" y="2002790"/>
                    <a:pt x="7750810" y="1709420"/>
                  </a:cubicBezTo>
                  <a:cubicBezTo>
                    <a:pt x="7810500" y="1485900"/>
                    <a:pt x="7821930" y="1209040"/>
                    <a:pt x="7865110" y="1108710"/>
                  </a:cubicBezTo>
                  <a:cubicBezTo>
                    <a:pt x="7881620" y="1070610"/>
                    <a:pt x="7896860" y="1059180"/>
                    <a:pt x="7915910" y="1037590"/>
                  </a:cubicBezTo>
                  <a:cubicBezTo>
                    <a:pt x="7934960" y="1016000"/>
                    <a:pt x="7957820" y="996950"/>
                    <a:pt x="7981950" y="980440"/>
                  </a:cubicBezTo>
                  <a:cubicBezTo>
                    <a:pt x="8006080" y="963930"/>
                    <a:pt x="8032750" y="951230"/>
                    <a:pt x="8060690" y="941070"/>
                  </a:cubicBezTo>
                  <a:cubicBezTo>
                    <a:pt x="8087360" y="930910"/>
                    <a:pt x="8116570" y="924560"/>
                    <a:pt x="8145780" y="922020"/>
                  </a:cubicBezTo>
                  <a:cubicBezTo>
                    <a:pt x="8174990" y="919480"/>
                    <a:pt x="8204200" y="919480"/>
                    <a:pt x="8233410" y="923290"/>
                  </a:cubicBezTo>
                  <a:cubicBezTo>
                    <a:pt x="8262620" y="927100"/>
                    <a:pt x="8291830" y="934720"/>
                    <a:pt x="8318500" y="944880"/>
                  </a:cubicBezTo>
                  <a:cubicBezTo>
                    <a:pt x="8345170" y="955040"/>
                    <a:pt x="8371840" y="970280"/>
                    <a:pt x="8394700" y="986790"/>
                  </a:cubicBezTo>
                  <a:cubicBezTo>
                    <a:pt x="8418830" y="1003300"/>
                    <a:pt x="8440420" y="1024890"/>
                    <a:pt x="8459470" y="1046480"/>
                  </a:cubicBezTo>
                  <a:cubicBezTo>
                    <a:pt x="8478520" y="1068070"/>
                    <a:pt x="8495030" y="1093470"/>
                    <a:pt x="8507730" y="1118870"/>
                  </a:cubicBezTo>
                  <a:cubicBezTo>
                    <a:pt x="8520430" y="1144270"/>
                    <a:pt x="8531860" y="1173480"/>
                    <a:pt x="8538210" y="1201420"/>
                  </a:cubicBezTo>
                  <a:cubicBezTo>
                    <a:pt x="8544560" y="1229360"/>
                    <a:pt x="8548370" y="1259840"/>
                    <a:pt x="8547100" y="1289050"/>
                  </a:cubicBezTo>
                  <a:cubicBezTo>
                    <a:pt x="8545830" y="1318260"/>
                    <a:pt x="8544560" y="1338580"/>
                    <a:pt x="8534400" y="1375410"/>
                  </a:cubicBezTo>
                  <a:cubicBezTo>
                    <a:pt x="8514080" y="1443990"/>
                    <a:pt x="8459470" y="1550670"/>
                    <a:pt x="8407400" y="1661160"/>
                  </a:cubicBezTo>
                  <a:cubicBezTo>
                    <a:pt x="8335010" y="1816100"/>
                    <a:pt x="8253730" y="1997710"/>
                    <a:pt x="8134350" y="2217420"/>
                  </a:cubicBezTo>
                  <a:cubicBezTo>
                    <a:pt x="7951470" y="2552700"/>
                    <a:pt x="7586980" y="3139440"/>
                    <a:pt x="7388860" y="3459480"/>
                  </a:cubicBezTo>
                  <a:cubicBezTo>
                    <a:pt x="7261860" y="3663950"/>
                    <a:pt x="7139940" y="3872230"/>
                    <a:pt x="7070090" y="3957320"/>
                  </a:cubicBezTo>
                  <a:cubicBezTo>
                    <a:pt x="7042150" y="3990340"/>
                    <a:pt x="7028180" y="4003040"/>
                    <a:pt x="7004050" y="4020820"/>
                  </a:cubicBezTo>
                  <a:cubicBezTo>
                    <a:pt x="6979920" y="4038600"/>
                    <a:pt x="6954520" y="4055110"/>
                    <a:pt x="6926580" y="4066540"/>
                  </a:cubicBezTo>
                  <a:cubicBezTo>
                    <a:pt x="6898640" y="4077970"/>
                    <a:pt x="6868160" y="4086860"/>
                    <a:pt x="6838950" y="4091940"/>
                  </a:cubicBezTo>
                  <a:cubicBezTo>
                    <a:pt x="6809740" y="4097020"/>
                    <a:pt x="6777990" y="4099560"/>
                    <a:pt x="6748780" y="4097020"/>
                  </a:cubicBezTo>
                  <a:cubicBezTo>
                    <a:pt x="6718300" y="4094480"/>
                    <a:pt x="6687820" y="4088130"/>
                    <a:pt x="6659880" y="4079240"/>
                  </a:cubicBezTo>
                  <a:cubicBezTo>
                    <a:pt x="6630670" y="4070350"/>
                    <a:pt x="6602730" y="4056380"/>
                    <a:pt x="6577330" y="4041140"/>
                  </a:cubicBezTo>
                  <a:cubicBezTo>
                    <a:pt x="6551930" y="4024630"/>
                    <a:pt x="6527800" y="4005580"/>
                    <a:pt x="6506210" y="3983990"/>
                  </a:cubicBezTo>
                  <a:cubicBezTo>
                    <a:pt x="6485890" y="3962400"/>
                    <a:pt x="6466840" y="3937000"/>
                    <a:pt x="6451600" y="3911600"/>
                  </a:cubicBezTo>
                  <a:cubicBezTo>
                    <a:pt x="6436360" y="3884930"/>
                    <a:pt x="6423660" y="3856990"/>
                    <a:pt x="6414770" y="3827780"/>
                  </a:cubicBezTo>
                  <a:cubicBezTo>
                    <a:pt x="6405880" y="3798570"/>
                    <a:pt x="6402070" y="3769360"/>
                    <a:pt x="6400800" y="3738880"/>
                  </a:cubicBezTo>
                  <a:cubicBezTo>
                    <a:pt x="6399530" y="3708400"/>
                    <a:pt x="6400800" y="3676650"/>
                    <a:pt x="6407150" y="3647440"/>
                  </a:cubicBezTo>
                  <a:cubicBezTo>
                    <a:pt x="6413500" y="3618230"/>
                    <a:pt x="6422390" y="3587750"/>
                    <a:pt x="6435090" y="3561080"/>
                  </a:cubicBezTo>
                  <a:cubicBezTo>
                    <a:pt x="6447790" y="3534410"/>
                    <a:pt x="6457950" y="3521710"/>
                    <a:pt x="6483350" y="3484880"/>
                  </a:cubicBezTo>
                  <a:cubicBezTo>
                    <a:pt x="6551930" y="3385820"/>
                    <a:pt x="6748780" y="3140710"/>
                    <a:pt x="6889750" y="2943860"/>
                  </a:cubicBezTo>
                  <a:cubicBezTo>
                    <a:pt x="7052310" y="2716530"/>
                    <a:pt x="7226300" y="2435860"/>
                    <a:pt x="7396480" y="2194560"/>
                  </a:cubicBezTo>
                  <a:cubicBezTo>
                    <a:pt x="7559040" y="1963420"/>
                    <a:pt x="7739380" y="1706880"/>
                    <a:pt x="7885430" y="1525270"/>
                  </a:cubicBezTo>
                  <a:cubicBezTo>
                    <a:pt x="7992110" y="1393190"/>
                    <a:pt x="8112760" y="1259840"/>
                    <a:pt x="8177530" y="1196340"/>
                  </a:cubicBezTo>
                  <a:cubicBezTo>
                    <a:pt x="8206740" y="1168400"/>
                    <a:pt x="8220710" y="1155700"/>
                    <a:pt x="8244840" y="1139190"/>
                  </a:cubicBezTo>
                  <a:cubicBezTo>
                    <a:pt x="8268970" y="1122680"/>
                    <a:pt x="8295640" y="1109980"/>
                    <a:pt x="8323580" y="1099820"/>
                  </a:cubicBezTo>
                  <a:cubicBezTo>
                    <a:pt x="8351520" y="1089660"/>
                    <a:pt x="8380730" y="1083310"/>
                    <a:pt x="8409940" y="1080770"/>
                  </a:cubicBezTo>
                  <a:cubicBezTo>
                    <a:pt x="8439150" y="1078230"/>
                    <a:pt x="8469630" y="1078230"/>
                    <a:pt x="8498840" y="1082040"/>
                  </a:cubicBezTo>
                  <a:cubicBezTo>
                    <a:pt x="8528050" y="1085850"/>
                    <a:pt x="8557260" y="1093470"/>
                    <a:pt x="8583930" y="1104900"/>
                  </a:cubicBezTo>
                  <a:cubicBezTo>
                    <a:pt x="8610600" y="1115060"/>
                    <a:pt x="8637270" y="1130300"/>
                    <a:pt x="8661400" y="1146810"/>
                  </a:cubicBezTo>
                  <a:cubicBezTo>
                    <a:pt x="8685530" y="1164590"/>
                    <a:pt x="8707120" y="1184910"/>
                    <a:pt x="8726170" y="1207770"/>
                  </a:cubicBezTo>
                  <a:cubicBezTo>
                    <a:pt x="8745220" y="1230630"/>
                    <a:pt x="8761730" y="1254760"/>
                    <a:pt x="8774430" y="1281430"/>
                  </a:cubicBezTo>
                  <a:cubicBezTo>
                    <a:pt x="8787130" y="1306830"/>
                    <a:pt x="8798560" y="1336040"/>
                    <a:pt x="8804910" y="1363980"/>
                  </a:cubicBezTo>
                  <a:cubicBezTo>
                    <a:pt x="8811260" y="1391920"/>
                    <a:pt x="8813800" y="1422400"/>
                    <a:pt x="8813800" y="1451610"/>
                  </a:cubicBezTo>
                  <a:cubicBezTo>
                    <a:pt x="8813800" y="1480820"/>
                    <a:pt x="8808720" y="1511300"/>
                    <a:pt x="8801100" y="1539240"/>
                  </a:cubicBezTo>
                  <a:cubicBezTo>
                    <a:pt x="8793480" y="1567180"/>
                    <a:pt x="8782050" y="1596390"/>
                    <a:pt x="8768080" y="1621790"/>
                  </a:cubicBezTo>
                  <a:cubicBezTo>
                    <a:pt x="8754110" y="1647190"/>
                    <a:pt x="8740140" y="1662430"/>
                    <a:pt x="8716010" y="1692910"/>
                  </a:cubicBezTo>
                  <a:cubicBezTo>
                    <a:pt x="8670290" y="1750060"/>
                    <a:pt x="8591550" y="1845310"/>
                    <a:pt x="8505190" y="1936750"/>
                  </a:cubicBezTo>
                  <a:cubicBezTo>
                    <a:pt x="8380730" y="2067560"/>
                    <a:pt x="8204200" y="2223770"/>
                    <a:pt x="8032750" y="2395220"/>
                  </a:cubicBezTo>
                  <a:cubicBezTo>
                    <a:pt x="7821930" y="2607310"/>
                    <a:pt x="7562850" y="2875280"/>
                    <a:pt x="7336790" y="3115310"/>
                  </a:cubicBezTo>
                  <a:cubicBezTo>
                    <a:pt x="7114540" y="3351530"/>
                    <a:pt x="6883400" y="3628390"/>
                    <a:pt x="6685280" y="3825240"/>
                  </a:cubicBezTo>
                  <a:cubicBezTo>
                    <a:pt x="6532880" y="3976370"/>
                    <a:pt x="6350000" y="4145280"/>
                    <a:pt x="6263640" y="4208780"/>
                  </a:cubicBezTo>
                  <a:cubicBezTo>
                    <a:pt x="6229350" y="4234180"/>
                    <a:pt x="6212840" y="4241800"/>
                    <a:pt x="6186170" y="4253230"/>
                  </a:cubicBezTo>
                  <a:cubicBezTo>
                    <a:pt x="6159500" y="4264660"/>
                    <a:pt x="6130290" y="4273550"/>
                    <a:pt x="6101080" y="4278630"/>
                  </a:cubicBezTo>
                  <a:cubicBezTo>
                    <a:pt x="6071870" y="4283710"/>
                    <a:pt x="6041390" y="4283710"/>
                    <a:pt x="6012180" y="4281170"/>
                  </a:cubicBezTo>
                  <a:cubicBezTo>
                    <a:pt x="5982970" y="4278630"/>
                    <a:pt x="5952490" y="4272280"/>
                    <a:pt x="5924550" y="4263390"/>
                  </a:cubicBezTo>
                  <a:cubicBezTo>
                    <a:pt x="5896610" y="4254500"/>
                    <a:pt x="5868670" y="4241800"/>
                    <a:pt x="5844540" y="4226560"/>
                  </a:cubicBezTo>
                  <a:cubicBezTo>
                    <a:pt x="5819140" y="4211320"/>
                    <a:pt x="5796280" y="4191000"/>
                    <a:pt x="5775960" y="4169410"/>
                  </a:cubicBezTo>
                  <a:cubicBezTo>
                    <a:pt x="5755640" y="4147820"/>
                    <a:pt x="5737860" y="4123690"/>
                    <a:pt x="5722620" y="4098290"/>
                  </a:cubicBezTo>
                  <a:cubicBezTo>
                    <a:pt x="5707380" y="4072890"/>
                    <a:pt x="5694680" y="4044950"/>
                    <a:pt x="5687060" y="4017010"/>
                  </a:cubicBezTo>
                  <a:cubicBezTo>
                    <a:pt x="5678170" y="3989070"/>
                    <a:pt x="5674360" y="3958590"/>
                    <a:pt x="5673090" y="3929380"/>
                  </a:cubicBezTo>
                  <a:cubicBezTo>
                    <a:pt x="5671820" y="3900170"/>
                    <a:pt x="5673090" y="3869690"/>
                    <a:pt x="5679440" y="3840480"/>
                  </a:cubicBezTo>
                  <a:cubicBezTo>
                    <a:pt x="5685790" y="3811270"/>
                    <a:pt x="5689600" y="3793490"/>
                    <a:pt x="5708650" y="3756660"/>
                  </a:cubicBezTo>
                  <a:cubicBezTo>
                    <a:pt x="5753100" y="3667760"/>
                    <a:pt x="5873750" y="3524250"/>
                    <a:pt x="5996940" y="3335020"/>
                  </a:cubicBezTo>
                  <a:cubicBezTo>
                    <a:pt x="6239510" y="2964180"/>
                    <a:pt x="6713220" y="2152650"/>
                    <a:pt x="7043420" y="1666240"/>
                  </a:cubicBezTo>
                  <a:cubicBezTo>
                    <a:pt x="7311390" y="1271270"/>
                    <a:pt x="7588250" y="880110"/>
                    <a:pt x="7809230" y="618490"/>
                  </a:cubicBezTo>
                  <a:cubicBezTo>
                    <a:pt x="7955280" y="445770"/>
                    <a:pt x="8050530" y="264160"/>
                    <a:pt x="8202930" y="214630"/>
                  </a:cubicBezTo>
                  <a:cubicBezTo>
                    <a:pt x="8343900" y="168910"/>
                    <a:pt x="8545830" y="210820"/>
                    <a:pt x="8680450" y="293370"/>
                  </a:cubicBezTo>
                  <a:cubicBezTo>
                    <a:pt x="8830310" y="384810"/>
                    <a:pt x="8952230" y="596900"/>
                    <a:pt x="9034780" y="777240"/>
                  </a:cubicBezTo>
                  <a:cubicBezTo>
                    <a:pt x="9118600" y="961390"/>
                    <a:pt x="9144000" y="1192530"/>
                    <a:pt x="9173210" y="1389380"/>
                  </a:cubicBezTo>
                  <a:cubicBezTo>
                    <a:pt x="9201150" y="1570990"/>
                    <a:pt x="9224010" y="1748790"/>
                    <a:pt x="9213850" y="1916430"/>
                  </a:cubicBezTo>
                  <a:cubicBezTo>
                    <a:pt x="9204960" y="2071370"/>
                    <a:pt x="9182100" y="2217420"/>
                    <a:pt x="9127490" y="2362200"/>
                  </a:cubicBezTo>
                  <a:cubicBezTo>
                    <a:pt x="9070340" y="2515870"/>
                    <a:pt x="8931910" y="2623820"/>
                    <a:pt x="8868410" y="2809240"/>
                  </a:cubicBezTo>
                  <a:cubicBezTo>
                    <a:pt x="8780780" y="3064510"/>
                    <a:pt x="8768080" y="3510280"/>
                    <a:pt x="8736330" y="3780790"/>
                  </a:cubicBezTo>
                  <a:cubicBezTo>
                    <a:pt x="8713470" y="3973830"/>
                    <a:pt x="8691880" y="4119880"/>
                    <a:pt x="8688070" y="4279900"/>
                  </a:cubicBezTo>
                  <a:cubicBezTo>
                    <a:pt x="8684260" y="4425950"/>
                    <a:pt x="8710930" y="4559300"/>
                    <a:pt x="8709660" y="4702810"/>
                  </a:cubicBezTo>
                  <a:cubicBezTo>
                    <a:pt x="8708390" y="4852670"/>
                    <a:pt x="8693150" y="4982210"/>
                    <a:pt x="8677910" y="5162550"/>
                  </a:cubicBezTo>
                  <a:cubicBezTo>
                    <a:pt x="8656320" y="5419090"/>
                    <a:pt x="8719820" y="5920740"/>
                    <a:pt x="8583930" y="6096000"/>
                  </a:cubicBezTo>
                  <a:cubicBezTo>
                    <a:pt x="8486140" y="6221730"/>
                    <a:pt x="8282940" y="6234430"/>
                    <a:pt x="8129270" y="6262370"/>
                  </a:cubicBezTo>
                  <a:cubicBezTo>
                    <a:pt x="7980680" y="6289040"/>
                    <a:pt x="7854950" y="6261100"/>
                    <a:pt x="7678420" y="6266180"/>
                  </a:cubicBezTo>
                  <a:cubicBezTo>
                    <a:pt x="7428230" y="6273800"/>
                    <a:pt x="7026910" y="6303010"/>
                    <a:pt x="6770370" y="6311900"/>
                  </a:cubicBezTo>
                  <a:cubicBezTo>
                    <a:pt x="6581140" y="6318250"/>
                    <a:pt x="6516370" y="6311900"/>
                    <a:pt x="6277610" y="6320790"/>
                  </a:cubicBezTo>
                  <a:cubicBezTo>
                    <a:pt x="5634990" y="6343650"/>
                    <a:pt x="3667760" y="6452870"/>
                    <a:pt x="2729230" y="6512560"/>
                  </a:cubicBezTo>
                  <a:cubicBezTo>
                    <a:pt x="2112010" y="6551930"/>
                    <a:pt x="1551940" y="6570980"/>
                    <a:pt x="1195070" y="6623050"/>
                  </a:cubicBezTo>
                  <a:cubicBezTo>
                    <a:pt x="1000760" y="6650990"/>
                    <a:pt x="899160" y="6700520"/>
                    <a:pt x="748030" y="6722110"/>
                  </a:cubicBezTo>
                  <a:cubicBezTo>
                    <a:pt x="596900" y="6743700"/>
                    <a:pt x="410210" y="6819900"/>
                    <a:pt x="289560" y="6752590"/>
                  </a:cubicBezTo>
                  <a:cubicBezTo>
                    <a:pt x="149860" y="6675120"/>
                    <a:pt x="6350" y="6385560"/>
                    <a:pt x="2540" y="6207760"/>
                  </a:cubicBezTo>
                  <a:cubicBezTo>
                    <a:pt x="0" y="6042660"/>
                    <a:pt x="154940" y="5869940"/>
                    <a:pt x="234950" y="5722620"/>
                  </a:cubicBezTo>
                  <a:cubicBezTo>
                    <a:pt x="306070" y="5591810"/>
                    <a:pt x="361950" y="5471160"/>
                    <a:pt x="453390" y="5363210"/>
                  </a:cubicBezTo>
                  <a:cubicBezTo>
                    <a:pt x="547370" y="5251450"/>
                    <a:pt x="656590" y="5175250"/>
                    <a:pt x="795020" y="5066030"/>
                  </a:cubicBezTo>
                  <a:cubicBezTo>
                    <a:pt x="990600" y="4911090"/>
                    <a:pt x="1313180" y="4671060"/>
                    <a:pt x="1526540" y="4536440"/>
                  </a:cubicBezTo>
                  <a:cubicBezTo>
                    <a:pt x="1681480" y="4438650"/>
                    <a:pt x="1799590" y="4381500"/>
                    <a:pt x="1943100" y="4309110"/>
                  </a:cubicBezTo>
                  <a:cubicBezTo>
                    <a:pt x="2092960" y="4234180"/>
                    <a:pt x="2254250" y="4157980"/>
                    <a:pt x="2409190" y="4093210"/>
                  </a:cubicBezTo>
                  <a:cubicBezTo>
                    <a:pt x="2557780" y="4030980"/>
                    <a:pt x="2706370" y="3972560"/>
                    <a:pt x="2854960" y="3925570"/>
                  </a:cubicBezTo>
                  <a:cubicBezTo>
                    <a:pt x="2999740" y="3879850"/>
                    <a:pt x="3115310" y="3862070"/>
                    <a:pt x="3289300" y="3812540"/>
                  </a:cubicBezTo>
                  <a:cubicBezTo>
                    <a:pt x="3556000" y="3736340"/>
                    <a:pt x="4025900" y="3592830"/>
                    <a:pt x="4295140" y="3501390"/>
                  </a:cubicBezTo>
                  <a:cubicBezTo>
                    <a:pt x="4478020" y="3439160"/>
                    <a:pt x="4579620" y="3404870"/>
                    <a:pt x="4751070" y="3332480"/>
                  </a:cubicBezTo>
                  <a:cubicBezTo>
                    <a:pt x="4982210" y="3234690"/>
                    <a:pt x="5306060" y="3120390"/>
                    <a:pt x="5549900" y="2948940"/>
                  </a:cubicBezTo>
                  <a:cubicBezTo>
                    <a:pt x="5806440" y="2768600"/>
                    <a:pt x="6054090" y="2463800"/>
                    <a:pt x="6248400" y="2261870"/>
                  </a:cubicBezTo>
                  <a:cubicBezTo>
                    <a:pt x="6394450" y="2110740"/>
                    <a:pt x="6484620" y="2023110"/>
                    <a:pt x="6619240" y="1854200"/>
                  </a:cubicBezTo>
                  <a:cubicBezTo>
                    <a:pt x="6812280" y="1612900"/>
                    <a:pt x="7109460" y="1184910"/>
                    <a:pt x="7265670" y="932180"/>
                  </a:cubicBezTo>
                  <a:cubicBezTo>
                    <a:pt x="7367270" y="767080"/>
                    <a:pt x="7407910" y="645160"/>
                    <a:pt x="7494270" y="508000"/>
                  </a:cubicBezTo>
                  <a:cubicBezTo>
                    <a:pt x="7581900" y="367030"/>
                    <a:pt x="7702550" y="176530"/>
                    <a:pt x="7788910" y="96520"/>
                  </a:cubicBezTo>
                  <a:cubicBezTo>
                    <a:pt x="7835900" y="52070"/>
                    <a:pt x="7880350" y="31750"/>
                    <a:pt x="7919720" y="16510"/>
                  </a:cubicBezTo>
                  <a:cubicBezTo>
                    <a:pt x="7947660" y="6350"/>
                    <a:pt x="7969250" y="3810"/>
                    <a:pt x="7994650" y="2540"/>
                  </a:cubicBezTo>
                  <a:cubicBezTo>
                    <a:pt x="8020050" y="1270"/>
                    <a:pt x="8042910" y="0"/>
                    <a:pt x="8070850" y="6350"/>
                  </a:cubicBezTo>
                  <a:cubicBezTo>
                    <a:pt x="8111490" y="15240"/>
                    <a:pt x="8171180" y="36830"/>
                    <a:pt x="8210550" y="67310"/>
                  </a:cubicBezTo>
                  <a:cubicBezTo>
                    <a:pt x="8249920" y="97790"/>
                    <a:pt x="8285480" y="149860"/>
                    <a:pt x="8305800" y="186690"/>
                  </a:cubicBezTo>
                  <a:cubicBezTo>
                    <a:pt x="8319770" y="213360"/>
                    <a:pt x="8326120" y="231140"/>
                    <a:pt x="8329930" y="260350"/>
                  </a:cubicBezTo>
                  <a:cubicBezTo>
                    <a:pt x="8335010" y="300990"/>
                    <a:pt x="8332470" y="372110"/>
                    <a:pt x="8322310" y="412750"/>
                  </a:cubicBezTo>
                  <a:cubicBezTo>
                    <a:pt x="8315960" y="440690"/>
                    <a:pt x="8290560" y="482600"/>
                    <a:pt x="8290560" y="482600"/>
                  </a:cubicBezTo>
                </a:path>
              </a:pathLst>
            </a:custGeom>
            <a:solidFill>
              <a:srgbClr val="FFC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-1570203">
            <a:off x="-1613653" y="2888245"/>
            <a:ext cx="4888023" cy="2899886"/>
            <a:chOff x="0" y="0"/>
            <a:chExt cx="6517364" cy="3866514"/>
          </a:xfrm>
        </p:grpSpPr>
        <p:grpSp>
          <p:nvGrpSpPr>
            <p:cNvPr id="7" name="Group 7"/>
            <p:cNvGrpSpPr/>
            <p:nvPr/>
          </p:nvGrpSpPr>
          <p:grpSpPr>
            <a:xfrm rot="0">
              <a:off x="0" y="1135139"/>
              <a:ext cx="4771460" cy="2034429"/>
              <a:chOff x="0" y="0"/>
              <a:chExt cx="6028690" cy="25704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 rot="0">
              <a:off x="4659319" y="635578"/>
              <a:ext cx="1840711" cy="784019"/>
              <a:chOff x="0" y="0"/>
              <a:chExt cx="3506470" cy="14935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 rot="0">
              <a:off x="4633985" y="636244"/>
              <a:ext cx="1883379" cy="606015"/>
              <a:chOff x="0" y="0"/>
              <a:chExt cx="3587750" cy="115443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 rot="-1043704">
              <a:off x="2424074" y="220394"/>
              <a:ext cx="1685124" cy="1377406"/>
              <a:chOff x="0" y="0"/>
              <a:chExt cx="3651250" cy="2984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 rot="-1601107">
              <a:off x="717205" y="1022894"/>
              <a:ext cx="1485730" cy="1214423"/>
              <a:chOff x="0" y="0"/>
              <a:chExt cx="3651250" cy="2984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 rot="3600434">
              <a:off x="1911016" y="1758746"/>
              <a:ext cx="2049990" cy="1626827"/>
              <a:chOff x="0" y="0"/>
              <a:chExt cx="3876040" cy="307594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 rot="3600434">
              <a:off x="3396277" y="1301341"/>
              <a:ext cx="1599834" cy="1269593"/>
              <a:chOff x="0" y="0"/>
              <a:chExt cx="3876040" cy="307594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21" name="Group 21"/>
          <p:cNvGrpSpPr/>
          <p:nvPr/>
        </p:nvGrpSpPr>
        <p:grpSpPr>
          <a:xfrm rot="8616996">
            <a:off x="14907645" y="5045637"/>
            <a:ext cx="5154768" cy="3058135"/>
            <a:chOff x="0" y="0"/>
            <a:chExt cx="6873024" cy="4077514"/>
          </a:xfrm>
        </p:grpSpPr>
        <p:grpSp>
          <p:nvGrpSpPr>
            <p:cNvPr id="22" name="Group 22"/>
            <p:cNvGrpSpPr/>
            <p:nvPr/>
          </p:nvGrpSpPr>
          <p:grpSpPr>
            <a:xfrm rot="0">
              <a:off x="0" y="1197084"/>
              <a:ext cx="5031843" cy="2145450"/>
              <a:chOff x="0" y="0"/>
              <a:chExt cx="6028690" cy="257048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 rot="0">
              <a:off x="4913583" y="670262"/>
              <a:ext cx="1941161" cy="826804"/>
              <a:chOff x="0" y="0"/>
              <a:chExt cx="3506470" cy="149352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 rot="0">
              <a:off x="4886867" y="670965"/>
              <a:ext cx="1986157" cy="639086"/>
              <a:chOff x="0" y="0"/>
              <a:chExt cx="3587750" cy="115443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 rot="-1043704">
              <a:off x="2556358" y="232421"/>
              <a:ext cx="1777083" cy="1452572"/>
              <a:chOff x="0" y="0"/>
              <a:chExt cx="3651250" cy="298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 rot="-1601107">
              <a:off x="756344" y="1078715"/>
              <a:ext cx="1566808" cy="1280695"/>
              <a:chOff x="0" y="0"/>
              <a:chExt cx="3651250" cy="29845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 rot="3600434">
              <a:off x="2015302" y="1854723"/>
              <a:ext cx="2161861" cy="1715605"/>
              <a:chOff x="0" y="0"/>
              <a:chExt cx="3876040" cy="307594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 rot="3600434">
              <a:off x="3581616" y="1372357"/>
              <a:ext cx="1687138" cy="1338876"/>
              <a:chOff x="0" y="0"/>
              <a:chExt cx="3876040" cy="307594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36" name="Group 36"/>
          <p:cNvGrpSpPr/>
          <p:nvPr/>
        </p:nvGrpSpPr>
        <p:grpSpPr>
          <a:xfrm rot="323620">
            <a:off x="-269940" y="-526691"/>
            <a:ext cx="4705398" cy="4926841"/>
            <a:chOff x="0" y="0"/>
            <a:chExt cx="5316220" cy="5566410"/>
          </a:xfrm>
        </p:grpSpPr>
        <p:sp>
          <p:nvSpPr>
            <p:cNvPr id="37" name="Freeform 37"/>
            <p:cNvSpPr/>
            <p:nvPr/>
          </p:nvSpPr>
          <p:spPr>
            <a:xfrm>
              <a:off x="25400" y="48260"/>
              <a:ext cx="5241290" cy="5469890"/>
            </a:xfrm>
            <a:custGeom>
              <a:avLst/>
              <a:gdLst/>
              <a:ahLst/>
              <a:cxnLst/>
              <a:rect l="l" t="t" r="r" b="b"/>
              <a:pathLst>
                <a:path w="5241290" h="5469890">
                  <a:moveTo>
                    <a:pt x="5240020" y="15240"/>
                  </a:moveTo>
                  <a:cubicBezTo>
                    <a:pt x="4798060" y="778510"/>
                    <a:pt x="4678680" y="972820"/>
                    <a:pt x="4547870" y="1121410"/>
                  </a:cubicBezTo>
                  <a:cubicBezTo>
                    <a:pt x="4433570" y="1252220"/>
                    <a:pt x="4298950" y="1365250"/>
                    <a:pt x="4183380" y="1454150"/>
                  </a:cubicBezTo>
                  <a:cubicBezTo>
                    <a:pt x="4090670" y="1525270"/>
                    <a:pt x="4023360" y="1564640"/>
                    <a:pt x="3915410" y="1626870"/>
                  </a:cubicBezTo>
                  <a:cubicBezTo>
                    <a:pt x="3761740" y="1714500"/>
                    <a:pt x="3547110" y="1830070"/>
                    <a:pt x="3343910" y="1916430"/>
                  </a:cubicBezTo>
                  <a:cubicBezTo>
                    <a:pt x="3125470" y="2009140"/>
                    <a:pt x="2832100" y="2085340"/>
                    <a:pt x="2644140" y="2159000"/>
                  </a:cubicBezTo>
                  <a:cubicBezTo>
                    <a:pt x="2514600" y="2209800"/>
                    <a:pt x="2435860" y="2245360"/>
                    <a:pt x="2319020" y="2299970"/>
                  </a:cubicBezTo>
                  <a:cubicBezTo>
                    <a:pt x="2179320" y="2364740"/>
                    <a:pt x="2005330" y="2448560"/>
                    <a:pt x="1864360" y="2526030"/>
                  </a:cubicBezTo>
                  <a:cubicBezTo>
                    <a:pt x="1737360" y="2595880"/>
                    <a:pt x="1621790" y="2668270"/>
                    <a:pt x="1510030" y="2741930"/>
                  </a:cubicBezTo>
                  <a:cubicBezTo>
                    <a:pt x="1405890" y="2810510"/>
                    <a:pt x="1309370" y="2876550"/>
                    <a:pt x="1216660" y="2950210"/>
                  </a:cubicBezTo>
                  <a:cubicBezTo>
                    <a:pt x="1125220" y="3022600"/>
                    <a:pt x="1042670" y="3093720"/>
                    <a:pt x="957580" y="3181350"/>
                  </a:cubicBezTo>
                  <a:cubicBezTo>
                    <a:pt x="862330" y="3280410"/>
                    <a:pt x="749300" y="3421380"/>
                    <a:pt x="680720" y="3517900"/>
                  </a:cubicBezTo>
                  <a:cubicBezTo>
                    <a:pt x="633730" y="3583940"/>
                    <a:pt x="614680" y="3615690"/>
                    <a:pt x="572770" y="3693160"/>
                  </a:cubicBezTo>
                  <a:cubicBezTo>
                    <a:pt x="495300" y="3835400"/>
                    <a:pt x="337820" y="4170680"/>
                    <a:pt x="278130" y="4312920"/>
                  </a:cubicBezTo>
                  <a:cubicBezTo>
                    <a:pt x="247650" y="4384040"/>
                    <a:pt x="238760" y="4410710"/>
                    <a:pt x="218440" y="4478020"/>
                  </a:cubicBezTo>
                  <a:cubicBezTo>
                    <a:pt x="187960" y="4582160"/>
                    <a:pt x="149860" y="4733290"/>
                    <a:pt x="123190" y="4880610"/>
                  </a:cubicBezTo>
                  <a:cubicBezTo>
                    <a:pt x="90170" y="5057140"/>
                    <a:pt x="76200" y="5433060"/>
                    <a:pt x="44450" y="5464810"/>
                  </a:cubicBezTo>
                  <a:cubicBezTo>
                    <a:pt x="39370" y="5469890"/>
                    <a:pt x="30480" y="5469890"/>
                    <a:pt x="27940" y="5467350"/>
                  </a:cubicBezTo>
                  <a:cubicBezTo>
                    <a:pt x="25400" y="5464810"/>
                    <a:pt x="29210" y="5452110"/>
                    <a:pt x="31750" y="5450840"/>
                  </a:cubicBezTo>
                  <a:cubicBezTo>
                    <a:pt x="34290" y="5449570"/>
                    <a:pt x="45720" y="5462270"/>
                    <a:pt x="44450" y="5463540"/>
                  </a:cubicBezTo>
                  <a:cubicBezTo>
                    <a:pt x="43180" y="5464810"/>
                    <a:pt x="30480" y="5466080"/>
                    <a:pt x="25400" y="5459730"/>
                  </a:cubicBezTo>
                  <a:cubicBezTo>
                    <a:pt x="0" y="5424170"/>
                    <a:pt x="71120" y="5052060"/>
                    <a:pt x="102870" y="4875530"/>
                  </a:cubicBezTo>
                  <a:cubicBezTo>
                    <a:pt x="129540" y="4726940"/>
                    <a:pt x="166370" y="4574540"/>
                    <a:pt x="198120" y="4470400"/>
                  </a:cubicBezTo>
                  <a:cubicBezTo>
                    <a:pt x="218440" y="4401820"/>
                    <a:pt x="228600" y="4376420"/>
                    <a:pt x="259080" y="4304030"/>
                  </a:cubicBezTo>
                  <a:cubicBezTo>
                    <a:pt x="318770" y="4161790"/>
                    <a:pt x="478790" y="3823970"/>
                    <a:pt x="556260" y="3681730"/>
                  </a:cubicBezTo>
                  <a:cubicBezTo>
                    <a:pt x="598170" y="3602990"/>
                    <a:pt x="617220" y="3571240"/>
                    <a:pt x="664210" y="3505200"/>
                  </a:cubicBezTo>
                  <a:cubicBezTo>
                    <a:pt x="732790" y="3408680"/>
                    <a:pt x="848360" y="3266440"/>
                    <a:pt x="943610" y="3167380"/>
                  </a:cubicBezTo>
                  <a:cubicBezTo>
                    <a:pt x="1028700" y="3078480"/>
                    <a:pt x="1112520" y="3006090"/>
                    <a:pt x="1203960" y="2932430"/>
                  </a:cubicBezTo>
                  <a:cubicBezTo>
                    <a:pt x="1297940" y="2857500"/>
                    <a:pt x="1385570" y="2797810"/>
                    <a:pt x="1499870" y="2724150"/>
                  </a:cubicBezTo>
                  <a:cubicBezTo>
                    <a:pt x="1644650" y="2630170"/>
                    <a:pt x="1827530" y="2519680"/>
                    <a:pt x="2009140" y="2425700"/>
                  </a:cubicBezTo>
                  <a:cubicBezTo>
                    <a:pt x="2204720" y="2324100"/>
                    <a:pt x="2420620" y="2226310"/>
                    <a:pt x="2637790" y="2139950"/>
                  </a:cubicBezTo>
                  <a:cubicBezTo>
                    <a:pt x="2861310" y="2049780"/>
                    <a:pt x="3116580" y="1991360"/>
                    <a:pt x="3333750" y="1898650"/>
                  </a:cubicBezTo>
                  <a:cubicBezTo>
                    <a:pt x="3536950" y="1812290"/>
                    <a:pt x="3751580" y="1697990"/>
                    <a:pt x="3903980" y="1610360"/>
                  </a:cubicBezTo>
                  <a:cubicBezTo>
                    <a:pt x="4011930" y="1549400"/>
                    <a:pt x="4077970" y="1510030"/>
                    <a:pt x="4170680" y="1438910"/>
                  </a:cubicBezTo>
                  <a:cubicBezTo>
                    <a:pt x="4284980" y="1351280"/>
                    <a:pt x="4417060" y="1239520"/>
                    <a:pt x="4531360" y="1109980"/>
                  </a:cubicBezTo>
                  <a:cubicBezTo>
                    <a:pt x="4660900" y="961390"/>
                    <a:pt x="4787900" y="759460"/>
                    <a:pt x="4895850" y="586740"/>
                  </a:cubicBezTo>
                  <a:cubicBezTo>
                    <a:pt x="4994910" y="426720"/>
                    <a:pt x="5097780" y="212090"/>
                    <a:pt x="5157470" y="110490"/>
                  </a:cubicBezTo>
                  <a:cubicBezTo>
                    <a:pt x="5185410" y="62230"/>
                    <a:pt x="5207000" y="16510"/>
                    <a:pt x="5223510" y="5080"/>
                  </a:cubicBezTo>
                  <a:cubicBezTo>
                    <a:pt x="5229860" y="1270"/>
                    <a:pt x="5236210" y="0"/>
                    <a:pt x="5238750" y="2540"/>
                  </a:cubicBezTo>
                  <a:cubicBezTo>
                    <a:pt x="5241290" y="3810"/>
                    <a:pt x="5240020" y="15240"/>
                    <a:pt x="5240020" y="15240"/>
                  </a:cubicBezTo>
                </a:path>
              </a:pathLst>
            </a:custGeom>
            <a:solidFill>
              <a:srgbClr val="876D7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 rot="1126716">
            <a:off x="14089716" y="7086608"/>
            <a:ext cx="4705398" cy="4926841"/>
            <a:chOff x="0" y="0"/>
            <a:chExt cx="5316220" cy="5566410"/>
          </a:xfrm>
        </p:grpSpPr>
        <p:sp>
          <p:nvSpPr>
            <p:cNvPr id="39" name="Freeform 39"/>
            <p:cNvSpPr/>
            <p:nvPr/>
          </p:nvSpPr>
          <p:spPr>
            <a:xfrm>
              <a:off x="25400" y="48260"/>
              <a:ext cx="5241290" cy="5469890"/>
            </a:xfrm>
            <a:custGeom>
              <a:avLst/>
              <a:gdLst/>
              <a:ahLst/>
              <a:cxnLst/>
              <a:rect l="l" t="t" r="r" b="b"/>
              <a:pathLst>
                <a:path w="5241290" h="5469890">
                  <a:moveTo>
                    <a:pt x="5240020" y="15240"/>
                  </a:moveTo>
                  <a:cubicBezTo>
                    <a:pt x="4798060" y="778510"/>
                    <a:pt x="4678680" y="972820"/>
                    <a:pt x="4547870" y="1121410"/>
                  </a:cubicBezTo>
                  <a:cubicBezTo>
                    <a:pt x="4433570" y="1252220"/>
                    <a:pt x="4298950" y="1365250"/>
                    <a:pt x="4183380" y="1454150"/>
                  </a:cubicBezTo>
                  <a:cubicBezTo>
                    <a:pt x="4090670" y="1525270"/>
                    <a:pt x="4023360" y="1564640"/>
                    <a:pt x="3915410" y="1626870"/>
                  </a:cubicBezTo>
                  <a:cubicBezTo>
                    <a:pt x="3761740" y="1714500"/>
                    <a:pt x="3547110" y="1830070"/>
                    <a:pt x="3343910" y="1916430"/>
                  </a:cubicBezTo>
                  <a:cubicBezTo>
                    <a:pt x="3125470" y="2009140"/>
                    <a:pt x="2832100" y="2085340"/>
                    <a:pt x="2644140" y="2159000"/>
                  </a:cubicBezTo>
                  <a:cubicBezTo>
                    <a:pt x="2514600" y="2209800"/>
                    <a:pt x="2435860" y="2245360"/>
                    <a:pt x="2319020" y="2299970"/>
                  </a:cubicBezTo>
                  <a:cubicBezTo>
                    <a:pt x="2179320" y="2364740"/>
                    <a:pt x="2005330" y="2448560"/>
                    <a:pt x="1864360" y="2526030"/>
                  </a:cubicBezTo>
                  <a:cubicBezTo>
                    <a:pt x="1737360" y="2595880"/>
                    <a:pt x="1621790" y="2668270"/>
                    <a:pt x="1510030" y="2741930"/>
                  </a:cubicBezTo>
                  <a:cubicBezTo>
                    <a:pt x="1405890" y="2810510"/>
                    <a:pt x="1309370" y="2876550"/>
                    <a:pt x="1216660" y="2950210"/>
                  </a:cubicBezTo>
                  <a:cubicBezTo>
                    <a:pt x="1125220" y="3022600"/>
                    <a:pt x="1042670" y="3093720"/>
                    <a:pt x="957580" y="3181350"/>
                  </a:cubicBezTo>
                  <a:cubicBezTo>
                    <a:pt x="862330" y="3280410"/>
                    <a:pt x="749300" y="3421380"/>
                    <a:pt x="680720" y="3517900"/>
                  </a:cubicBezTo>
                  <a:cubicBezTo>
                    <a:pt x="633730" y="3583940"/>
                    <a:pt x="614680" y="3615690"/>
                    <a:pt x="572770" y="3693160"/>
                  </a:cubicBezTo>
                  <a:cubicBezTo>
                    <a:pt x="495300" y="3835400"/>
                    <a:pt x="337820" y="4170680"/>
                    <a:pt x="278130" y="4312920"/>
                  </a:cubicBezTo>
                  <a:cubicBezTo>
                    <a:pt x="247650" y="4384040"/>
                    <a:pt x="238760" y="4410710"/>
                    <a:pt x="218440" y="4478020"/>
                  </a:cubicBezTo>
                  <a:cubicBezTo>
                    <a:pt x="187960" y="4582160"/>
                    <a:pt x="149860" y="4733290"/>
                    <a:pt x="123190" y="4880610"/>
                  </a:cubicBezTo>
                  <a:cubicBezTo>
                    <a:pt x="90170" y="5057140"/>
                    <a:pt x="76200" y="5433060"/>
                    <a:pt x="44450" y="5464810"/>
                  </a:cubicBezTo>
                  <a:cubicBezTo>
                    <a:pt x="39370" y="5469890"/>
                    <a:pt x="30480" y="5469890"/>
                    <a:pt x="27940" y="5467350"/>
                  </a:cubicBezTo>
                  <a:cubicBezTo>
                    <a:pt x="25400" y="5464810"/>
                    <a:pt x="29210" y="5452110"/>
                    <a:pt x="31750" y="5450840"/>
                  </a:cubicBezTo>
                  <a:cubicBezTo>
                    <a:pt x="34290" y="5449570"/>
                    <a:pt x="45720" y="5462270"/>
                    <a:pt x="44450" y="5463540"/>
                  </a:cubicBezTo>
                  <a:cubicBezTo>
                    <a:pt x="43180" y="5464810"/>
                    <a:pt x="30480" y="5466080"/>
                    <a:pt x="25400" y="5459730"/>
                  </a:cubicBezTo>
                  <a:cubicBezTo>
                    <a:pt x="0" y="5424170"/>
                    <a:pt x="71120" y="5052060"/>
                    <a:pt x="102870" y="4875530"/>
                  </a:cubicBezTo>
                  <a:cubicBezTo>
                    <a:pt x="129540" y="4726940"/>
                    <a:pt x="166370" y="4574540"/>
                    <a:pt x="198120" y="4470400"/>
                  </a:cubicBezTo>
                  <a:cubicBezTo>
                    <a:pt x="218440" y="4401820"/>
                    <a:pt x="228600" y="4376420"/>
                    <a:pt x="259080" y="4304030"/>
                  </a:cubicBezTo>
                  <a:cubicBezTo>
                    <a:pt x="318770" y="4161790"/>
                    <a:pt x="478790" y="3823970"/>
                    <a:pt x="556260" y="3681730"/>
                  </a:cubicBezTo>
                  <a:cubicBezTo>
                    <a:pt x="598170" y="3602990"/>
                    <a:pt x="617220" y="3571240"/>
                    <a:pt x="664210" y="3505200"/>
                  </a:cubicBezTo>
                  <a:cubicBezTo>
                    <a:pt x="732790" y="3408680"/>
                    <a:pt x="848360" y="3266440"/>
                    <a:pt x="943610" y="3167380"/>
                  </a:cubicBezTo>
                  <a:cubicBezTo>
                    <a:pt x="1028700" y="3078480"/>
                    <a:pt x="1112520" y="3006090"/>
                    <a:pt x="1203960" y="2932430"/>
                  </a:cubicBezTo>
                  <a:cubicBezTo>
                    <a:pt x="1297940" y="2857500"/>
                    <a:pt x="1385570" y="2797810"/>
                    <a:pt x="1499870" y="2724150"/>
                  </a:cubicBezTo>
                  <a:cubicBezTo>
                    <a:pt x="1644650" y="2630170"/>
                    <a:pt x="1827530" y="2519680"/>
                    <a:pt x="2009140" y="2425700"/>
                  </a:cubicBezTo>
                  <a:cubicBezTo>
                    <a:pt x="2204720" y="2324100"/>
                    <a:pt x="2420620" y="2226310"/>
                    <a:pt x="2637790" y="2139950"/>
                  </a:cubicBezTo>
                  <a:cubicBezTo>
                    <a:pt x="2861310" y="2049780"/>
                    <a:pt x="3116580" y="1991360"/>
                    <a:pt x="3333750" y="1898650"/>
                  </a:cubicBezTo>
                  <a:cubicBezTo>
                    <a:pt x="3536950" y="1812290"/>
                    <a:pt x="3751580" y="1697990"/>
                    <a:pt x="3903980" y="1610360"/>
                  </a:cubicBezTo>
                  <a:cubicBezTo>
                    <a:pt x="4011930" y="1549400"/>
                    <a:pt x="4077970" y="1510030"/>
                    <a:pt x="4170680" y="1438910"/>
                  </a:cubicBezTo>
                  <a:cubicBezTo>
                    <a:pt x="4284980" y="1351280"/>
                    <a:pt x="4417060" y="1239520"/>
                    <a:pt x="4531360" y="1109980"/>
                  </a:cubicBezTo>
                  <a:cubicBezTo>
                    <a:pt x="4660900" y="961390"/>
                    <a:pt x="4787900" y="759460"/>
                    <a:pt x="4895850" y="586740"/>
                  </a:cubicBezTo>
                  <a:cubicBezTo>
                    <a:pt x="4994910" y="426720"/>
                    <a:pt x="5097780" y="212090"/>
                    <a:pt x="5157470" y="110490"/>
                  </a:cubicBezTo>
                  <a:cubicBezTo>
                    <a:pt x="5185410" y="62230"/>
                    <a:pt x="5207000" y="16510"/>
                    <a:pt x="5223510" y="5080"/>
                  </a:cubicBezTo>
                  <a:cubicBezTo>
                    <a:pt x="5229860" y="1270"/>
                    <a:pt x="5236210" y="0"/>
                    <a:pt x="5238750" y="2540"/>
                  </a:cubicBezTo>
                  <a:cubicBezTo>
                    <a:pt x="5241290" y="3810"/>
                    <a:pt x="5240020" y="15240"/>
                    <a:pt x="5240020" y="15240"/>
                  </a:cubicBezTo>
                </a:path>
              </a:pathLst>
            </a:custGeom>
            <a:solidFill>
              <a:srgbClr val="876D7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40" name="Group 40"/>
          <p:cNvGrpSpPr/>
          <p:nvPr>
            <p:custDataLst>
              <p:tags r:id="rId1"/>
            </p:custDataLst>
          </p:nvPr>
        </p:nvGrpSpPr>
        <p:grpSpPr>
          <a:xfrm rot="0">
            <a:off x="3134430" y="2886368"/>
            <a:ext cx="12019141" cy="1543050"/>
            <a:chOff x="0" y="0"/>
            <a:chExt cx="3165535" cy="406400"/>
          </a:xfrm>
        </p:grpSpPr>
        <p:sp>
          <p:nvSpPr>
            <p:cNvPr id="41" name="Freeform 4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3165535" cy="406400"/>
            </a:xfrm>
            <a:custGeom>
              <a:avLst/>
              <a:gdLst/>
              <a:ahLst/>
              <a:cxnLst/>
              <a:rect l="l" t="t" r="r" b="b"/>
              <a:pathLst>
                <a:path w="3165535" h="406400">
                  <a:moveTo>
                    <a:pt x="14815" y="0"/>
                  </a:moveTo>
                  <a:lnTo>
                    <a:pt x="3150720" y="0"/>
                  </a:lnTo>
                  <a:cubicBezTo>
                    <a:pt x="3154649" y="0"/>
                    <a:pt x="3158417" y="1561"/>
                    <a:pt x="3161196" y="4339"/>
                  </a:cubicBezTo>
                  <a:cubicBezTo>
                    <a:pt x="3163974" y="7118"/>
                    <a:pt x="3165535" y="10886"/>
                    <a:pt x="3165535" y="14815"/>
                  </a:cubicBezTo>
                  <a:lnTo>
                    <a:pt x="3165535" y="391585"/>
                  </a:lnTo>
                  <a:cubicBezTo>
                    <a:pt x="3165535" y="399767"/>
                    <a:pt x="3158902" y="406400"/>
                    <a:pt x="3150720" y="406400"/>
                  </a:cubicBezTo>
                  <a:lnTo>
                    <a:pt x="14815" y="406400"/>
                  </a:lnTo>
                  <a:cubicBezTo>
                    <a:pt x="6633" y="406400"/>
                    <a:pt x="0" y="399767"/>
                    <a:pt x="0" y="391585"/>
                  </a:cubicBezTo>
                  <a:lnTo>
                    <a:pt x="0" y="14815"/>
                  </a:lnTo>
                  <a:cubicBezTo>
                    <a:pt x="0" y="6633"/>
                    <a:pt x="6633" y="0"/>
                    <a:pt x="14815" y="0"/>
                  </a:cubicBezTo>
                  <a:close/>
                </a:path>
              </a:pathLst>
            </a:custGeom>
            <a:solidFill>
              <a:srgbClr val="FFD9D8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16553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id="43" name="Group 43"/>
          <p:cNvGrpSpPr/>
          <p:nvPr>
            <p:custDataLst>
              <p:tags r:id="rId3"/>
            </p:custDataLst>
          </p:nvPr>
        </p:nvGrpSpPr>
        <p:grpSpPr>
          <a:xfrm rot="0">
            <a:off x="3134430" y="4769060"/>
            <a:ext cx="12019141" cy="1543050"/>
            <a:chOff x="0" y="0"/>
            <a:chExt cx="3165535" cy="406400"/>
          </a:xfrm>
        </p:grpSpPr>
        <p:sp>
          <p:nvSpPr>
            <p:cNvPr id="44" name="Freeform 44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165535" cy="406400"/>
            </a:xfrm>
            <a:custGeom>
              <a:avLst/>
              <a:gdLst/>
              <a:ahLst/>
              <a:cxnLst/>
              <a:rect l="l" t="t" r="r" b="b"/>
              <a:pathLst>
                <a:path w="3165535" h="406400">
                  <a:moveTo>
                    <a:pt x="14815" y="0"/>
                  </a:moveTo>
                  <a:lnTo>
                    <a:pt x="3150720" y="0"/>
                  </a:lnTo>
                  <a:cubicBezTo>
                    <a:pt x="3154649" y="0"/>
                    <a:pt x="3158417" y="1561"/>
                    <a:pt x="3161196" y="4339"/>
                  </a:cubicBezTo>
                  <a:cubicBezTo>
                    <a:pt x="3163974" y="7118"/>
                    <a:pt x="3165535" y="10886"/>
                    <a:pt x="3165535" y="14815"/>
                  </a:cubicBezTo>
                  <a:lnTo>
                    <a:pt x="3165535" y="391585"/>
                  </a:lnTo>
                  <a:cubicBezTo>
                    <a:pt x="3165535" y="399767"/>
                    <a:pt x="3158902" y="406400"/>
                    <a:pt x="3150720" y="406400"/>
                  </a:cubicBezTo>
                  <a:lnTo>
                    <a:pt x="14815" y="406400"/>
                  </a:lnTo>
                  <a:cubicBezTo>
                    <a:pt x="6633" y="406400"/>
                    <a:pt x="0" y="399767"/>
                    <a:pt x="0" y="391585"/>
                  </a:cubicBezTo>
                  <a:lnTo>
                    <a:pt x="0" y="14815"/>
                  </a:lnTo>
                  <a:cubicBezTo>
                    <a:pt x="0" y="6633"/>
                    <a:pt x="6633" y="0"/>
                    <a:pt x="14815" y="0"/>
                  </a:cubicBezTo>
                  <a:close/>
                </a:path>
              </a:pathLst>
            </a:custGeom>
            <a:solidFill>
              <a:srgbClr val="FFD9D8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16553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id="46" name="Group 46"/>
          <p:cNvGrpSpPr/>
          <p:nvPr>
            <p:custDataLst>
              <p:tags r:id="rId5"/>
            </p:custDataLst>
          </p:nvPr>
        </p:nvGrpSpPr>
        <p:grpSpPr>
          <a:xfrm rot="0">
            <a:off x="3134430" y="6651751"/>
            <a:ext cx="12019141" cy="1543050"/>
            <a:chOff x="0" y="0"/>
            <a:chExt cx="3165535" cy="406400"/>
          </a:xfrm>
        </p:grpSpPr>
        <p:sp>
          <p:nvSpPr>
            <p:cNvPr id="47" name="Freeform 47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165535" cy="406400"/>
            </a:xfrm>
            <a:custGeom>
              <a:avLst/>
              <a:gdLst/>
              <a:ahLst/>
              <a:cxnLst/>
              <a:rect l="l" t="t" r="r" b="b"/>
              <a:pathLst>
                <a:path w="3165535" h="406400">
                  <a:moveTo>
                    <a:pt x="14815" y="0"/>
                  </a:moveTo>
                  <a:lnTo>
                    <a:pt x="3150720" y="0"/>
                  </a:lnTo>
                  <a:cubicBezTo>
                    <a:pt x="3154649" y="0"/>
                    <a:pt x="3158417" y="1561"/>
                    <a:pt x="3161196" y="4339"/>
                  </a:cubicBezTo>
                  <a:cubicBezTo>
                    <a:pt x="3163974" y="7118"/>
                    <a:pt x="3165535" y="10886"/>
                    <a:pt x="3165535" y="14815"/>
                  </a:cubicBezTo>
                  <a:lnTo>
                    <a:pt x="3165535" y="391585"/>
                  </a:lnTo>
                  <a:cubicBezTo>
                    <a:pt x="3165535" y="399767"/>
                    <a:pt x="3158902" y="406400"/>
                    <a:pt x="3150720" y="406400"/>
                  </a:cubicBezTo>
                  <a:lnTo>
                    <a:pt x="14815" y="406400"/>
                  </a:lnTo>
                  <a:cubicBezTo>
                    <a:pt x="6633" y="406400"/>
                    <a:pt x="0" y="399767"/>
                    <a:pt x="0" y="391585"/>
                  </a:cubicBezTo>
                  <a:lnTo>
                    <a:pt x="0" y="14815"/>
                  </a:lnTo>
                  <a:cubicBezTo>
                    <a:pt x="0" y="6633"/>
                    <a:pt x="6633" y="0"/>
                    <a:pt x="14815" y="0"/>
                  </a:cubicBezTo>
                  <a:close/>
                </a:path>
              </a:pathLst>
            </a:custGeom>
            <a:solidFill>
              <a:srgbClr val="FFD9D8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316553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7015964" y="1339413"/>
            <a:ext cx="4256073" cy="82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548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商业模式</a:t>
            </a:r>
            <a:endParaRPr lang="zh-CN" altLang="en-US" sz="548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50" name="TextBox 50"/>
          <p:cNvSpPr txBox="1"/>
          <p:nvPr>
            <p:custDataLst>
              <p:tags r:id="rId7"/>
            </p:custDataLst>
          </p:nvPr>
        </p:nvSpPr>
        <p:spPr>
          <a:xfrm>
            <a:off x="5011420" y="3248025"/>
            <a:ext cx="9850120" cy="836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三方战略：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以自研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SaaS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平台和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AI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算法为核心，建立服务培训、监督认证体系，向机构与政府输出整体解决方案和标准，从服务商升级为产业赋能者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1" name="TextBox 51"/>
          <p:cNvSpPr txBox="1"/>
          <p:nvPr>
            <p:custDataLst>
              <p:tags r:id="rId8"/>
            </p:custDataLst>
          </p:nvPr>
        </p:nvSpPr>
        <p:spPr>
          <a:xfrm>
            <a:off x="5022850" y="5138420"/>
            <a:ext cx="9838690" cy="418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竞争优势：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一体化闭环体验、数据智能壁垒、强资源整合能力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2" name="TextBox 52"/>
          <p:cNvSpPr txBox="1"/>
          <p:nvPr>
            <p:custDataLst>
              <p:tags r:id="rId9"/>
            </p:custDataLst>
          </p:nvPr>
        </p:nvSpPr>
        <p:spPr>
          <a:xfrm>
            <a:off x="5023485" y="7023100"/>
            <a:ext cx="9838055" cy="836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5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愿景：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目标是通过开放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API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和制定标准，成为行业底层基础设施，推动产业智能化升级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3" name="TextBox 53"/>
          <p:cNvSpPr txBox="1"/>
          <p:nvPr>
            <p:custDataLst>
              <p:tags r:id="rId10"/>
            </p:custDataLst>
          </p:nvPr>
        </p:nvSpPr>
        <p:spPr>
          <a:xfrm>
            <a:off x="3547389" y="3116369"/>
            <a:ext cx="1204459" cy="107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7235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01</a:t>
            </a:r>
            <a:endParaRPr lang="en-US" sz="7235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4" name="TextBox 54"/>
          <p:cNvSpPr txBox="1"/>
          <p:nvPr>
            <p:custDataLst>
              <p:tags r:id="rId11"/>
            </p:custDataLst>
          </p:nvPr>
        </p:nvSpPr>
        <p:spPr>
          <a:xfrm>
            <a:off x="3509445" y="5004122"/>
            <a:ext cx="1368867" cy="107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7235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02</a:t>
            </a:r>
            <a:endParaRPr lang="en-US" sz="7235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5" name="TextBox 55"/>
          <p:cNvSpPr txBox="1"/>
          <p:nvPr>
            <p:custDataLst>
              <p:tags r:id="rId12"/>
            </p:custDataLst>
          </p:nvPr>
        </p:nvSpPr>
        <p:spPr>
          <a:xfrm>
            <a:off x="3511274" y="6898370"/>
            <a:ext cx="1808031" cy="107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7235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03</a:t>
            </a:r>
            <a:endParaRPr lang="en-US" sz="7235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6" name="TextBox 49"/>
          <p:cNvSpPr txBox="1"/>
          <p:nvPr/>
        </p:nvSpPr>
        <p:spPr>
          <a:xfrm>
            <a:off x="5181600" y="1803400"/>
            <a:ext cx="8237220" cy="829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从产品到生态：重新定义智慧养老</a:t>
            </a:r>
            <a:endParaRPr lang="zh-CN" altLang="en-US" sz="240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65127" y="5036444"/>
            <a:ext cx="4707905" cy="3479576"/>
            <a:chOff x="0" y="0"/>
            <a:chExt cx="729378" cy="5390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9378" cy="539077"/>
            </a:xfrm>
            <a:custGeom>
              <a:avLst/>
              <a:gdLst/>
              <a:ahLst/>
              <a:cxnLst/>
              <a:rect l="l" t="t" r="r" b="b"/>
              <a:pathLst>
                <a:path w="729378" h="539077">
                  <a:moveTo>
                    <a:pt x="37822" y="0"/>
                  </a:moveTo>
                  <a:lnTo>
                    <a:pt x="691555" y="0"/>
                  </a:lnTo>
                  <a:cubicBezTo>
                    <a:pt x="712444" y="0"/>
                    <a:pt x="729378" y="16934"/>
                    <a:pt x="729378" y="37822"/>
                  </a:cubicBezTo>
                  <a:lnTo>
                    <a:pt x="729378" y="501255"/>
                  </a:lnTo>
                  <a:cubicBezTo>
                    <a:pt x="729378" y="522144"/>
                    <a:pt x="712444" y="539077"/>
                    <a:pt x="691555" y="539077"/>
                  </a:cubicBezTo>
                  <a:lnTo>
                    <a:pt x="37822" y="539077"/>
                  </a:lnTo>
                  <a:cubicBezTo>
                    <a:pt x="27791" y="539077"/>
                    <a:pt x="18171" y="535093"/>
                    <a:pt x="11078" y="528000"/>
                  </a:cubicBezTo>
                  <a:cubicBezTo>
                    <a:pt x="3985" y="520906"/>
                    <a:pt x="0" y="511286"/>
                    <a:pt x="0" y="501255"/>
                  </a:cubicBezTo>
                  <a:lnTo>
                    <a:pt x="0" y="37822"/>
                  </a:lnTo>
                  <a:cubicBezTo>
                    <a:pt x="0" y="27791"/>
                    <a:pt x="3985" y="18171"/>
                    <a:pt x="11078" y="11078"/>
                  </a:cubicBezTo>
                  <a:cubicBezTo>
                    <a:pt x="18171" y="3985"/>
                    <a:pt x="27791" y="0"/>
                    <a:pt x="37822" y="0"/>
                  </a:cubicBezTo>
                  <a:close/>
                </a:path>
              </a:pathLst>
            </a:custGeom>
            <a:blipFill>
              <a:blip r:embed="rId1"/>
              <a:stretch>
                <a:fillRect l="-5466" r="-54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862999" y="1257159"/>
            <a:ext cx="4256073" cy="82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5"/>
              </a:lnSpc>
            </a:pPr>
            <a:r>
              <a:rPr lang="zh-CN" altLang="en-US" sz="5485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商业模式</a:t>
            </a:r>
            <a:endParaRPr lang="zh-CN" altLang="en-US" sz="5485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7790839" y="1600059"/>
            <a:ext cx="8584626" cy="6915961"/>
            <a:chOff x="0" y="0"/>
            <a:chExt cx="2260971" cy="1821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0971" cy="1821488"/>
            </a:xfrm>
            <a:custGeom>
              <a:avLst/>
              <a:gdLst/>
              <a:ahLst/>
              <a:cxnLst/>
              <a:rect l="l" t="t" r="r" b="b"/>
              <a:pathLst>
                <a:path w="2260971" h="1821488">
                  <a:moveTo>
                    <a:pt x="20742" y="0"/>
                  </a:moveTo>
                  <a:lnTo>
                    <a:pt x="2240229" y="0"/>
                  </a:lnTo>
                  <a:cubicBezTo>
                    <a:pt x="2251685" y="0"/>
                    <a:pt x="2260971" y="9287"/>
                    <a:pt x="2260971" y="20742"/>
                  </a:cubicBezTo>
                  <a:lnTo>
                    <a:pt x="2260971" y="1800746"/>
                  </a:lnTo>
                  <a:cubicBezTo>
                    <a:pt x="2260971" y="1812201"/>
                    <a:pt x="2251685" y="1821488"/>
                    <a:pt x="2240229" y="1821488"/>
                  </a:cubicBezTo>
                  <a:lnTo>
                    <a:pt x="20742" y="1821488"/>
                  </a:lnTo>
                  <a:cubicBezTo>
                    <a:pt x="9287" y="1821488"/>
                    <a:pt x="0" y="1812201"/>
                    <a:pt x="0" y="1800746"/>
                  </a:cubicBezTo>
                  <a:lnTo>
                    <a:pt x="0" y="20742"/>
                  </a:lnTo>
                  <a:cubicBezTo>
                    <a:pt x="0" y="9287"/>
                    <a:pt x="9287" y="0"/>
                    <a:pt x="20742" y="0"/>
                  </a:cubicBezTo>
                  <a:close/>
                </a:path>
              </a:pathLst>
            </a:custGeom>
            <a:solidFill>
              <a:srgbClr val="FFD9D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60971" cy="1859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id="9" name="TextBox 9"/>
          <p:cNvSpPr txBox="1"/>
          <p:nvPr>
            <p:custDataLst>
              <p:tags r:id="rId2"/>
            </p:custDataLst>
          </p:nvPr>
        </p:nvSpPr>
        <p:spPr>
          <a:xfrm>
            <a:off x="10320245" y="2304585"/>
            <a:ext cx="5509608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 fontAlgn="auto">
              <a:lnSpc>
                <a:spcPct val="100000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风险应对：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数据安全委员会定期审查数据安全、利用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MVP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验证盈利模型确保服务创造核心价值、密切关注政策动向，积极参与政府试点项目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>
            <p:custDataLst>
              <p:tags r:id="rId3"/>
            </p:custDataLst>
          </p:nvPr>
        </p:nvSpPr>
        <p:spPr>
          <a:xfrm>
            <a:off x="10320245" y="4305006"/>
            <a:ext cx="5509608" cy="213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 fontAlgn="auto">
              <a:lnSpc>
                <a:spcPct val="100000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发展路径：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​​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短期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内优化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AI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算法，接入互联网医疗，升级语音交互界面；中期开放</a:t>
            </a:r>
            <a:r>
              <a:rPr lang="en-US" altLang="zh-CN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API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接口构建开发者生态，挖掘数据价值；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indent="0" algn="l" fontAlgn="auto">
              <a:lnSpc>
                <a:spcPct val="100000"/>
              </a:lnSpc>
            </a:pP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致力于构建智慧养老生态，成为行业标准制定者，推动整个养老产业的数字化与智能化升级。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10363425" y="6591006"/>
            <a:ext cx="5236292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zh-CN" altLang="en-US" sz="2315" b="1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呼吁合作：</a:t>
            </a:r>
            <a:r>
              <a:rPr lang="zh-CN" altLang="en-US" sz="2315" spc="2">
                <a:solidFill>
                  <a:srgbClr val="86637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期待与投资者共同推动养老产业数字化升级</a:t>
            </a:r>
            <a:endParaRPr lang="zh-CN" altLang="en-US" sz="2315" spc="2">
              <a:solidFill>
                <a:srgbClr val="866373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20882" y="2190323"/>
            <a:ext cx="1604956" cy="1604956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20882" y="4253624"/>
            <a:ext cx="1604956" cy="1604956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320882" y="6316925"/>
            <a:ext cx="1604956" cy="1604956"/>
          </a:xfrm>
          <a:prstGeom prst="rect">
            <a:avLst/>
          </a:prstGeom>
        </p:spPr>
      </p:pic>
      <p:sp>
        <p:nvSpPr>
          <p:cNvPr id="15" name="TextBox 15"/>
          <p:cNvSpPr txBox="1"/>
          <p:nvPr>
            <p:custDataLst>
              <p:tags r:id="rId11"/>
            </p:custDataLst>
          </p:nvPr>
        </p:nvSpPr>
        <p:spPr>
          <a:xfrm>
            <a:off x="8854173" y="2824870"/>
            <a:ext cx="937919" cy="32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2210" b="1">
                <a:solidFill>
                  <a:srgbClr val="86637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55%</a:t>
            </a:r>
            <a:endParaRPr lang="en-US" sz="2210" b="1">
              <a:solidFill>
                <a:srgbClr val="86637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6" name="TextBox 16"/>
          <p:cNvSpPr txBox="1"/>
          <p:nvPr>
            <p:custDataLst>
              <p:tags r:id="rId12"/>
            </p:custDataLst>
          </p:nvPr>
        </p:nvSpPr>
        <p:spPr>
          <a:xfrm>
            <a:off x="8836499" y="4921695"/>
            <a:ext cx="1159900" cy="32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2210" b="1">
                <a:solidFill>
                  <a:srgbClr val="86637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60%</a:t>
            </a:r>
            <a:endParaRPr lang="en-US" sz="2210" b="1">
              <a:solidFill>
                <a:srgbClr val="86637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7" name="TextBox 17"/>
          <p:cNvSpPr txBox="1"/>
          <p:nvPr>
            <p:custDataLst>
              <p:tags r:id="rId13"/>
            </p:custDataLst>
          </p:nvPr>
        </p:nvSpPr>
        <p:spPr>
          <a:xfrm>
            <a:off x="8836499" y="6982133"/>
            <a:ext cx="1159900" cy="32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2210" b="1">
                <a:solidFill>
                  <a:srgbClr val="866373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90%</a:t>
            </a:r>
            <a:endParaRPr lang="en-US" sz="2210" b="1">
              <a:solidFill>
                <a:srgbClr val="866373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18" name="Group 18"/>
          <p:cNvGrpSpPr/>
          <p:nvPr/>
        </p:nvGrpSpPr>
        <p:grpSpPr>
          <a:xfrm rot="9826928">
            <a:off x="16057280" y="7656888"/>
            <a:ext cx="3612844" cy="2143368"/>
            <a:chOff x="0" y="0"/>
            <a:chExt cx="4817125" cy="2857824"/>
          </a:xfrm>
        </p:grpSpPr>
        <p:grpSp>
          <p:nvGrpSpPr>
            <p:cNvPr id="19" name="Group 19"/>
            <p:cNvGrpSpPr/>
            <p:nvPr/>
          </p:nvGrpSpPr>
          <p:grpSpPr>
            <a:xfrm rot="0">
              <a:off x="0" y="839006"/>
              <a:ext cx="3526689" cy="1503691"/>
              <a:chOff x="0" y="0"/>
              <a:chExt cx="6028690" cy="257048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 rot="0">
              <a:off x="3443804" y="469769"/>
              <a:ext cx="1360510" cy="579485"/>
              <a:chOff x="0" y="0"/>
              <a:chExt cx="3506470" cy="149352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 rot="0">
              <a:off x="3425079" y="470262"/>
              <a:ext cx="1392046" cy="447919"/>
              <a:chOff x="0" y="0"/>
              <a:chExt cx="3587750" cy="115443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 rot="-1043704">
              <a:off x="1791686" y="162898"/>
              <a:ext cx="1245512" cy="1018070"/>
              <a:chOff x="0" y="0"/>
              <a:chExt cx="3651250" cy="29845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 rot="-1601107">
              <a:off x="530102" y="756043"/>
              <a:ext cx="1098135" cy="897606"/>
              <a:chOff x="0" y="0"/>
              <a:chExt cx="3651250" cy="29845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 rot="3600434">
              <a:off x="1412473" y="1299927"/>
              <a:ext cx="1515192" cy="1202423"/>
              <a:chOff x="0" y="0"/>
              <a:chExt cx="3876040" cy="307594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 rot="3600434">
              <a:off x="2510262" y="961849"/>
              <a:ext cx="1182472" cy="938383"/>
              <a:chOff x="0" y="0"/>
              <a:chExt cx="3876040" cy="307594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33" name="Group 33"/>
          <p:cNvGrpSpPr/>
          <p:nvPr/>
        </p:nvGrpSpPr>
        <p:grpSpPr>
          <a:xfrm rot="-1570203">
            <a:off x="-1511630" y="727901"/>
            <a:ext cx="3828831" cy="2271505"/>
            <a:chOff x="0" y="0"/>
            <a:chExt cx="5105108" cy="3028674"/>
          </a:xfrm>
        </p:grpSpPr>
        <p:grpSp>
          <p:nvGrpSpPr>
            <p:cNvPr id="34" name="Group 34"/>
            <p:cNvGrpSpPr/>
            <p:nvPr/>
          </p:nvGrpSpPr>
          <p:grpSpPr>
            <a:xfrm rot="0">
              <a:off x="0" y="889164"/>
              <a:ext cx="3737525" cy="1593586"/>
              <a:chOff x="0" y="0"/>
              <a:chExt cx="6028690" cy="257048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6990" y="49530"/>
                <a:ext cx="5933440" cy="2473960"/>
              </a:xfrm>
              <a:custGeom>
                <a:avLst/>
                <a:gdLst/>
                <a:ahLst/>
                <a:cxnLst/>
                <a:rect l="l" t="t" r="r" b="b"/>
                <a:pathLst>
                  <a:path w="5933440" h="2473960">
                    <a:moveTo>
                      <a:pt x="3810" y="2439670"/>
                    </a:moveTo>
                    <a:cubicBezTo>
                      <a:pt x="247650" y="2223770"/>
                      <a:pt x="383540" y="2129790"/>
                      <a:pt x="501650" y="2052320"/>
                    </a:cubicBezTo>
                    <a:cubicBezTo>
                      <a:pt x="621030" y="1974850"/>
                      <a:pt x="713740" y="1920240"/>
                      <a:pt x="871220" y="1831340"/>
                    </a:cubicBezTo>
                    <a:cubicBezTo>
                      <a:pt x="1141730" y="1680210"/>
                      <a:pt x="1748790" y="1360170"/>
                      <a:pt x="1990090" y="1245870"/>
                    </a:cubicBezTo>
                    <a:cubicBezTo>
                      <a:pt x="2101850" y="1192530"/>
                      <a:pt x="2141220" y="1179830"/>
                      <a:pt x="2241550" y="1137920"/>
                    </a:cubicBezTo>
                    <a:cubicBezTo>
                      <a:pt x="2391410" y="1075690"/>
                      <a:pt x="2588260" y="996950"/>
                      <a:pt x="2806700" y="914400"/>
                    </a:cubicBezTo>
                    <a:cubicBezTo>
                      <a:pt x="3105150" y="802640"/>
                      <a:pt x="3512820" y="647700"/>
                      <a:pt x="3874770" y="535940"/>
                    </a:cubicBezTo>
                    <a:cubicBezTo>
                      <a:pt x="4239260" y="424180"/>
                      <a:pt x="4643120" y="330200"/>
                      <a:pt x="4988560" y="243840"/>
                    </a:cubicBezTo>
                    <a:cubicBezTo>
                      <a:pt x="5287010" y="168910"/>
                      <a:pt x="5694680" y="96520"/>
                      <a:pt x="5825490" y="45720"/>
                    </a:cubicBezTo>
                    <a:cubicBezTo>
                      <a:pt x="5867400" y="29210"/>
                      <a:pt x="5886450" y="2540"/>
                      <a:pt x="5905500" y="1270"/>
                    </a:cubicBezTo>
                    <a:cubicBezTo>
                      <a:pt x="5915660" y="0"/>
                      <a:pt x="5927090" y="6350"/>
                      <a:pt x="5930900" y="11430"/>
                    </a:cubicBezTo>
                    <a:cubicBezTo>
                      <a:pt x="5933440" y="16510"/>
                      <a:pt x="5933440" y="25400"/>
                      <a:pt x="5929630" y="29210"/>
                    </a:cubicBezTo>
                    <a:cubicBezTo>
                      <a:pt x="5925820" y="34290"/>
                      <a:pt x="5913120" y="39370"/>
                      <a:pt x="5906770" y="36830"/>
                    </a:cubicBezTo>
                    <a:cubicBezTo>
                      <a:pt x="5900420" y="34290"/>
                      <a:pt x="5894070" y="24130"/>
                      <a:pt x="5894070" y="17780"/>
                    </a:cubicBezTo>
                    <a:cubicBezTo>
                      <a:pt x="5894070" y="12700"/>
                      <a:pt x="5897880" y="5080"/>
                      <a:pt x="5902960" y="2540"/>
                    </a:cubicBezTo>
                    <a:cubicBezTo>
                      <a:pt x="5908040" y="0"/>
                      <a:pt x="5923280" y="1270"/>
                      <a:pt x="5927090" y="5080"/>
                    </a:cubicBezTo>
                    <a:cubicBezTo>
                      <a:pt x="5930900" y="8890"/>
                      <a:pt x="5932170" y="20320"/>
                      <a:pt x="5929630" y="27940"/>
                    </a:cubicBezTo>
                    <a:cubicBezTo>
                      <a:pt x="5924550" y="40640"/>
                      <a:pt x="5905500" y="57150"/>
                      <a:pt x="5888990" y="67310"/>
                    </a:cubicBezTo>
                    <a:cubicBezTo>
                      <a:pt x="5872480" y="77470"/>
                      <a:pt x="5862320" y="78740"/>
                      <a:pt x="5831840" y="87630"/>
                    </a:cubicBezTo>
                    <a:cubicBezTo>
                      <a:pt x="5717540" y="121920"/>
                      <a:pt x="5295900" y="209550"/>
                      <a:pt x="4998720" y="283210"/>
                    </a:cubicBezTo>
                    <a:cubicBezTo>
                      <a:pt x="4654550" y="368300"/>
                      <a:pt x="4276090" y="454660"/>
                      <a:pt x="3888740" y="575310"/>
                    </a:cubicBezTo>
                    <a:cubicBezTo>
                      <a:pt x="3449320" y="712470"/>
                      <a:pt x="2844800" y="942340"/>
                      <a:pt x="2500630" y="1076960"/>
                    </a:cubicBezTo>
                    <a:cubicBezTo>
                      <a:pt x="2294890" y="1158240"/>
                      <a:pt x="2204720" y="1192530"/>
                      <a:pt x="2010410" y="1283970"/>
                    </a:cubicBezTo>
                    <a:cubicBezTo>
                      <a:pt x="1711960" y="1424940"/>
                      <a:pt x="1189990" y="1699260"/>
                      <a:pt x="894080" y="1868170"/>
                    </a:cubicBezTo>
                    <a:cubicBezTo>
                      <a:pt x="693420" y="1983740"/>
                      <a:pt x="527050" y="2089150"/>
                      <a:pt x="397510" y="2176780"/>
                    </a:cubicBezTo>
                    <a:cubicBezTo>
                      <a:pt x="309880" y="2235200"/>
                      <a:pt x="248920" y="2278380"/>
                      <a:pt x="184150" y="2330450"/>
                    </a:cubicBezTo>
                    <a:cubicBezTo>
                      <a:pt x="127000" y="2376170"/>
                      <a:pt x="58420" y="2459990"/>
                      <a:pt x="27940" y="2470150"/>
                    </a:cubicBezTo>
                    <a:cubicBezTo>
                      <a:pt x="17780" y="2473960"/>
                      <a:pt x="8890" y="2472690"/>
                      <a:pt x="5080" y="2468880"/>
                    </a:cubicBezTo>
                    <a:cubicBezTo>
                      <a:pt x="0" y="2463800"/>
                      <a:pt x="3810" y="2439670"/>
                      <a:pt x="3810" y="243967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 rot="0">
              <a:off x="3649685" y="497853"/>
              <a:ext cx="1441845" cy="614129"/>
              <a:chOff x="0" y="0"/>
              <a:chExt cx="3506470" cy="149352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6990" y="44450"/>
                <a:ext cx="3409950" cy="1404620"/>
              </a:xfrm>
              <a:custGeom>
                <a:avLst/>
                <a:gdLst/>
                <a:ahLst/>
                <a:cxnLst/>
                <a:rect l="l" t="t" r="r" b="b"/>
                <a:pathLst>
                  <a:path w="3409950" h="1404620">
                    <a:moveTo>
                      <a:pt x="7620" y="1054100"/>
                    </a:moveTo>
                    <a:cubicBezTo>
                      <a:pt x="382270" y="834390"/>
                      <a:pt x="518160" y="786130"/>
                      <a:pt x="670560" y="727710"/>
                    </a:cubicBezTo>
                    <a:cubicBezTo>
                      <a:pt x="864870" y="654050"/>
                      <a:pt x="1087120" y="572770"/>
                      <a:pt x="1336040" y="496570"/>
                    </a:cubicBezTo>
                    <a:cubicBezTo>
                      <a:pt x="1647190" y="401320"/>
                      <a:pt x="2053590" y="297180"/>
                      <a:pt x="2395220" y="214630"/>
                    </a:cubicBezTo>
                    <a:cubicBezTo>
                      <a:pt x="2712720" y="138430"/>
                      <a:pt x="3188970" y="35560"/>
                      <a:pt x="3321050" y="13970"/>
                    </a:cubicBezTo>
                    <a:cubicBezTo>
                      <a:pt x="3356610" y="7620"/>
                      <a:pt x="3374390" y="1270"/>
                      <a:pt x="3389630" y="6350"/>
                    </a:cubicBezTo>
                    <a:cubicBezTo>
                      <a:pt x="3398520" y="8890"/>
                      <a:pt x="3407410" y="16510"/>
                      <a:pt x="3408680" y="22860"/>
                    </a:cubicBezTo>
                    <a:cubicBezTo>
                      <a:pt x="3409950" y="29210"/>
                      <a:pt x="3407410" y="39370"/>
                      <a:pt x="3399790" y="45720"/>
                    </a:cubicBezTo>
                    <a:cubicBezTo>
                      <a:pt x="3384550" y="57150"/>
                      <a:pt x="3338830" y="46990"/>
                      <a:pt x="3303270" y="59690"/>
                    </a:cubicBezTo>
                    <a:cubicBezTo>
                      <a:pt x="3253740" y="77470"/>
                      <a:pt x="3190240" y="123190"/>
                      <a:pt x="3136900" y="160020"/>
                    </a:cubicBezTo>
                    <a:cubicBezTo>
                      <a:pt x="3083560" y="196850"/>
                      <a:pt x="3041650" y="241300"/>
                      <a:pt x="2985770" y="279400"/>
                    </a:cubicBezTo>
                    <a:cubicBezTo>
                      <a:pt x="2923540" y="321310"/>
                      <a:pt x="2856230" y="349250"/>
                      <a:pt x="2781300" y="400050"/>
                    </a:cubicBezTo>
                    <a:cubicBezTo>
                      <a:pt x="2682240" y="466090"/>
                      <a:pt x="2595880" y="558800"/>
                      <a:pt x="2452370" y="651510"/>
                    </a:cubicBezTo>
                    <a:cubicBezTo>
                      <a:pt x="2214880" y="805180"/>
                      <a:pt x="1667510" y="1092200"/>
                      <a:pt x="1456690" y="1189990"/>
                    </a:cubicBezTo>
                    <a:cubicBezTo>
                      <a:pt x="1362710" y="1233170"/>
                      <a:pt x="1325880" y="1245870"/>
                      <a:pt x="1245870" y="1271270"/>
                    </a:cubicBezTo>
                    <a:cubicBezTo>
                      <a:pt x="1146810" y="1303020"/>
                      <a:pt x="1002030" y="1337310"/>
                      <a:pt x="904240" y="1356360"/>
                    </a:cubicBezTo>
                    <a:cubicBezTo>
                      <a:pt x="830580" y="1371600"/>
                      <a:pt x="783590" y="1379220"/>
                      <a:pt x="709930" y="1385570"/>
                    </a:cubicBezTo>
                    <a:cubicBezTo>
                      <a:pt x="615950" y="1394460"/>
                      <a:pt x="450850" y="1404620"/>
                      <a:pt x="383540" y="1398270"/>
                    </a:cubicBezTo>
                    <a:cubicBezTo>
                      <a:pt x="353060" y="1395730"/>
                      <a:pt x="344170" y="1391920"/>
                      <a:pt x="318770" y="1384300"/>
                    </a:cubicBezTo>
                    <a:cubicBezTo>
                      <a:pt x="281940" y="1374140"/>
                      <a:pt x="226060" y="1358900"/>
                      <a:pt x="184150" y="1338580"/>
                    </a:cubicBezTo>
                    <a:cubicBezTo>
                      <a:pt x="144780" y="1319530"/>
                      <a:pt x="100330" y="1292860"/>
                      <a:pt x="74930" y="1268730"/>
                    </a:cubicBezTo>
                    <a:cubicBezTo>
                      <a:pt x="57150" y="1252220"/>
                      <a:pt x="48260" y="1239520"/>
                      <a:pt x="39370" y="1219200"/>
                    </a:cubicBezTo>
                    <a:cubicBezTo>
                      <a:pt x="29210" y="1196340"/>
                      <a:pt x="24130" y="1163320"/>
                      <a:pt x="21590" y="1135380"/>
                    </a:cubicBezTo>
                    <a:cubicBezTo>
                      <a:pt x="19050" y="1108710"/>
                      <a:pt x="16510" y="1078230"/>
                      <a:pt x="24130" y="1056640"/>
                    </a:cubicBezTo>
                    <a:cubicBezTo>
                      <a:pt x="30480" y="1037590"/>
                      <a:pt x="46990" y="1013460"/>
                      <a:pt x="58420" y="1009650"/>
                    </a:cubicBezTo>
                    <a:cubicBezTo>
                      <a:pt x="66040" y="1007110"/>
                      <a:pt x="76200" y="1012190"/>
                      <a:pt x="80010" y="1017270"/>
                    </a:cubicBezTo>
                    <a:cubicBezTo>
                      <a:pt x="83820" y="1021080"/>
                      <a:pt x="83820" y="1031240"/>
                      <a:pt x="81280" y="1035050"/>
                    </a:cubicBezTo>
                    <a:cubicBezTo>
                      <a:pt x="77470" y="1040130"/>
                      <a:pt x="54610" y="1045210"/>
                      <a:pt x="50800" y="1041400"/>
                    </a:cubicBezTo>
                    <a:cubicBezTo>
                      <a:pt x="46990" y="1037590"/>
                      <a:pt x="52070" y="1012190"/>
                      <a:pt x="57150" y="1009650"/>
                    </a:cubicBezTo>
                    <a:cubicBezTo>
                      <a:pt x="62230" y="1007110"/>
                      <a:pt x="80010" y="1018540"/>
                      <a:pt x="82550" y="1027430"/>
                    </a:cubicBezTo>
                    <a:cubicBezTo>
                      <a:pt x="85090" y="1037590"/>
                      <a:pt x="63500" y="1052830"/>
                      <a:pt x="59690" y="1070610"/>
                    </a:cubicBezTo>
                    <a:cubicBezTo>
                      <a:pt x="54610" y="1093470"/>
                      <a:pt x="59690" y="1127760"/>
                      <a:pt x="66040" y="1155700"/>
                    </a:cubicBezTo>
                    <a:cubicBezTo>
                      <a:pt x="72390" y="1183640"/>
                      <a:pt x="80010" y="1211580"/>
                      <a:pt x="101600" y="1235710"/>
                    </a:cubicBezTo>
                    <a:cubicBezTo>
                      <a:pt x="130810" y="1267460"/>
                      <a:pt x="190500" y="1295400"/>
                      <a:pt x="238760" y="1315720"/>
                    </a:cubicBezTo>
                    <a:cubicBezTo>
                      <a:pt x="285750" y="1334770"/>
                      <a:pt x="325120" y="1350010"/>
                      <a:pt x="383540" y="1356360"/>
                    </a:cubicBezTo>
                    <a:cubicBezTo>
                      <a:pt x="468630" y="1366520"/>
                      <a:pt x="609600" y="1352550"/>
                      <a:pt x="702310" y="1343660"/>
                    </a:cubicBezTo>
                    <a:cubicBezTo>
                      <a:pt x="774700" y="1337310"/>
                      <a:pt x="821690" y="1328420"/>
                      <a:pt x="894080" y="1314450"/>
                    </a:cubicBezTo>
                    <a:cubicBezTo>
                      <a:pt x="990600" y="1295400"/>
                      <a:pt x="1132840" y="1262380"/>
                      <a:pt x="1230630" y="1231900"/>
                    </a:cubicBezTo>
                    <a:cubicBezTo>
                      <a:pt x="1309370" y="1207770"/>
                      <a:pt x="1344930" y="1195070"/>
                      <a:pt x="1437640" y="1153160"/>
                    </a:cubicBezTo>
                    <a:cubicBezTo>
                      <a:pt x="1647190" y="1057910"/>
                      <a:pt x="2189480" y="770890"/>
                      <a:pt x="2426970" y="617220"/>
                    </a:cubicBezTo>
                    <a:cubicBezTo>
                      <a:pt x="2571750" y="523240"/>
                      <a:pt x="2659380" y="430530"/>
                      <a:pt x="2758440" y="364490"/>
                    </a:cubicBezTo>
                    <a:cubicBezTo>
                      <a:pt x="2832100" y="314960"/>
                      <a:pt x="2898140" y="288290"/>
                      <a:pt x="2960370" y="246380"/>
                    </a:cubicBezTo>
                    <a:cubicBezTo>
                      <a:pt x="3017520" y="207010"/>
                      <a:pt x="3061970" y="161290"/>
                      <a:pt x="3116580" y="123190"/>
                    </a:cubicBezTo>
                    <a:cubicBezTo>
                      <a:pt x="3171190" y="85090"/>
                      <a:pt x="3238500" y="38100"/>
                      <a:pt x="3290570" y="20320"/>
                    </a:cubicBezTo>
                    <a:cubicBezTo>
                      <a:pt x="3327400" y="7620"/>
                      <a:pt x="3370580" y="0"/>
                      <a:pt x="3389630" y="6350"/>
                    </a:cubicBezTo>
                    <a:cubicBezTo>
                      <a:pt x="3399790" y="8890"/>
                      <a:pt x="3407410" y="16510"/>
                      <a:pt x="3408680" y="22860"/>
                    </a:cubicBezTo>
                    <a:cubicBezTo>
                      <a:pt x="3409950" y="29210"/>
                      <a:pt x="3409950" y="38100"/>
                      <a:pt x="3399790" y="45720"/>
                    </a:cubicBezTo>
                    <a:cubicBezTo>
                      <a:pt x="3331210" y="104140"/>
                      <a:pt x="2532380" y="223520"/>
                      <a:pt x="2164080" y="313690"/>
                    </a:cubicBezTo>
                    <a:cubicBezTo>
                      <a:pt x="1863090" y="387350"/>
                      <a:pt x="1606550" y="455930"/>
                      <a:pt x="1350010" y="535940"/>
                    </a:cubicBezTo>
                    <a:cubicBezTo>
                      <a:pt x="1116330" y="608330"/>
                      <a:pt x="880110" y="694690"/>
                      <a:pt x="687070" y="767080"/>
                    </a:cubicBezTo>
                    <a:cubicBezTo>
                      <a:pt x="535940" y="824230"/>
                      <a:pt x="401320" y="871220"/>
                      <a:pt x="284480" y="929640"/>
                    </a:cubicBezTo>
                    <a:cubicBezTo>
                      <a:pt x="187960" y="977900"/>
                      <a:pt x="71120" y="1076960"/>
                      <a:pt x="29210" y="1085850"/>
                    </a:cubicBezTo>
                    <a:cubicBezTo>
                      <a:pt x="16510" y="1088390"/>
                      <a:pt x="7620" y="1087120"/>
                      <a:pt x="3810" y="1082040"/>
                    </a:cubicBezTo>
                    <a:cubicBezTo>
                      <a:pt x="0" y="1076960"/>
                      <a:pt x="7620" y="1054100"/>
                      <a:pt x="7620" y="1054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 rot="0">
              <a:off x="3629841" y="498376"/>
              <a:ext cx="1475267" cy="474697"/>
              <a:chOff x="0" y="0"/>
              <a:chExt cx="3587750" cy="115443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8260" y="26670"/>
                <a:ext cx="3489960" cy="1080770"/>
              </a:xfrm>
              <a:custGeom>
                <a:avLst/>
                <a:gdLst/>
                <a:ahLst/>
                <a:cxnLst/>
                <a:rect l="l" t="t" r="r" b="b"/>
                <a:pathLst>
                  <a:path w="3489960" h="1080770">
                    <a:moveTo>
                      <a:pt x="2540" y="1051560"/>
                    </a:moveTo>
                    <a:cubicBezTo>
                      <a:pt x="60960" y="971550"/>
                      <a:pt x="120650" y="904240"/>
                      <a:pt x="205740" y="844550"/>
                    </a:cubicBezTo>
                    <a:cubicBezTo>
                      <a:pt x="365760" y="731520"/>
                      <a:pt x="744220" y="551180"/>
                      <a:pt x="962660" y="449580"/>
                    </a:cubicBezTo>
                    <a:cubicBezTo>
                      <a:pt x="1123950" y="374650"/>
                      <a:pt x="1249680" y="323850"/>
                      <a:pt x="1393190" y="271780"/>
                    </a:cubicBezTo>
                    <a:cubicBezTo>
                      <a:pt x="1532890" y="220980"/>
                      <a:pt x="1699260" y="173990"/>
                      <a:pt x="1813560" y="140970"/>
                    </a:cubicBezTo>
                    <a:cubicBezTo>
                      <a:pt x="1891030" y="118110"/>
                      <a:pt x="1944370" y="102870"/>
                      <a:pt x="2010410" y="88900"/>
                    </a:cubicBezTo>
                    <a:cubicBezTo>
                      <a:pt x="2076450" y="74930"/>
                      <a:pt x="2133600" y="68580"/>
                      <a:pt x="2211070" y="59690"/>
                    </a:cubicBezTo>
                    <a:cubicBezTo>
                      <a:pt x="2319020" y="48260"/>
                      <a:pt x="2442210" y="39370"/>
                      <a:pt x="2597150" y="33020"/>
                    </a:cubicBezTo>
                    <a:cubicBezTo>
                      <a:pt x="2829560" y="24130"/>
                      <a:pt x="3395980" y="0"/>
                      <a:pt x="3469640" y="24130"/>
                    </a:cubicBezTo>
                    <a:cubicBezTo>
                      <a:pt x="3482340" y="27940"/>
                      <a:pt x="3487420" y="31750"/>
                      <a:pt x="3488690" y="38100"/>
                    </a:cubicBezTo>
                    <a:cubicBezTo>
                      <a:pt x="3489960" y="44450"/>
                      <a:pt x="3479800" y="60960"/>
                      <a:pt x="3473450" y="62230"/>
                    </a:cubicBezTo>
                    <a:cubicBezTo>
                      <a:pt x="3467100" y="63500"/>
                      <a:pt x="3451860" y="52070"/>
                      <a:pt x="3450590" y="45720"/>
                    </a:cubicBezTo>
                    <a:cubicBezTo>
                      <a:pt x="3449320" y="39370"/>
                      <a:pt x="3460750" y="25400"/>
                      <a:pt x="3467100" y="24130"/>
                    </a:cubicBezTo>
                    <a:cubicBezTo>
                      <a:pt x="3473450" y="22860"/>
                      <a:pt x="3488690" y="35560"/>
                      <a:pt x="3488690" y="41910"/>
                    </a:cubicBezTo>
                    <a:cubicBezTo>
                      <a:pt x="3488690" y="48260"/>
                      <a:pt x="3482340" y="55880"/>
                      <a:pt x="3469640" y="62230"/>
                    </a:cubicBezTo>
                    <a:cubicBezTo>
                      <a:pt x="3401060" y="92710"/>
                      <a:pt x="2924810" y="59690"/>
                      <a:pt x="2710180" y="67310"/>
                    </a:cubicBezTo>
                    <a:cubicBezTo>
                      <a:pt x="2552700" y="72390"/>
                      <a:pt x="2425700" y="81280"/>
                      <a:pt x="2302510" y="92710"/>
                    </a:cubicBezTo>
                    <a:cubicBezTo>
                      <a:pt x="2199640" y="102870"/>
                      <a:pt x="2106930" y="111760"/>
                      <a:pt x="2021840" y="128270"/>
                    </a:cubicBezTo>
                    <a:cubicBezTo>
                      <a:pt x="1949450" y="142240"/>
                      <a:pt x="1902460" y="157480"/>
                      <a:pt x="1824990" y="179070"/>
                    </a:cubicBezTo>
                    <a:cubicBezTo>
                      <a:pt x="1710690" y="212090"/>
                      <a:pt x="1545590" y="259080"/>
                      <a:pt x="1407160" y="309880"/>
                    </a:cubicBezTo>
                    <a:cubicBezTo>
                      <a:pt x="1264920" y="361950"/>
                      <a:pt x="1140460" y="411480"/>
                      <a:pt x="980440" y="486410"/>
                    </a:cubicBezTo>
                    <a:cubicBezTo>
                      <a:pt x="764540" y="586740"/>
                      <a:pt x="392430" y="763270"/>
                      <a:pt x="234950" y="873760"/>
                    </a:cubicBezTo>
                    <a:cubicBezTo>
                      <a:pt x="151130" y="932180"/>
                      <a:pt x="93980" y="994410"/>
                      <a:pt x="60960" y="1032510"/>
                    </a:cubicBezTo>
                    <a:cubicBezTo>
                      <a:pt x="45720" y="1050290"/>
                      <a:pt x="41910" y="1070610"/>
                      <a:pt x="30480" y="1076960"/>
                    </a:cubicBezTo>
                    <a:cubicBezTo>
                      <a:pt x="22860" y="1080770"/>
                      <a:pt x="10160" y="1080770"/>
                      <a:pt x="5080" y="1076960"/>
                    </a:cubicBezTo>
                    <a:cubicBezTo>
                      <a:pt x="0" y="1073150"/>
                      <a:pt x="2540" y="1051560"/>
                      <a:pt x="2540" y="105156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 rot="-1043704">
              <a:off x="1898798" y="172637"/>
              <a:ext cx="1319972" cy="1078934"/>
              <a:chOff x="0" y="0"/>
              <a:chExt cx="3651250" cy="29845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 rot="-1601107">
              <a:off x="561793" y="801242"/>
              <a:ext cx="1163785" cy="951268"/>
              <a:chOff x="0" y="0"/>
              <a:chExt cx="3651250" cy="2984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8260" y="49530"/>
                <a:ext cx="3554730" cy="2886710"/>
              </a:xfrm>
              <a:custGeom>
                <a:avLst/>
                <a:gdLst/>
                <a:ahLst/>
                <a:cxnLst/>
                <a:rect l="l" t="t" r="r" b="b"/>
                <a:pathLst>
                  <a:path w="3554730" h="2886710">
                    <a:moveTo>
                      <a:pt x="29210" y="2797810"/>
                    </a:moveTo>
                    <a:cubicBezTo>
                      <a:pt x="1270" y="2543810"/>
                      <a:pt x="0" y="2490470"/>
                      <a:pt x="2540" y="2446020"/>
                    </a:cubicBezTo>
                    <a:cubicBezTo>
                      <a:pt x="5080" y="2411730"/>
                      <a:pt x="7620" y="2393950"/>
                      <a:pt x="16510" y="2357120"/>
                    </a:cubicBezTo>
                    <a:cubicBezTo>
                      <a:pt x="30480" y="2297430"/>
                      <a:pt x="63500" y="2195830"/>
                      <a:pt x="91440" y="2122170"/>
                    </a:cubicBezTo>
                    <a:cubicBezTo>
                      <a:pt x="118110" y="2053590"/>
                      <a:pt x="147320" y="1992630"/>
                      <a:pt x="179070" y="1930400"/>
                    </a:cubicBezTo>
                    <a:cubicBezTo>
                      <a:pt x="210820" y="1869440"/>
                      <a:pt x="245110" y="1808480"/>
                      <a:pt x="284480" y="1752600"/>
                    </a:cubicBezTo>
                    <a:cubicBezTo>
                      <a:pt x="323850" y="1696720"/>
                      <a:pt x="358140" y="1653540"/>
                      <a:pt x="412750" y="1592580"/>
                    </a:cubicBezTo>
                    <a:cubicBezTo>
                      <a:pt x="496570" y="1499870"/>
                      <a:pt x="654050" y="1344930"/>
                      <a:pt x="749300" y="1257300"/>
                    </a:cubicBezTo>
                    <a:cubicBezTo>
                      <a:pt x="815340" y="1196340"/>
                      <a:pt x="854710" y="1163320"/>
                      <a:pt x="924560" y="1108710"/>
                    </a:cubicBezTo>
                    <a:cubicBezTo>
                      <a:pt x="1021080" y="1033780"/>
                      <a:pt x="1177290" y="918210"/>
                      <a:pt x="1277620" y="853440"/>
                    </a:cubicBezTo>
                    <a:cubicBezTo>
                      <a:pt x="1348740" y="807720"/>
                      <a:pt x="1381760" y="787400"/>
                      <a:pt x="1464310" y="745490"/>
                    </a:cubicBezTo>
                    <a:cubicBezTo>
                      <a:pt x="1617980" y="666750"/>
                      <a:pt x="1902460" y="542290"/>
                      <a:pt x="2142490" y="443230"/>
                    </a:cubicBezTo>
                    <a:cubicBezTo>
                      <a:pt x="2407920" y="334010"/>
                      <a:pt x="2760980" y="185420"/>
                      <a:pt x="2988310" y="121920"/>
                    </a:cubicBezTo>
                    <a:cubicBezTo>
                      <a:pt x="3135630" y="81280"/>
                      <a:pt x="3279140" y="63500"/>
                      <a:pt x="3362960" y="53340"/>
                    </a:cubicBezTo>
                    <a:cubicBezTo>
                      <a:pt x="3404870" y="48260"/>
                      <a:pt x="3440430" y="38100"/>
                      <a:pt x="3459480" y="46990"/>
                    </a:cubicBezTo>
                    <a:cubicBezTo>
                      <a:pt x="3470910" y="52070"/>
                      <a:pt x="3483610" y="66040"/>
                      <a:pt x="3481070" y="76200"/>
                    </a:cubicBezTo>
                    <a:cubicBezTo>
                      <a:pt x="3474720" y="100330"/>
                      <a:pt x="3342640" y="124460"/>
                      <a:pt x="3296920" y="154940"/>
                    </a:cubicBezTo>
                    <a:cubicBezTo>
                      <a:pt x="3265170" y="176530"/>
                      <a:pt x="3260090" y="194310"/>
                      <a:pt x="3224530" y="224790"/>
                    </a:cubicBezTo>
                    <a:cubicBezTo>
                      <a:pt x="3141980" y="294640"/>
                      <a:pt x="2948940" y="424180"/>
                      <a:pt x="2794000" y="547370"/>
                    </a:cubicBezTo>
                    <a:cubicBezTo>
                      <a:pt x="2604770" y="698500"/>
                      <a:pt x="2352040" y="910590"/>
                      <a:pt x="2176780" y="1069340"/>
                    </a:cubicBezTo>
                    <a:cubicBezTo>
                      <a:pt x="2039620" y="1193800"/>
                      <a:pt x="1979930" y="1270000"/>
                      <a:pt x="1819910" y="1413510"/>
                    </a:cubicBezTo>
                    <a:cubicBezTo>
                      <a:pt x="1524000" y="1678940"/>
                      <a:pt x="787400" y="2293620"/>
                      <a:pt x="516890" y="2504440"/>
                    </a:cubicBezTo>
                    <a:cubicBezTo>
                      <a:pt x="398780" y="2595880"/>
                      <a:pt x="325120" y="2631440"/>
                      <a:pt x="256540" y="2693670"/>
                    </a:cubicBezTo>
                    <a:cubicBezTo>
                      <a:pt x="203200" y="2740660"/>
                      <a:pt x="165100" y="2801620"/>
                      <a:pt x="129540" y="2834640"/>
                    </a:cubicBezTo>
                    <a:cubicBezTo>
                      <a:pt x="106680" y="2854960"/>
                      <a:pt x="88900" y="2872740"/>
                      <a:pt x="69850" y="2879090"/>
                    </a:cubicBezTo>
                    <a:cubicBezTo>
                      <a:pt x="55880" y="2884170"/>
                      <a:pt x="38100" y="2886710"/>
                      <a:pt x="29210" y="2881630"/>
                    </a:cubicBezTo>
                    <a:cubicBezTo>
                      <a:pt x="22860" y="2877820"/>
                      <a:pt x="17780" y="2866390"/>
                      <a:pt x="19050" y="2860040"/>
                    </a:cubicBezTo>
                    <a:cubicBezTo>
                      <a:pt x="20320" y="2853690"/>
                      <a:pt x="22860" y="2849880"/>
                      <a:pt x="31750" y="2843530"/>
                    </a:cubicBezTo>
                    <a:cubicBezTo>
                      <a:pt x="62230" y="2821940"/>
                      <a:pt x="214630" y="2795270"/>
                      <a:pt x="289560" y="2766060"/>
                    </a:cubicBezTo>
                    <a:cubicBezTo>
                      <a:pt x="350520" y="2741930"/>
                      <a:pt x="400050" y="2707640"/>
                      <a:pt x="448310" y="2688590"/>
                    </a:cubicBezTo>
                    <a:cubicBezTo>
                      <a:pt x="487680" y="2673350"/>
                      <a:pt x="511810" y="2672080"/>
                      <a:pt x="557530" y="2655570"/>
                    </a:cubicBezTo>
                    <a:cubicBezTo>
                      <a:pt x="642620" y="2625090"/>
                      <a:pt x="807720" y="2552700"/>
                      <a:pt x="909320" y="2503170"/>
                    </a:cubicBezTo>
                    <a:cubicBezTo>
                      <a:pt x="989330" y="2463800"/>
                      <a:pt x="1060450" y="2423160"/>
                      <a:pt x="1118870" y="2387600"/>
                    </a:cubicBezTo>
                    <a:cubicBezTo>
                      <a:pt x="1163320" y="2360930"/>
                      <a:pt x="1183640" y="2346960"/>
                      <a:pt x="1231900" y="2312670"/>
                    </a:cubicBezTo>
                    <a:cubicBezTo>
                      <a:pt x="1322070" y="2246630"/>
                      <a:pt x="1492250" y="2105660"/>
                      <a:pt x="1607820" y="2010410"/>
                    </a:cubicBezTo>
                    <a:cubicBezTo>
                      <a:pt x="1709420" y="1926590"/>
                      <a:pt x="1791970" y="1861820"/>
                      <a:pt x="1888490" y="1771650"/>
                    </a:cubicBezTo>
                    <a:cubicBezTo>
                      <a:pt x="2001520" y="1666240"/>
                      <a:pt x="2156460" y="1515110"/>
                      <a:pt x="2241550" y="1414780"/>
                    </a:cubicBezTo>
                    <a:cubicBezTo>
                      <a:pt x="2297430" y="1348740"/>
                      <a:pt x="2311400" y="1305560"/>
                      <a:pt x="2367280" y="1240790"/>
                    </a:cubicBezTo>
                    <a:cubicBezTo>
                      <a:pt x="2448560" y="1146810"/>
                      <a:pt x="2609850" y="1012190"/>
                      <a:pt x="2700020" y="916940"/>
                    </a:cubicBezTo>
                    <a:cubicBezTo>
                      <a:pt x="2767330" y="847090"/>
                      <a:pt x="2801620" y="791210"/>
                      <a:pt x="2867660" y="727710"/>
                    </a:cubicBezTo>
                    <a:cubicBezTo>
                      <a:pt x="2945130" y="651510"/>
                      <a:pt x="3060700" y="571500"/>
                      <a:pt x="3141980" y="496570"/>
                    </a:cubicBezTo>
                    <a:cubicBezTo>
                      <a:pt x="3211830" y="433070"/>
                      <a:pt x="3272790" y="383540"/>
                      <a:pt x="3331210" y="309880"/>
                    </a:cubicBezTo>
                    <a:cubicBezTo>
                      <a:pt x="3399790" y="224790"/>
                      <a:pt x="3475990" y="29210"/>
                      <a:pt x="3517900" y="7620"/>
                    </a:cubicBezTo>
                    <a:cubicBezTo>
                      <a:pt x="3530600" y="1270"/>
                      <a:pt x="3544570" y="5080"/>
                      <a:pt x="3549650" y="10160"/>
                    </a:cubicBezTo>
                    <a:cubicBezTo>
                      <a:pt x="3553460" y="13970"/>
                      <a:pt x="3547110" y="31750"/>
                      <a:pt x="3548380" y="31750"/>
                    </a:cubicBezTo>
                    <a:cubicBezTo>
                      <a:pt x="3548380" y="31750"/>
                      <a:pt x="3553460" y="20320"/>
                      <a:pt x="3552190" y="19050"/>
                    </a:cubicBezTo>
                    <a:cubicBezTo>
                      <a:pt x="3550920" y="17780"/>
                      <a:pt x="3538220" y="40640"/>
                      <a:pt x="3531870" y="39370"/>
                    </a:cubicBezTo>
                    <a:cubicBezTo>
                      <a:pt x="3525520" y="38100"/>
                      <a:pt x="3514090" y="19050"/>
                      <a:pt x="3515360" y="12700"/>
                    </a:cubicBezTo>
                    <a:cubicBezTo>
                      <a:pt x="3516630" y="7620"/>
                      <a:pt x="3524250" y="1270"/>
                      <a:pt x="3529330" y="1270"/>
                    </a:cubicBezTo>
                    <a:cubicBezTo>
                      <a:pt x="3535680" y="0"/>
                      <a:pt x="3548380" y="6350"/>
                      <a:pt x="3549650" y="11430"/>
                    </a:cubicBezTo>
                    <a:cubicBezTo>
                      <a:pt x="3552190" y="17780"/>
                      <a:pt x="3540760" y="36830"/>
                      <a:pt x="3534410" y="39370"/>
                    </a:cubicBezTo>
                    <a:cubicBezTo>
                      <a:pt x="3529330" y="40640"/>
                      <a:pt x="3520440" y="36830"/>
                      <a:pt x="3517900" y="31750"/>
                    </a:cubicBezTo>
                    <a:cubicBezTo>
                      <a:pt x="3514090" y="26670"/>
                      <a:pt x="3514090" y="12700"/>
                      <a:pt x="3517900" y="7620"/>
                    </a:cubicBezTo>
                    <a:cubicBezTo>
                      <a:pt x="3521710" y="2540"/>
                      <a:pt x="3533140" y="0"/>
                      <a:pt x="3538220" y="1270"/>
                    </a:cubicBezTo>
                    <a:cubicBezTo>
                      <a:pt x="3544570" y="2540"/>
                      <a:pt x="3550920" y="10160"/>
                      <a:pt x="3552190" y="19050"/>
                    </a:cubicBezTo>
                    <a:cubicBezTo>
                      <a:pt x="3554730" y="34290"/>
                      <a:pt x="3536950" y="71120"/>
                      <a:pt x="3522980" y="92710"/>
                    </a:cubicBezTo>
                    <a:cubicBezTo>
                      <a:pt x="3510280" y="113030"/>
                      <a:pt x="3491230" y="119380"/>
                      <a:pt x="3473450" y="143510"/>
                    </a:cubicBezTo>
                    <a:cubicBezTo>
                      <a:pt x="3440430" y="186690"/>
                      <a:pt x="3408680" y="278130"/>
                      <a:pt x="3360420" y="340360"/>
                    </a:cubicBezTo>
                    <a:cubicBezTo>
                      <a:pt x="3308350" y="407670"/>
                      <a:pt x="3239770" y="464820"/>
                      <a:pt x="3168650" y="529590"/>
                    </a:cubicBezTo>
                    <a:cubicBezTo>
                      <a:pt x="3087370" y="603250"/>
                      <a:pt x="2975610" y="683260"/>
                      <a:pt x="2898140" y="758190"/>
                    </a:cubicBezTo>
                    <a:cubicBezTo>
                      <a:pt x="2833370" y="821690"/>
                      <a:pt x="2797810" y="878840"/>
                      <a:pt x="2730500" y="948690"/>
                    </a:cubicBezTo>
                    <a:cubicBezTo>
                      <a:pt x="2640330" y="1042670"/>
                      <a:pt x="2485390" y="1172210"/>
                      <a:pt x="2402840" y="1266190"/>
                    </a:cubicBezTo>
                    <a:cubicBezTo>
                      <a:pt x="2344420" y="1332230"/>
                      <a:pt x="2326640" y="1380490"/>
                      <a:pt x="2268220" y="1449070"/>
                    </a:cubicBezTo>
                    <a:cubicBezTo>
                      <a:pt x="2181860" y="1550670"/>
                      <a:pt x="2056130" y="1677670"/>
                      <a:pt x="1916430" y="1804670"/>
                    </a:cubicBezTo>
                    <a:cubicBezTo>
                      <a:pt x="1733550" y="1971040"/>
                      <a:pt x="1386840" y="2250440"/>
                      <a:pt x="1254760" y="2348230"/>
                    </a:cubicBezTo>
                    <a:cubicBezTo>
                      <a:pt x="1201420" y="2387600"/>
                      <a:pt x="1187450" y="2397760"/>
                      <a:pt x="1137920" y="2426970"/>
                    </a:cubicBezTo>
                    <a:cubicBezTo>
                      <a:pt x="1059180" y="2473960"/>
                      <a:pt x="930910" y="2541270"/>
                      <a:pt x="820420" y="2590800"/>
                    </a:cubicBezTo>
                    <a:cubicBezTo>
                      <a:pt x="707390" y="2641600"/>
                      <a:pt x="562610" y="2686050"/>
                      <a:pt x="467360" y="2727960"/>
                    </a:cubicBezTo>
                    <a:cubicBezTo>
                      <a:pt x="401320" y="2757170"/>
                      <a:pt x="364490" y="2783840"/>
                      <a:pt x="302260" y="2807970"/>
                    </a:cubicBezTo>
                    <a:cubicBezTo>
                      <a:pt x="227330" y="2837180"/>
                      <a:pt x="83820" y="2886710"/>
                      <a:pt x="44450" y="2884170"/>
                    </a:cubicBezTo>
                    <a:cubicBezTo>
                      <a:pt x="33020" y="2882900"/>
                      <a:pt x="24130" y="2880360"/>
                      <a:pt x="21590" y="2874010"/>
                    </a:cubicBezTo>
                    <a:cubicBezTo>
                      <a:pt x="17780" y="2867660"/>
                      <a:pt x="20320" y="2852420"/>
                      <a:pt x="26670" y="2846070"/>
                    </a:cubicBezTo>
                    <a:cubicBezTo>
                      <a:pt x="33020" y="2839720"/>
                      <a:pt x="48260" y="2847340"/>
                      <a:pt x="62230" y="2839720"/>
                    </a:cubicBezTo>
                    <a:cubicBezTo>
                      <a:pt x="95250" y="2820670"/>
                      <a:pt x="142240" y="2739390"/>
                      <a:pt x="199390" y="2687320"/>
                    </a:cubicBezTo>
                    <a:cubicBezTo>
                      <a:pt x="275590" y="2618740"/>
                      <a:pt x="359410" y="2574290"/>
                      <a:pt x="487680" y="2472690"/>
                    </a:cubicBezTo>
                    <a:cubicBezTo>
                      <a:pt x="767080" y="2251710"/>
                      <a:pt x="1493520" y="1647190"/>
                      <a:pt x="1789430" y="1381760"/>
                    </a:cubicBezTo>
                    <a:cubicBezTo>
                      <a:pt x="1950720" y="1238250"/>
                      <a:pt x="2011680" y="1160780"/>
                      <a:pt x="2150110" y="1036320"/>
                    </a:cubicBezTo>
                    <a:cubicBezTo>
                      <a:pt x="2326640" y="877570"/>
                      <a:pt x="2573020" y="668020"/>
                      <a:pt x="2767330" y="513080"/>
                    </a:cubicBezTo>
                    <a:cubicBezTo>
                      <a:pt x="2932430" y="381000"/>
                      <a:pt x="3190240" y="214630"/>
                      <a:pt x="3237230" y="161290"/>
                    </a:cubicBezTo>
                    <a:cubicBezTo>
                      <a:pt x="3248660" y="148590"/>
                      <a:pt x="3242310" y="144780"/>
                      <a:pt x="3252470" y="134620"/>
                    </a:cubicBezTo>
                    <a:cubicBezTo>
                      <a:pt x="3279140" y="110490"/>
                      <a:pt x="3394710" y="54610"/>
                      <a:pt x="3432810" y="46990"/>
                    </a:cubicBezTo>
                    <a:cubicBezTo>
                      <a:pt x="3449320" y="44450"/>
                      <a:pt x="3460750" y="44450"/>
                      <a:pt x="3469640" y="49530"/>
                    </a:cubicBezTo>
                    <a:cubicBezTo>
                      <a:pt x="3475990" y="53340"/>
                      <a:pt x="3483610" y="64770"/>
                      <a:pt x="3482340" y="71120"/>
                    </a:cubicBezTo>
                    <a:cubicBezTo>
                      <a:pt x="3481070" y="78740"/>
                      <a:pt x="3472180" y="86360"/>
                      <a:pt x="3459480" y="91440"/>
                    </a:cubicBezTo>
                    <a:cubicBezTo>
                      <a:pt x="3431540" y="102870"/>
                      <a:pt x="3366770" y="96520"/>
                      <a:pt x="3307080" y="105410"/>
                    </a:cubicBezTo>
                    <a:cubicBezTo>
                      <a:pt x="3223260" y="116840"/>
                      <a:pt x="3100070" y="138430"/>
                      <a:pt x="3002280" y="163830"/>
                    </a:cubicBezTo>
                    <a:cubicBezTo>
                      <a:pt x="2909570" y="187960"/>
                      <a:pt x="2839720" y="215900"/>
                      <a:pt x="2734310" y="254000"/>
                    </a:cubicBezTo>
                    <a:cubicBezTo>
                      <a:pt x="2578100" y="311150"/>
                      <a:pt x="2358390" y="398780"/>
                      <a:pt x="2160270" y="482600"/>
                    </a:cubicBezTo>
                    <a:cubicBezTo>
                      <a:pt x="1943100" y="574040"/>
                      <a:pt x="1638300" y="704850"/>
                      <a:pt x="1485900" y="782320"/>
                    </a:cubicBezTo>
                    <a:cubicBezTo>
                      <a:pt x="1403350" y="824230"/>
                      <a:pt x="1371600" y="843280"/>
                      <a:pt x="1301750" y="889000"/>
                    </a:cubicBezTo>
                    <a:cubicBezTo>
                      <a:pt x="1202690" y="953770"/>
                      <a:pt x="1047750" y="1066800"/>
                      <a:pt x="952500" y="1141730"/>
                    </a:cubicBezTo>
                    <a:cubicBezTo>
                      <a:pt x="883920" y="1195070"/>
                      <a:pt x="845820" y="1228090"/>
                      <a:pt x="779780" y="1287780"/>
                    </a:cubicBezTo>
                    <a:cubicBezTo>
                      <a:pt x="684530" y="1374140"/>
                      <a:pt x="528320" y="1529080"/>
                      <a:pt x="445770" y="1620520"/>
                    </a:cubicBezTo>
                    <a:cubicBezTo>
                      <a:pt x="392430" y="1680210"/>
                      <a:pt x="359410" y="1719580"/>
                      <a:pt x="321310" y="1774190"/>
                    </a:cubicBezTo>
                    <a:cubicBezTo>
                      <a:pt x="283210" y="1828800"/>
                      <a:pt x="250190" y="1888490"/>
                      <a:pt x="218440" y="1948180"/>
                    </a:cubicBezTo>
                    <a:cubicBezTo>
                      <a:pt x="186690" y="2009140"/>
                      <a:pt x="158750" y="2070100"/>
                      <a:pt x="133350" y="2136140"/>
                    </a:cubicBezTo>
                    <a:cubicBezTo>
                      <a:pt x="105410" y="2207260"/>
                      <a:pt x="73660" y="2286000"/>
                      <a:pt x="59690" y="2363470"/>
                    </a:cubicBezTo>
                    <a:cubicBezTo>
                      <a:pt x="45720" y="2439670"/>
                      <a:pt x="46990" y="2520950"/>
                      <a:pt x="48260" y="2595880"/>
                    </a:cubicBezTo>
                    <a:cubicBezTo>
                      <a:pt x="49530" y="2665730"/>
                      <a:pt x="77470" y="2766060"/>
                      <a:pt x="67310" y="2796540"/>
                    </a:cubicBezTo>
                    <a:cubicBezTo>
                      <a:pt x="63500" y="2806700"/>
                      <a:pt x="55880" y="2814320"/>
                      <a:pt x="49530" y="2814320"/>
                    </a:cubicBezTo>
                    <a:cubicBezTo>
                      <a:pt x="43180" y="2814320"/>
                      <a:pt x="29210" y="2797810"/>
                      <a:pt x="29210" y="279781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 rot="3600434">
              <a:off x="1496915" y="1377641"/>
              <a:ext cx="1605775" cy="1274308"/>
              <a:chOff x="0" y="0"/>
              <a:chExt cx="3876040" cy="307594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 rot="3600434">
              <a:off x="2660333" y="1019352"/>
              <a:ext cx="1253163" cy="994483"/>
              <a:chOff x="0" y="0"/>
              <a:chExt cx="3876040" cy="307594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8260" y="46990"/>
                <a:ext cx="3779520" cy="297942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979420">
                    <a:moveTo>
                      <a:pt x="58420" y="2959100"/>
                    </a:moveTo>
                    <a:cubicBezTo>
                      <a:pt x="59690" y="2860040"/>
                      <a:pt x="66040" y="2838450"/>
                      <a:pt x="83820" y="2787650"/>
                    </a:cubicBezTo>
                    <a:cubicBezTo>
                      <a:pt x="139700" y="2632710"/>
                      <a:pt x="398780" y="2054860"/>
                      <a:pt x="509270" y="1863090"/>
                    </a:cubicBezTo>
                    <a:cubicBezTo>
                      <a:pt x="562610" y="1770380"/>
                      <a:pt x="595630" y="1729740"/>
                      <a:pt x="647700" y="1666240"/>
                    </a:cubicBezTo>
                    <a:cubicBezTo>
                      <a:pt x="702310" y="1600200"/>
                      <a:pt x="762000" y="1537970"/>
                      <a:pt x="829310" y="1473200"/>
                    </a:cubicBezTo>
                    <a:cubicBezTo>
                      <a:pt x="905510" y="1400810"/>
                      <a:pt x="985520" y="1333500"/>
                      <a:pt x="1085850" y="1254760"/>
                    </a:cubicBezTo>
                    <a:cubicBezTo>
                      <a:pt x="1216660" y="1153160"/>
                      <a:pt x="1383030" y="1024890"/>
                      <a:pt x="1551940" y="922020"/>
                    </a:cubicBezTo>
                    <a:cubicBezTo>
                      <a:pt x="1733550" y="811530"/>
                      <a:pt x="1918970" y="726440"/>
                      <a:pt x="2142490" y="621030"/>
                    </a:cubicBezTo>
                    <a:cubicBezTo>
                      <a:pt x="2424430" y="487680"/>
                      <a:pt x="2921000" y="269240"/>
                      <a:pt x="3114040" y="194310"/>
                    </a:cubicBezTo>
                    <a:cubicBezTo>
                      <a:pt x="3194050" y="163830"/>
                      <a:pt x="3215640" y="156210"/>
                      <a:pt x="3286760" y="135890"/>
                    </a:cubicBezTo>
                    <a:cubicBezTo>
                      <a:pt x="3394710" y="104140"/>
                      <a:pt x="3634740" y="57150"/>
                      <a:pt x="3703320" y="30480"/>
                    </a:cubicBezTo>
                    <a:cubicBezTo>
                      <a:pt x="3727450" y="21590"/>
                      <a:pt x="3737610" y="6350"/>
                      <a:pt x="3750310" y="5080"/>
                    </a:cubicBezTo>
                    <a:cubicBezTo>
                      <a:pt x="3759200" y="3810"/>
                      <a:pt x="3769360" y="5080"/>
                      <a:pt x="3773170" y="10160"/>
                    </a:cubicBezTo>
                    <a:cubicBezTo>
                      <a:pt x="3776980" y="16510"/>
                      <a:pt x="3778250" y="30480"/>
                      <a:pt x="3770630" y="41910"/>
                    </a:cubicBezTo>
                    <a:cubicBezTo>
                      <a:pt x="3747770" y="74930"/>
                      <a:pt x="3615690" y="111760"/>
                      <a:pt x="3526790" y="161290"/>
                    </a:cubicBezTo>
                    <a:cubicBezTo>
                      <a:pt x="3413760" y="224790"/>
                      <a:pt x="3302000" y="297180"/>
                      <a:pt x="3150870" y="403860"/>
                    </a:cubicBezTo>
                    <a:cubicBezTo>
                      <a:pt x="2904490" y="579120"/>
                      <a:pt x="2372360" y="998220"/>
                      <a:pt x="2205990" y="1139190"/>
                    </a:cubicBezTo>
                    <a:cubicBezTo>
                      <a:pt x="2143760" y="1192530"/>
                      <a:pt x="2136140" y="1200150"/>
                      <a:pt x="2081530" y="1253490"/>
                    </a:cubicBezTo>
                    <a:cubicBezTo>
                      <a:pt x="1967230" y="1366520"/>
                      <a:pt x="1728470" y="1642110"/>
                      <a:pt x="1572260" y="1795780"/>
                    </a:cubicBezTo>
                    <a:cubicBezTo>
                      <a:pt x="1446530" y="1918970"/>
                      <a:pt x="1346200" y="2012950"/>
                      <a:pt x="1221740" y="2114550"/>
                    </a:cubicBezTo>
                    <a:cubicBezTo>
                      <a:pt x="1092200" y="2219960"/>
                      <a:pt x="925830" y="2340610"/>
                      <a:pt x="807720" y="2418080"/>
                    </a:cubicBezTo>
                    <a:cubicBezTo>
                      <a:pt x="723900" y="2472690"/>
                      <a:pt x="638810" y="2504440"/>
                      <a:pt x="585470" y="2546350"/>
                    </a:cubicBezTo>
                    <a:cubicBezTo>
                      <a:pt x="549910" y="2574290"/>
                      <a:pt x="543560" y="2598420"/>
                      <a:pt x="505460" y="2631440"/>
                    </a:cubicBezTo>
                    <a:cubicBezTo>
                      <a:pt x="434340" y="2691130"/>
                      <a:pt x="248920" y="2794000"/>
                      <a:pt x="175260" y="2852420"/>
                    </a:cubicBezTo>
                    <a:cubicBezTo>
                      <a:pt x="134620" y="2884170"/>
                      <a:pt x="115570" y="2914650"/>
                      <a:pt x="86360" y="2933700"/>
                    </a:cubicBezTo>
                    <a:cubicBezTo>
                      <a:pt x="63500" y="2948940"/>
                      <a:pt x="30480" y="2969260"/>
                      <a:pt x="16510" y="2966720"/>
                    </a:cubicBezTo>
                    <a:cubicBezTo>
                      <a:pt x="8890" y="2965450"/>
                      <a:pt x="3810" y="2957830"/>
                      <a:pt x="2540" y="2951480"/>
                    </a:cubicBezTo>
                    <a:cubicBezTo>
                      <a:pt x="1270" y="2945130"/>
                      <a:pt x="2540" y="2936240"/>
                      <a:pt x="11430" y="2927350"/>
                    </a:cubicBezTo>
                    <a:cubicBezTo>
                      <a:pt x="40640" y="2899410"/>
                      <a:pt x="181610" y="2877820"/>
                      <a:pt x="285750" y="2835910"/>
                    </a:cubicBezTo>
                    <a:cubicBezTo>
                      <a:pt x="430530" y="2776220"/>
                      <a:pt x="636270" y="2669540"/>
                      <a:pt x="793750" y="2586990"/>
                    </a:cubicBezTo>
                    <a:cubicBezTo>
                      <a:pt x="934720" y="2513330"/>
                      <a:pt x="1087120" y="2428240"/>
                      <a:pt x="1189990" y="2364740"/>
                    </a:cubicBezTo>
                    <a:cubicBezTo>
                      <a:pt x="1258570" y="2322830"/>
                      <a:pt x="1303020" y="2296160"/>
                      <a:pt x="1356360" y="2254250"/>
                    </a:cubicBezTo>
                    <a:cubicBezTo>
                      <a:pt x="1412240" y="2209800"/>
                      <a:pt x="1465580" y="2161540"/>
                      <a:pt x="1517650" y="2105660"/>
                    </a:cubicBezTo>
                    <a:cubicBezTo>
                      <a:pt x="1576070" y="2042160"/>
                      <a:pt x="1626870" y="1951990"/>
                      <a:pt x="1689100" y="1889760"/>
                    </a:cubicBezTo>
                    <a:cubicBezTo>
                      <a:pt x="1747520" y="1832610"/>
                      <a:pt x="1819910" y="1795780"/>
                      <a:pt x="1875790" y="1743710"/>
                    </a:cubicBezTo>
                    <a:cubicBezTo>
                      <a:pt x="1929130" y="1692910"/>
                      <a:pt x="1955800" y="1644650"/>
                      <a:pt x="2019300" y="1582420"/>
                    </a:cubicBezTo>
                    <a:cubicBezTo>
                      <a:pt x="2123440" y="1480820"/>
                      <a:pt x="2355850" y="1292860"/>
                      <a:pt x="2461260" y="1210310"/>
                    </a:cubicBezTo>
                    <a:cubicBezTo>
                      <a:pt x="2517140" y="1167130"/>
                      <a:pt x="2553970" y="1150620"/>
                      <a:pt x="2593340" y="1115060"/>
                    </a:cubicBezTo>
                    <a:cubicBezTo>
                      <a:pt x="2630170" y="1082040"/>
                      <a:pt x="2649220" y="1046480"/>
                      <a:pt x="2689860" y="1007110"/>
                    </a:cubicBezTo>
                    <a:cubicBezTo>
                      <a:pt x="2748280" y="952500"/>
                      <a:pt x="2862580" y="877570"/>
                      <a:pt x="2915920" y="825500"/>
                    </a:cubicBezTo>
                    <a:cubicBezTo>
                      <a:pt x="2948940" y="792480"/>
                      <a:pt x="2954020" y="773430"/>
                      <a:pt x="2989580" y="735330"/>
                    </a:cubicBezTo>
                    <a:cubicBezTo>
                      <a:pt x="3061970" y="657860"/>
                      <a:pt x="3257550" y="497840"/>
                      <a:pt x="3341370" y="402590"/>
                    </a:cubicBezTo>
                    <a:cubicBezTo>
                      <a:pt x="3395980" y="340360"/>
                      <a:pt x="3422650" y="270510"/>
                      <a:pt x="3462020" y="236220"/>
                    </a:cubicBezTo>
                    <a:cubicBezTo>
                      <a:pt x="3487420" y="214630"/>
                      <a:pt x="3516630" y="213360"/>
                      <a:pt x="3536950" y="196850"/>
                    </a:cubicBezTo>
                    <a:cubicBezTo>
                      <a:pt x="3556000" y="181610"/>
                      <a:pt x="3561080" y="160020"/>
                      <a:pt x="3580130" y="139700"/>
                    </a:cubicBezTo>
                    <a:cubicBezTo>
                      <a:pt x="3606800" y="113030"/>
                      <a:pt x="3652520" y="72390"/>
                      <a:pt x="3684270" y="53340"/>
                    </a:cubicBezTo>
                    <a:cubicBezTo>
                      <a:pt x="3707130" y="39370"/>
                      <a:pt x="3732530" y="25400"/>
                      <a:pt x="3746500" y="27940"/>
                    </a:cubicBezTo>
                    <a:cubicBezTo>
                      <a:pt x="3755390" y="29210"/>
                      <a:pt x="3763010" y="36830"/>
                      <a:pt x="3764280" y="43180"/>
                    </a:cubicBezTo>
                    <a:cubicBezTo>
                      <a:pt x="3765550" y="48260"/>
                      <a:pt x="3763010" y="58420"/>
                      <a:pt x="3759200" y="60960"/>
                    </a:cubicBezTo>
                    <a:cubicBezTo>
                      <a:pt x="3754120" y="64770"/>
                      <a:pt x="3735070" y="64770"/>
                      <a:pt x="3731260" y="59690"/>
                    </a:cubicBezTo>
                    <a:cubicBezTo>
                      <a:pt x="3727450" y="54610"/>
                      <a:pt x="3727450" y="36830"/>
                      <a:pt x="3732530" y="33020"/>
                    </a:cubicBezTo>
                    <a:cubicBezTo>
                      <a:pt x="3737610" y="29210"/>
                      <a:pt x="3756660" y="30480"/>
                      <a:pt x="3760470" y="35560"/>
                    </a:cubicBezTo>
                    <a:cubicBezTo>
                      <a:pt x="3764280" y="40640"/>
                      <a:pt x="3761740" y="55880"/>
                      <a:pt x="3755390" y="63500"/>
                    </a:cubicBezTo>
                    <a:cubicBezTo>
                      <a:pt x="3745230" y="76200"/>
                      <a:pt x="3714750" y="73660"/>
                      <a:pt x="3691890" y="88900"/>
                    </a:cubicBezTo>
                    <a:cubicBezTo>
                      <a:pt x="3656330" y="111760"/>
                      <a:pt x="3610610" y="176530"/>
                      <a:pt x="3572510" y="207010"/>
                    </a:cubicBezTo>
                    <a:cubicBezTo>
                      <a:pt x="3543300" y="231140"/>
                      <a:pt x="3517900" y="236220"/>
                      <a:pt x="3489960" y="262890"/>
                    </a:cubicBezTo>
                    <a:cubicBezTo>
                      <a:pt x="3450590" y="300990"/>
                      <a:pt x="3423920" y="367030"/>
                      <a:pt x="3369310" y="429260"/>
                    </a:cubicBezTo>
                    <a:cubicBezTo>
                      <a:pt x="3282950" y="528320"/>
                      <a:pt x="3061970" y="711200"/>
                      <a:pt x="3003550" y="778510"/>
                    </a:cubicBezTo>
                    <a:cubicBezTo>
                      <a:pt x="2981960" y="802640"/>
                      <a:pt x="2985770" y="810260"/>
                      <a:pt x="2965450" y="831850"/>
                    </a:cubicBezTo>
                    <a:cubicBezTo>
                      <a:pt x="2921000" y="880110"/>
                      <a:pt x="2781300" y="974090"/>
                      <a:pt x="2717800" y="1033780"/>
                    </a:cubicBezTo>
                    <a:cubicBezTo>
                      <a:pt x="2674620" y="1075690"/>
                      <a:pt x="2653030" y="1113790"/>
                      <a:pt x="2614930" y="1148080"/>
                    </a:cubicBezTo>
                    <a:cubicBezTo>
                      <a:pt x="2576830" y="1182370"/>
                      <a:pt x="2541270" y="1196340"/>
                      <a:pt x="2487930" y="1238250"/>
                    </a:cubicBezTo>
                    <a:cubicBezTo>
                      <a:pt x="2383790" y="1318260"/>
                      <a:pt x="2153920" y="1508760"/>
                      <a:pt x="2048510" y="1610360"/>
                    </a:cubicBezTo>
                    <a:cubicBezTo>
                      <a:pt x="1983740" y="1673860"/>
                      <a:pt x="1955800" y="1723390"/>
                      <a:pt x="1901190" y="1774190"/>
                    </a:cubicBezTo>
                    <a:cubicBezTo>
                      <a:pt x="1845310" y="1826260"/>
                      <a:pt x="1775460" y="1860550"/>
                      <a:pt x="1718310" y="1917700"/>
                    </a:cubicBezTo>
                    <a:cubicBezTo>
                      <a:pt x="1656080" y="1979930"/>
                      <a:pt x="1605280" y="2070100"/>
                      <a:pt x="1545590" y="2134870"/>
                    </a:cubicBezTo>
                    <a:cubicBezTo>
                      <a:pt x="1492250" y="2193290"/>
                      <a:pt x="1447800" y="2236470"/>
                      <a:pt x="1379220" y="2288540"/>
                    </a:cubicBezTo>
                    <a:cubicBezTo>
                      <a:pt x="1285240" y="2359660"/>
                      <a:pt x="1162050" y="2432050"/>
                      <a:pt x="1022350" y="2510790"/>
                    </a:cubicBezTo>
                    <a:cubicBezTo>
                      <a:pt x="835660" y="2616200"/>
                      <a:pt x="539750" y="2774950"/>
                      <a:pt x="354330" y="2853690"/>
                    </a:cubicBezTo>
                    <a:cubicBezTo>
                      <a:pt x="228600" y="2907030"/>
                      <a:pt x="74930" y="2971800"/>
                      <a:pt x="27940" y="2966720"/>
                    </a:cubicBezTo>
                    <a:cubicBezTo>
                      <a:pt x="13970" y="2965450"/>
                      <a:pt x="5080" y="2957830"/>
                      <a:pt x="2540" y="2951480"/>
                    </a:cubicBezTo>
                    <a:cubicBezTo>
                      <a:pt x="0" y="2945130"/>
                      <a:pt x="3810" y="2937510"/>
                      <a:pt x="11430" y="2927350"/>
                    </a:cubicBezTo>
                    <a:cubicBezTo>
                      <a:pt x="43180" y="2885440"/>
                      <a:pt x="260350" y="2735580"/>
                      <a:pt x="346710" y="2678430"/>
                    </a:cubicBezTo>
                    <a:cubicBezTo>
                      <a:pt x="398780" y="2644140"/>
                      <a:pt x="438150" y="2631440"/>
                      <a:pt x="474980" y="2602230"/>
                    </a:cubicBezTo>
                    <a:cubicBezTo>
                      <a:pt x="509270" y="2574290"/>
                      <a:pt x="520700" y="2543810"/>
                      <a:pt x="563880" y="2509520"/>
                    </a:cubicBezTo>
                    <a:cubicBezTo>
                      <a:pt x="642620" y="2446020"/>
                      <a:pt x="814070" y="2363470"/>
                      <a:pt x="933450" y="2280920"/>
                    </a:cubicBezTo>
                    <a:cubicBezTo>
                      <a:pt x="1052830" y="2197100"/>
                      <a:pt x="1176020" y="2101850"/>
                      <a:pt x="1281430" y="2011680"/>
                    </a:cubicBezTo>
                    <a:cubicBezTo>
                      <a:pt x="1376680" y="1930400"/>
                      <a:pt x="1442720" y="1866900"/>
                      <a:pt x="1543050" y="1767840"/>
                    </a:cubicBezTo>
                    <a:cubicBezTo>
                      <a:pt x="1686560" y="1624330"/>
                      <a:pt x="1939290" y="1336040"/>
                      <a:pt x="2053590" y="1223010"/>
                    </a:cubicBezTo>
                    <a:cubicBezTo>
                      <a:pt x="2108200" y="1168400"/>
                      <a:pt x="2117090" y="1160780"/>
                      <a:pt x="2180590" y="1107440"/>
                    </a:cubicBezTo>
                    <a:cubicBezTo>
                      <a:pt x="2348230" y="966470"/>
                      <a:pt x="2907030" y="530860"/>
                      <a:pt x="3128010" y="370840"/>
                    </a:cubicBezTo>
                    <a:cubicBezTo>
                      <a:pt x="3242310" y="288290"/>
                      <a:pt x="3300730" y="247650"/>
                      <a:pt x="3395980" y="190500"/>
                    </a:cubicBezTo>
                    <a:cubicBezTo>
                      <a:pt x="3497580" y="129540"/>
                      <a:pt x="3661410" y="38100"/>
                      <a:pt x="3718560" y="15240"/>
                    </a:cubicBezTo>
                    <a:cubicBezTo>
                      <a:pt x="3738880" y="7620"/>
                      <a:pt x="3750310" y="0"/>
                      <a:pt x="3760470" y="3810"/>
                    </a:cubicBezTo>
                    <a:cubicBezTo>
                      <a:pt x="3769360" y="7620"/>
                      <a:pt x="3779520" y="25400"/>
                      <a:pt x="3776980" y="34290"/>
                    </a:cubicBezTo>
                    <a:cubicBezTo>
                      <a:pt x="3773170" y="48260"/>
                      <a:pt x="3745230" y="58420"/>
                      <a:pt x="3713480" y="71120"/>
                    </a:cubicBezTo>
                    <a:cubicBezTo>
                      <a:pt x="3637280" y="101600"/>
                      <a:pt x="3407410" y="143510"/>
                      <a:pt x="3299460" y="175260"/>
                    </a:cubicBezTo>
                    <a:cubicBezTo>
                      <a:pt x="3229610" y="195580"/>
                      <a:pt x="3208020" y="201930"/>
                      <a:pt x="3129280" y="232410"/>
                    </a:cubicBezTo>
                    <a:cubicBezTo>
                      <a:pt x="2937510" y="306070"/>
                      <a:pt x="2440940" y="524510"/>
                      <a:pt x="2160270" y="657860"/>
                    </a:cubicBezTo>
                    <a:cubicBezTo>
                      <a:pt x="1939290" y="763270"/>
                      <a:pt x="1756410" y="848360"/>
                      <a:pt x="1576070" y="957580"/>
                    </a:cubicBezTo>
                    <a:cubicBezTo>
                      <a:pt x="1408430" y="1059180"/>
                      <a:pt x="1242060" y="1186180"/>
                      <a:pt x="1112520" y="1286510"/>
                    </a:cubicBezTo>
                    <a:cubicBezTo>
                      <a:pt x="1013460" y="1363980"/>
                      <a:pt x="935990" y="1431290"/>
                      <a:pt x="861060" y="1502410"/>
                    </a:cubicBezTo>
                    <a:cubicBezTo>
                      <a:pt x="795020" y="1565910"/>
                      <a:pt x="735330" y="1626870"/>
                      <a:pt x="681990" y="1691640"/>
                    </a:cubicBezTo>
                    <a:cubicBezTo>
                      <a:pt x="631190" y="1752600"/>
                      <a:pt x="600710" y="1790700"/>
                      <a:pt x="548640" y="1880870"/>
                    </a:cubicBezTo>
                    <a:cubicBezTo>
                      <a:pt x="440690" y="2068830"/>
                      <a:pt x="181610" y="2651760"/>
                      <a:pt x="125730" y="2799080"/>
                    </a:cubicBezTo>
                    <a:cubicBezTo>
                      <a:pt x="109220" y="2844800"/>
                      <a:pt x="104140" y="2861310"/>
                      <a:pt x="99060" y="2890520"/>
                    </a:cubicBezTo>
                    <a:cubicBezTo>
                      <a:pt x="93980" y="2917190"/>
                      <a:pt x="104140" y="2955290"/>
                      <a:pt x="95250" y="2967990"/>
                    </a:cubicBezTo>
                    <a:cubicBezTo>
                      <a:pt x="90170" y="2975610"/>
                      <a:pt x="81280" y="2979420"/>
                      <a:pt x="74930" y="2978150"/>
                    </a:cubicBezTo>
                    <a:cubicBezTo>
                      <a:pt x="68580" y="2976880"/>
                      <a:pt x="58420" y="2959100"/>
                      <a:pt x="58420" y="2959100"/>
                    </a:cubicBezTo>
                  </a:path>
                </a:pathLst>
              </a:custGeom>
              <a:solidFill>
                <a:srgbClr val="876D79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id="48" name="TextBox 4"/>
          <p:cNvSpPr txBox="1"/>
          <p:nvPr/>
        </p:nvSpPr>
        <p:spPr>
          <a:xfrm>
            <a:off x="1905000" y="1714500"/>
            <a:ext cx="8333105" cy="829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75"/>
              </a:lnSpc>
            </a:pPr>
            <a:r>
              <a:rPr lang="zh-CN" altLang="en-US" sz="2400">
                <a:solidFill>
                  <a:srgbClr val="86637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科学管控风险，聚焦可持续增长</a:t>
            </a:r>
            <a:endParaRPr lang="zh-CN" altLang="en-US" sz="2400">
              <a:solidFill>
                <a:srgbClr val="866373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7375" y="2540635"/>
            <a:ext cx="4857750" cy="24955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2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3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4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5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6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7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8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9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0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1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2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3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4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5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6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7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8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19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20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21.xml><?xml version="1.0" encoding="utf-8"?>
<p:tagLst xmlns:p="http://schemas.openxmlformats.org/presentationml/2006/main">
  <p:tag name="KSO_WM_DIAGRAM_VIRTUALLY_FRAME" val="{&quot;height&quot;:564.1604747040901,&quot;left&quot;:138.11826771653543,&quot;top&quot;:251.4892913385827,&quot;width&quot;:1163.763464566929}"/>
</p:tagLst>
</file>

<file path=ppt/tags/tag22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23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24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25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26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27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28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29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30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31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32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33.xml><?xml version="1.0" encoding="utf-8"?>
<p:tagLst xmlns:p="http://schemas.openxmlformats.org/presentationml/2006/main">
  <p:tag name="KSO_WM_DIAGRAM_VIRTUALLY_FRAME" val="{&quot;height&quot;:417.98685039370076,&quot;left&quot;:246.8055118110236,&quot;top&quot;:227.27307086614172,&quot;width&quot;:946.3890551181103}"/>
</p:tagLst>
</file>

<file path=ppt/tags/tag34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35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36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37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38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39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40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41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ags/tag42.xml><?xml version="1.0" encoding="utf-8"?>
<p:tagLst xmlns:p="http://schemas.openxmlformats.org/presentationml/2006/main">
  <p:tag name="KSO_WM_DIAGRAM_VIRTUALLY_FRAME" val="{&quot;height&quot;:497.5104724409449,&quot;left&quot;:655.1875590551181,&quot;top&quot;:172.4663779527559,&quot;width&quot;:591.257559055118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</Words>
  <Application>WPS 演示</Application>
  <PresentationFormat>On-screen Show (4:3)</PresentationFormat>
  <Paragraphs>124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华文行楷</vt:lpstr>
      <vt:lpstr>Montserrat</vt:lpstr>
      <vt:lpstr>思源黑体</vt:lpstr>
      <vt:lpstr>Calibri</vt:lpstr>
      <vt:lpstr>微软雅黑</vt:lpstr>
      <vt:lpstr>Arial Unicode MS</vt:lpstr>
      <vt:lpstr>Montserrat Bold</vt:lpstr>
      <vt:lpstr>Montserrat Ultra-Bold</vt:lpstr>
      <vt:lpstr>华文中宋</vt:lpstr>
      <vt:lpstr>Times New Roman</vt:lpstr>
      <vt:lpstr>Mongolian Baiti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2006-08-16T00:00:00Z</dcterms:created>
  <dcterms:modified xsi:type="dcterms:W3CDTF">2025-10-09T09:08:33Z</dcterms:modified>
</cp:coreProperties>
</file>